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8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Lst>
  <p:sldSz cy="5143500" cx="9144000"/>
  <p:notesSz cx="6858000" cy="9144000"/>
  <p:embeddedFontLst>
    <p:embeddedFont>
      <p:font typeface="Public Sans Thin"/>
      <p:regular r:id="rId60"/>
      <p:bold r:id="rId61"/>
      <p:italic r:id="rId62"/>
      <p:boldItalic r:id="rId63"/>
    </p:embeddedFont>
    <p:embeddedFont>
      <p:font typeface="Public Sans"/>
      <p:regular r:id="rId64"/>
      <p:bold r:id="rId65"/>
      <p:italic r:id="rId66"/>
      <p:boldItalic r:id="rId67"/>
    </p:embeddedFont>
    <p:embeddedFont>
      <p:font typeface="Syne"/>
      <p:regular r:id="rId68"/>
      <p:bold r:id="rId69"/>
    </p:embeddedFont>
    <p:embeddedFont>
      <p:font typeface="Public Sans SemiBold"/>
      <p:regular r:id="rId70"/>
      <p:bold r:id="rId71"/>
      <p:italic r:id="rId72"/>
      <p:boldItalic r:id="rId73"/>
    </p:embeddedFont>
    <p:embeddedFont>
      <p:font typeface="Public Sans Light"/>
      <p:regular r:id="rId74"/>
      <p:bold r:id="rId75"/>
      <p:italic r:id="rId76"/>
      <p:boldItalic r:id="rId7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9B5369F-8D34-4FD4-AC5F-F262BE0903B9}">
  <a:tblStyle styleId="{A9B5369F-8D34-4FD4-AC5F-F262BE0903B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PublicSansSemiBold-boldItalic.fntdata"/><Relationship Id="rId72" Type="http://schemas.openxmlformats.org/officeDocument/2006/relationships/font" Target="fonts/PublicSansSemiBold-italic.fntdata"/><Relationship Id="rId31" Type="http://schemas.openxmlformats.org/officeDocument/2006/relationships/slide" Target="slides/slide26.xml"/><Relationship Id="rId75" Type="http://schemas.openxmlformats.org/officeDocument/2006/relationships/font" Target="fonts/PublicSansLight-bold.fntdata"/><Relationship Id="rId30" Type="http://schemas.openxmlformats.org/officeDocument/2006/relationships/slide" Target="slides/slide25.xml"/><Relationship Id="rId74" Type="http://schemas.openxmlformats.org/officeDocument/2006/relationships/font" Target="fonts/PublicSansLight-regular.fntdata"/><Relationship Id="rId33" Type="http://schemas.openxmlformats.org/officeDocument/2006/relationships/slide" Target="slides/slide28.xml"/><Relationship Id="rId77" Type="http://schemas.openxmlformats.org/officeDocument/2006/relationships/font" Target="fonts/PublicSansLight-boldItalic.fntdata"/><Relationship Id="rId32" Type="http://schemas.openxmlformats.org/officeDocument/2006/relationships/slide" Target="slides/slide27.xml"/><Relationship Id="rId76" Type="http://schemas.openxmlformats.org/officeDocument/2006/relationships/font" Target="fonts/PublicSansLight-italic.fntdata"/><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font" Target="fonts/PublicSansSemiBold-bold.fntdata"/><Relationship Id="rId70" Type="http://schemas.openxmlformats.org/officeDocument/2006/relationships/font" Target="fonts/PublicSansSemiBold-regular.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PublicSansThin-italic.fntdata"/><Relationship Id="rId61" Type="http://schemas.openxmlformats.org/officeDocument/2006/relationships/font" Target="fonts/PublicSansThin-bold.fntdata"/><Relationship Id="rId20" Type="http://schemas.openxmlformats.org/officeDocument/2006/relationships/slide" Target="slides/slide15.xml"/><Relationship Id="rId64" Type="http://schemas.openxmlformats.org/officeDocument/2006/relationships/font" Target="fonts/PublicSans-regular.fntdata"/><Relationship Id="rId63" Type="http://schemas.openxmlformats.org/officeDocument/2006/relationships/font" Target="fonts/PublicSansThin-boldItalic.fntdata"/><Relationship Id="rId22" Type="http://schemas.openxmlformats.org/officeDocument/2006/relationships/slide" Target="slides/slide17.xml"/><Relationship Id="rId66" Type="http://schemas.openxmlformats.org/officeDocument/2006/relationships/font" Target="fonts/PublicSans-italic.fntdata"/><Relationship Id="rId21" Type="http://schemas.openxmlformats.org/officeDocument/2006/relationships/slide" Target="slides/slide16.xml"/><Relationship Id="rId65" Type="http://schemas.openxmlformats.org/officeDocument/2006/relationships/font" Target="fonts/PublicSans-bold.fntdata"/><Relationship Id="rId24" Type="http://schemas.openxmlformats.org/officeDocument/2006/relationships/slide" Target="slides/slide19.xml"/><Relationship Id="rId68" Type="http://schemas.openxmlformats.org/officeDocument/2006/relationships/font" Target="fonts/Syne-regular.fntdata"/><Relationship Id="rId23" Type="http://schemas.openxmlformats.org/officeDocument/2006/relationships/slide" Target="slides/slide18.xml"/><Relationship Id="rId67" Type="http://schemas.openxmlformats.org/officeDocument/2006/relationships/font" Target="fonts/PublicSans-boldItalic.fntdata"/><Relationship Id="rId60" Type="http://schemas.openxmlformats.org/officeDocument/2006/relationships/font" Target="fonts/PublicSansThin-regular.fntdata"/><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Syne-bold.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25c3cc03b7d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25c3cc03b7d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23ba18169a2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23ba18169a2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09023aeff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09023aeff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27cef81696f_1_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27cef81696f_1_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25dc0d4e71c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25dc0d4e71c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2763376859e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2763376859e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2763376859e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2763376859e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27cb583de55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27cb583de55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27cb583de55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27cb583de55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27cb583de55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27cb583de55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2763376859e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2763376859e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2763376859e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2763376859e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2763376859e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2763376859e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23ba18169a2_0_4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23ba18169a2_0_4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2763376859e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2763376859e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27629424e1c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27629424e1c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27739f9475d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27739f9475d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2763376859e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2763376859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2763376859e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2763376859e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2763376859e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2763376859e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2763376859e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2763376859e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27cb583de55_0_9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27cb583de55_0_9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27cef81696f_1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27cef81696f_1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two kinds of arrows you see here are the only ones we want to use.</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g27cef81696f_1_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3" name="Google Shape;673;g27cef81696f_1_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g27cef81696f_1_4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9" name="Google Shape;689;g27cef81696f_1_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g2763376859e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5" name="Google Shape;705;g2763376859e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27cb583de55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3" name="Google Shape;713;g27cb583de55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27cb583de55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2" name="Google Shape;722;g27cb583de55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27cb583de55_0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1" name="Google Shape;731;g27cb583de55_0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g23ba18169a2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7" name="Google Shape;747;g23ba18169a2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23ba18169a2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6" name="Google Shape;756;g23ba18169a2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g2763376859e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5" name="Google Shape;765;g2763376859e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Tricks like this are possible with the toolbox provided in this template. Make sure the idea you want to express is clear, Constructions like this can quickly go in a direction that confuses people. In this case there is a connection between two topics related to logistics. Neo4j creates a connection with the big outline node. Imagine a situation where you talk about a Case study then this slide could serve as a background slide that gives you space to introduce the specific case.</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2763376859e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3" name="Google Shape;773;g2763376859e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g2763376859e_0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1" name="Google Shape;781;g2763376859e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g2763376859e_0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2" name="Google Shape;792;g2763376859e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g23bae69a1cf_3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3" name="Google Shape;803;g23bae69a1cf_3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23bae69a1cf_3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1" name="Google Shape;811;g23bae69a1cf_3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g2763376859e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1" name="Google Shape;821;g2763376859e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g23bae69a1cf_3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4" name="Google Shape;834;g23bae69a1cf_3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g27cb583de55_0_9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2" name="Google Shape;842;g27cb583de55_0_9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g27cb583de55_0_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5" name="Google Shape;855;g27cb583de55_0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g27cb583de55_0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3" name="Google Shape;863;g27cb583de55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g27cb583de55_0_3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9" name="Google Shape;969;g27cb583de55_0_3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g27cb583de55_0_4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9" name="Google Shape;999;g27cb583de55_0_4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5" name="Shape 1035"/>
        <p:cNvGrpSpPr/>
        <p:nvPr/>
      </p:nvGrpSpPr>
      <p:grpSpPr>
        <a:xfrm>
          <a:off x="0" y="0"/>
          <a:ext cx="0" cy="0"/>
          <a:chOff x="0" y="0"/>
          <a:chExt cx="0" cy="0"/>
        </a:xfrm>
      </p:grpSpPr>
      <p:sp>
        <p:nvSpPr>
          <p:cNvPr id="1036" name="Google Shape;1036;g27cb583de55_0_4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7" name="Google Shape;1037;g27cb583de55_0_4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g27cb583de55_0_5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3" name="Google Shape;1063;g27cb583de55_0_5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g27cb583de55_0_8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6" name="Google Shape;1106;g27cb583de55_0_8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3" name="Shape 1123"/>
        <p:cNvGrpSpPr/>
        <p:nvPr/>
      </p:nvGrpSpPr>
      <p:grpSpPr>
        <a:xfrm>
          <a:off x="0" y="0"/>
          <a:ext cx="0" cy="0"/>
          <a:chOff x="0" y="0"/>
          <a:chExt cx="0" cy="0"/>
        </a:xfrm>
      </p:grpSpPr>
      <p:sp>
        <p:nvSpPr>
          <p:cNvPr id="1124" name="Google Shape;1124;g23bae69a1cf_3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5" name="Google Shape;1125;g23bae69a1cf_3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1" name="Shape 1131"/>
        <p:cNvGrpSpPr/>
        <p:nvPr/>
      </p:nvGrpSpPr>
      <p:grpSpPr>
        <a:xfrm>
          <a:off x="0" y="0"/>
          <a:ext cx="0" cy="0"/>
          <a:chOff x="0" y="0"/>
          <a:chExt cx="0" cy="0"/>
        </a:xfrm>
      </p:grpSpPr>
      <p:sp>
        <p:nvSpPr>
          <p:cNvPr id="1132" name="Google Shape;1132;g23ba18169a2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3" name="Google Shape;1133;g23ba18169a2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1" name="Shape 1191"/>
        <p:cNvGrpSpPr/>
        <p:nvPr/>
      </p:nvGrpSpPr>
      <p:grpSpPr>
        <a:xfrm>
          <a:off x="0" y="0"/>
          <a:ext cx="0" cy="0"/>
          <a:chOff x="0" y="0"/>
          <a:chExt cx="0" cy="0"/>
        </a:xfrm>
      </p:grpSpPr>
      <p:sp>
        <p:nvSpPr>
          <p:cNvPr id="1192" name="Google Shape;1192;g25dc0d4e71c_0_149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3" name="Google Shape;1193;g25dc0d4e71c_0_149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g25f0abfbe3f_0_1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1" name="Google Shape;1201;g25f0abfbe3f_0_1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These are all 82 possible forms that derive from the chosen metaball-forms with all possible mirrorings and rotations. You will notice that there is for example no 3-in-a-row-shape from top to down. This is due to the hexagonal grid the shapes are placed at. At this moment of development of the template its undecided if we should allow different rotations than 0, 60, 120, 180, 240, 300 degrees. At this point we want you to try to avoid different rotations for it would be nice if the system stays consistent.</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8" name="Shape 1288"/>
        <p:cNvGrpSpPr/>
        <p:nvPr/>
      </p:nvGrpSpPr>
      <p:grpSpPr>
        <a:xfrm>
          <a:off x="0" y="0"/>
          <a:ext cx="0" cy="0"/>
          <a:chOff x="0" y="0"/>
          <a:chExt cx="0" cy="0"/>
        </a:xfrm>
      </p:grpSpPr>
      <p:sp>
        <p:nvSpPr>
          <p:cNvPr id="1289" name="Google Shape;1289;g27cb583de55_0_6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0" name="Google Shape;1290;g27cb583de55_0_6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These are all 82 possible forms that derive from the chosen metaball-forms with all possible mirrorings and rotations. You will notice that there is for example no 3-in-a-row-shape from top to down. This is due to the hexagonal grid the shapes are placed at. At this moment of development of the template its undecided if we should allow different rotations than 0, 60, 120, 180, 240, 300 degrees. At this point we want you to try to avoid different rotations for it would be nice if the system stays consistent.</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3" name="Shape 1303"/>
        <p:cNvGrpSpPr/>
        <p:nvPr/>
      </p:nvGrpSpPr>
      <p:grpSpPr>
        <a:xfrm>
          <a:off x="0" y="0"/>
          <a:ext cx="0" cy="0"/>
          <a:chOff x="0" y="0"/>
          <a:chExt cx="0" cy="0"/>
        </a:xfrm>
      </p:grpSpPr>
      <p:sp>
        <p:nvSpPr>
          <p:cNvPr id="1304" name="Google Shape;1304;g27cb583de55_0_8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5" name="Google Shape;1305;g27cb583de55_0_8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These are all 82 possible forms that derive from the chosen metaball-forms with all possible mirrorings and rotations. You will notice that there is for example no 3-in-a-row-shape from top to down. This is due to the hexagonal grid the shapes are placed at. At this moment of development of the template its undecided if we should allow different rotations than 0, 60, 120, 180, 240, 300 degrees. At this point we want you to try to avoid different rotations for it would be nice if the system stays consistent.</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0" name="Shape 1330"/>
        <p:cNvGrpSpPr/>
        <p:nvPr/>
      </p:nvGrpSpPr>
      <p:grpSpPr>
        <a:xfrm>
          <a:off x="0" y="0"/>
          <a:ext cx="0" cy="0"/>
          <a:chOff x="0" y="0"/>
          <a:chExt cx="0" cy="0"/>
        </a:xfrm>
      </p:grpSpPr>
      <p:sp>
        <p:nvSpPr>
          <p:cNvPr id="1331" name="Google Shape;1331;g2763376859e_0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2" name="Google Shape;1332;g2763376859e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rt" type="title">
  <p:cSld name="TITLE">
    <p:bg>
      <p:bgPr>
        <a:solidFill>
          <a:schemeClr val="accent1"/>
        </a:solidFill>
      </p:bgPr>
    </p:bg>
    <p:spTree>
      <p:nvGrpSpPr>
        <p:cNvPr id="8" name="Shape 8"/>
        <p:cNvGrpSpPr/>
        <p:nvPr/>
      </p:nvGrpSpPr>
      <p:grpSpPr>
        <a:xfrm>
          <a:off x="0" y="0"/>
          <a:ext cx="0" cy="0"/>
          <a:chOff x="0" y="0"/>
          <a:chExt cx="0" cy="0"/>
        </a:xfrm>
      </p:grpSpPr>
      <p:sp>
        <p:nvSpPr>
          <p:cNvPr id="9" name="Google Shape;9;p2"/>
          <p:cNvSpPr/>
          <p:nvPr/>
        </p:nvSpPr>
        <p:spPr>
          <a:xfrm>
            <a:off x="5455549" y="-895025"/>
            <a:ext cx="5574221" cy="5100682"/>
          </a:xfrm>
          <a:custGeom>
            <a:rect b="b" l="l" r="r" t="t"/>
            <a:pathLst>
              <a:path extrusionOk="0" h="10696" w="11689">
                <a:moveTo>
                  <a:pt x="9550" y="0"/>
                </a:moveTo>
                <a:cubicBezTo>
                  <a:pt x="9191" y="0"/>
                  <a:pt x="8821" y="97"/>
                  <a:pt x="8484" y="285"/>
                </a:cubicBezTo>
                <a:cubicBezTo>
                  <a:pt x="8285" y="399"/>
                  <a:pt x="8108" y="553"/>
                  <a:pt x="7948" y="730"/>
                </a:cubicBezTo>
                <a:cubicBezTo>
                  <a:pt x="7301" y="1466"/>
                  <a:pt x="6579" y="1834"/>
                  <a:pt x="5856" y="1834"/>
                </a:cubicBezTo>
                <a:cubicBezTo>
                  <a:pt x="5135" y="1834"/>
                  <a:pt x="4413" y="1468"/>
                  <a:pt x="3764" y="736"/>
                </a:cubicBezTo>
                <a:cubicBezTo>
                  <a:pt x="3615" y="559"/>
                  <a:pt x="3433" y="411"/>
                  <a:pt x="3216" y="291"/>
                </a:cubicBezTo>
                <a:cubicBezTo>
                  <a:pt x="2903" y="103"/>
                  <a:pt x="2538" y="6"/>
                  <a:pt x="2150" y="6"/>
                </a:cubicBezTo>
                <a:cubicBezTo>
                  <a:pt x="1785" y="6"/>
                  <a:pt x="1415" y="97"/>
                  <a:pt x="1078" y="291"/>
                </a:cubicBezTo>
                <a:cubicBezTo>
                  <a:pt x="765" y="468"/>
                  <a:pt x="497" y="730"/>
                  <a:pt x="297" y="1072"/>
                </a:cubicBezTo>
                <a:cubicBezTo>
                  <a:pt x="109" y="1386"/>
                  <a:pt x="12" y="1750"/>
                  <a:pt x="12" y="2144"/>
                </a:cubicBezTo>
                <a:cubicBezTo>
                  <a:pt x="1" y="2497"/>
                  <a:pt x="92" y="2868"/>
                  <a:pt x="297" y="3204"/>
                </a:cubicBezTo>
                <a:cubicBezTo>
                  <a:pt x="474" y="3518"/>
                  <a:pt x="736" y="3786"/>
                  <a:pt x="1078" y="3985"/>
                </a:cubicBezTo>
                <a:cubicBezTo>
                  <a:pt x="1392" y="4173"/>
                  <a:pt x="1757" y="4270"/>
                  <a:pt x="2150" y="4270"/>
                </a:cubicBezTo>
                <a:cubicBezTo>
                  <a:pt x="2509" y="4270"/>
                  <a:pt x="2880" y="4179"/>
                  <a:pt x="3216" y="3985"/>
                </a:cubicBezTo>
                <a:cubicBezTo>
                  <a:pt x="3416" y="3871"/>
                  <a:pt x="3604" y="3723"/>
                  <a:pt x="3758" y="3546"/>
                </a:cubicBezTo>
                <a:cubicBezTo>
                  <a:pt x="4407" y="2812"/>
                  <a:pt x="5125" y="2448"/>
                  <a:pt x="5843" y="2448"/>
                </a:cubicBezTo>
                <a:cubicBezTo>
                  <a:pt x="6090" y="2448"/>
                  <a:pt x="6336" y="2491"/>
                  <a:pt x="6580" y="2577"/>
                </a:cubicBezTo>
                <a:cubicBezTo>
                  <a:pt x="7378" y="2851"/>
                  <a:pt x="7851" y="3666"/>
                  <a:pt x="7692" y="4493"/>
                </a:cubicBezTo>
                <a:cubicBezTo>
                  <a:pt x="7509" y="5485"/>
                  <a:pt x="6728" y="6186"/>
                  <a:pt x="5445" y="6454"/>
                </a:cubicBezTo>
                <a:cubicBezTo>
                  <a:pt x="5217" y="6494"/>
                  <a:pt x="4989" y="6579"/>
                  <a:pt x="4778" y="6705"/>
                </a:cubicBezTo>
                <a:cubicBezTo>
                  <a:pt x="4465" y="6882"/>
                  <a:pt x="4191" y="7144"/>
                  <a:pt x="3992" y="7486"/>
                </a:cubicBezTo>
                <a:cubicBezTo>
                  <a:pt x="3809" y="7800"/>
                  <a:pt x="3707" y="8164"/>
                  <a:pt x="3707" y="8558"/>
                </a:cubicBezTo>
                <a:cubicBezTo>
                  <a:pt x="3707" y="8917"/>
                  <a:pt x="3804" y="9288"/>
                  <a:pt x="3992" y="9624"/>
                </a:cubicBezTo>
                <a:cubicBezTo>
                  <a:pt x="4174" y="9937"/>
                  <a:pt x="4436" y="10211"/>
                  <a:pt x="4778" y="10411"/>
                </a:cubicBezTo>
                <a:cubicBezTo>
                  <a:pt x="5092" y="10593"/>
                  <a:pt x="5457" y="10696"/>
                  <a:pt x="5845" y="10696"/>
                </a:cubicBezTo>
                <a:cubicBezTo>
                  <a:pt x="6209" y="10696"/>
                  <a:pt x="6580" y="10599"/>
                  <a:pt x="6916" y="10411"/>
                </a:cubicBezTo>
                <a:cubicBezTo>
                  <a:pt x="7230" y="10228"/>
                  <a:pt x="7498" y="9966"/>
                  <a:pt x="7697" y="9624"/>
                </a:cubicBezTo>
                <a:cubicBezTo>
                  <a:pt x="7886" y="9310"/>
                  <a:pt x="7983" y="8945"/>
                  <a:pt x="7983" y="8558"/>
                </a:cubicBezTo>
                <a:cubicBezTo>
                  <a:pt x="7983" y="8318"/>
                  <a:pt x="7948" y="8090"/>
                  <a:pt x="7868" y="7862"/>
                </a:cubicBezTo>
                <a:cubicBezTo>
                  <a:pt x="7253" y="6004"/>
                  <a:pt x="8051" y="4618"/>
                  <a:pt x="9972" y="4236"/>
                </a:cubicBezTo>
                <a:cubicBezTo>
                  <a:pt x="10195" y="4191"/>
                  <a:pt x="10417" y="4105"/>
                  <a:pt x="10622" y="3991"/>
                </a:cubicBezTo>
                <a:cubicBezTo>
                  <a:pt x="10936" y="3814"/>
                  <a:pt x="11204" y="3552"/>
                  <a:pt x="11403" y="3210"/>
                </a:cubicBezTo>
                <a:cubicBezTo>
                  <a:pt x="11591" y="2896"/>
                  <a:pt x="11688" y="2532"/>
                  <a:pt x="11688" y="2138"/>
                </a:cubicBezTo>
                <a:cubicBezTo>
                  <a:pt x="11688" y="1779"/>
                  <a:pt x="11597" y="1408"/>
                  <a:pt x="11403" y="1072"/>
                </a:cubicBezTo>
                <a:cubicBezTo>
                  <a:pt x="11227" y="758"/>
                  <a:pt x="10964" y="485"/>
                  <a:pt x="10622" y="285"/>
                </a:cubicBezTo>
                <a:cubicBezTo>
                  <a:pt x="10309" y="103"/>
                  <a:pt x="9944" y="0"/>
                  <a:pt x="955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p2"/>
          <p:cNvSpPr/>
          <p:nvPr/>
        </p:nvSpPr>
        <p:spPr>
          <a:xfrm>
            <a:off x="-78325" y="3960368"/>
            <a:ext cx="5732812" cy="2103476"/>
          </a:xfrm>
          <a:custGeom>
            <a:rect b="b" l="l" r="r" t="t"/>
            <a:pathLst>
              <a:path extrusionOk="0" h="4289" w="11689">
                <a:moveTo>
                  <a:pt x="9550" y="1"/>
                </a:moveTo>
                <a:cubicBezTo>
                  <a:pt x="9186" y="1"/>
                  <a:pt x="8815" y="98"/>
                  <a:pt x="8484" y="286"/>
                </a:cubicBezTo>
                <a:cubicBezTo>
                  <a:pt x="8285" y="400"/>
                  <a:pt x="8097" y="554"/>
                  <a:pt x="7943" y="736"/>
                </a:cubicBezTo>
                <a:cubicBezTo>
                  <a:pt x="7291" y="1468"/>
                  <a:pt x="6566" y="1836"/>
                  <a:pt x="5842" y="1836"/>
                </a:cubicBezTo>
                <a:cubicBezTo>
                  <a:pt x="5122" y="1836"/>
                  <a:pt x="4403" y="1472"/>
                  <a:pt x="3758" y="742"/>
                </a:cubicBezTo>
                <a:cubicBezTo>
                  <a:pt x="3610" y="565"/>
                  <a:pt x="3422" y="417"/>
                  <a:pt x="3211" y="297"/>
                </a:cubicBezTo>
                <a:cubicBezTo>
                  <a:pt x="2897" y="109"/>
                  <a:pt x="2532" y="12"/>
                  <a:pt x="2139" y="12"/>
                </a:cubicBezTo>
                <a:cubicBezTo>
                  <a:pt x="1774" y="12"/>
                  <a:pt x="1403" y="103"/>
                  <a:pt x="1073" y="297"/>
                </a:cubicBezTo>
                <a:cubicBezTo>
                  <a:pt x="759" y="474"/>
                  <a:pt x="485" y="736"/>
                  <a:pt x="286" y="1078"/>
                </a:cubicBezTo>
                <a:cubicBezTo>
                  <a:pt x="104" y="1392"/>
                  <a:pt x="1" y="1757"/>
                  <a:pt x="1" y="2150"/>
                </a:cubicBezTo>
                <a:cubicBezTo>
                  <a:pt x="1" y="2509"/>
                  <a:pt x="92" y="2880"/>
                  <a:pt x="286" y="3216"/>
                </a:cubicBezTo>
                <a:cubicBezTo>
                  <a:pt x="463" y="3530"/>
                  <a:pt x="731" y="3803"/>
                  <a:pt x="1073" y="4003"/>
                </a:cubicBezTo>
                <a:cubicBezTo>
                  <a:pt x="1386" y="4185"/>
                  <a:pt x="1745" y="4288"/>
                  <a:pt x="2139" y="4288"/>
                </a:cubicBezTo>
                <a:cubicBezTo>
                  <a:pt x="2504" y="4288"/>
                  <a:pt x="2874" y="4191"/>
                  <a:pt x="3211" y="4003"/>
                </a:cubicBezTo>
                <a:cubicBezTo>
                  <a:pt x="3410" y="3889"/>
                  <a:pt x="3593" y="3735"/>
                  <a:pt x="3741" y="3558"/>
                </a:cubicBezTo>
                <a:cubicBezTo>
                  <a:pt x="4391" y="2825"/>
                  <a:pt x="5115" y="2459"/>
                  <a:pt x="5838" y="2459"/>
                </a:cubicBezTo>
                <a:cubicBezTo>
                  <a:pt x="6559" y="2459"/>
                  <a:pt x="7279" y="2824"/>
                  <a:pt x="7926" y="3553"/>
                </a:cubicBezTo>
                <a:cubicBezTo>
                  <a:pt x="8074" y="3729"/>
                  <a:pt x="8262" y="3878"/>
                  <a:pt x="8473" y="4003"/>
                </a:cubicBezTo>
                <a:cubicBezTo>
                  <a:pt x="8787" y="4185"/>
                  <a:pt x="9151" y="4288"/>
                  <a:pt x="9545" y="4288"/>
                </a:cubicBezTo>
                <a:cubicBezTo>
                  <a:pt x="9910" y="4288"/>
                  <a:pt x="10275" y="4191"/>
                  <a:pt x="10611" y="4003"/>
                </a:cubicBezTo>
                <a:cubicBezTo>
                  <a:pt x="10924" y="3821"/>
                  <a:pt x="11198" y="3558"/>
                  <a:pt x="11398" y="3216"/>
                </a:cubicBezTo>
                <a:cubicBezTo>
                  <a:pt x="11580" y="2903"/>
                  <a:pt x="11683" y="2538"/>
                  <a:pt x="11683" y="2150"/>
                </a:cubicBezTo>
                <a:cubicBezTo>
                  <a:pt x="11688" y="1779"/>
                  <a:pt x="11597" y="1415"/>
                  <a:pt x="11403" y="1073"/>
                </a:cubicBezTo>
                <a:cubicBezTo>
                  <a:pt x="11227" y="759"/>
                  <a:pt x="10959" y="485"/>
                  <a:pt x="10622" y="286"/>
                </a:cubicBezTo>
                <a:cubicBezTo>
                  <a:pt x="10309" y="103"/>
                  <a:pt x="9944" y="1"/>
                  <a:pt x="955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909908" y="1605476"/>
            <a:ext cx="7498200" cy="17460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rgbClr val="FFFFFF"/>
              </a:buClr>
              <a:buSzPts val="5600"/>
              <a:buFont typeface="Syne"/>
              <a:buNone/>
              <a:defRPr b="1" sz="5600">
                <a:solidFill>
                  <a:srgbClr val="FFFFFF"/>
                </a:solidFill>
                <a:latin typeface="Syne"/>
                <a:ea typeface="Syne"/>
                <a:cs typeface="Syne"/>
                <a:sym typeface="Syne"/>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922717" y="3457429"/>
            <a:ext cx="4206300" cy="883500"/>
          </a:xfrm>
          <a:prstGeom prst="rect">
            <a:avLst/>
          </a:prstGeom>
        </p:spPr>
        <p:txBody>
          <a:bodyPr anchorCtr="0" anchor="t" bIns="0" lIns="0" spcFirstLastPara="1" rIns="0" wrap="square" tIns="0">
            <a:noAutofit/>
          </a:bodyPr>
          <a:lstStyle>
            <a:lvl1pPr lvl="0">
              <a:spcBef>
                <a:spcPts val="0"/>
              </a:spcBef>
              <a:spcAft>
                <a:spcPts val="0"/>
              </a:spcAft>
              <a:buClr>
                <a:schemeClr val="accent4"/>
              </a:buClr>
              <a:buSzPts val="1600"/>
              <a:buNone/>
              <a:defRPr>
                <a:solidFill>
                  <a:schemeClr val="accent4"/>
                </a:solidFill>
              </a:defRPr>
            </a:lvl1pPr>
            <a:lvl2pPr lvl="1">
              <a:spcBef>
                <a:spcPts val="0"/>
              </a:spcBef>
              <a:spcAft>
                <a:spcPts val="0"/>
              </a:spcAft>
              <a:buSzPts val="1600"/>
              <a:buNone/>
              <a:defRPr/>
            </a:lvl2pPr>
            <a:lvl3pPr lvl="2">
              <a:spcBef>
                <a:spcPts val="0"/>
              </a:spcBef>
              <a:spcAft>
                <a:spcPts val="0"/>
              </a:spcAft>
              <a:buSzPts val="1600"/>
              <a:buNone/>
              <a:defRPr/>
            </a:lvl3pPr>
            <a:lvl4pPr lvl="3">
              <a:spcBef>
                <a:spcPts val="0"/>
              </a:spcBef>
              <a:spcAft>
                <a:spcPts val="0"/>
              </a:spcAft>
              <a:buSzPts val="1600"/>
              <a:buNone/>
              <a:defRPr/>
            </a:lvl4pPr>
            <a:lvl5pPr lvl="4">
              <a:spcBef>
                <a:spcPts val="0"/>
              </a:spcBef>
              <a:spcAft>
                <a:spcPts val="0"/>
              </a:spcAft>
              <a:buSzPts val="1600"/>
              <a:buNone/>
              <a:defRPr/>
            </a:lvl5pPr>
            <a:lvl6pPr lvl="5">
              <a:spcBef>
                <a:spcPts val="0"/>
              </a:spcBef>
              <a:spcAft>
                <a:spcPts val="0"/>
              </a:spcAft>
              <a:buSzPts val="1600"/>
              <a:buNone/>
              <a:defRPr/>
            </a:lvl6pPr>
            <a:lvl7pPr lvl="6">
              <a:spcBef>
                <a:spcPts val="0"/>
              </a:spcBef>
              <a:spcAft>
                <a:spcPts val="0"/>
              </a:spcAft>
              <a:buSzPts val="1600"/>
              <a:buNone/>
              <a:defRPr/>
            </a:lvl7pPr>
            <a:lvl8pPr lvl="7">
              <a:spcBef>
                <a:spcPts val="0"/>
              </a:spcBef>
              <a:spcAft>
                <a:spcPts val="0"/>
              </a:spcAft>
              <a:buSzPts val="1600"/>
              <a:buNone/>
              <a:defRPr/>
            </a:lvl8pPr>
            <a:lvl9pPr lvl="8">
              <a:spcBef>
                <a:spcPts val="0"/>
              </a:spcBef>
              <a:spcAft>
                <a:spcPts val="0"/>
              </a:spcAft>
              <a:buSzPts val="1600"/>
              <a:buNone/>
              <a:defRPr/>
            </a:lvl9pPr>
          </a:lstStyle>
          <a:p/>
        </p:txBody>
      </p:sp>
      <p:sp>
        <p:nvSpPr>
          <p:cNvPr id="13" name="Google Shape;13;p2"/>
          <p:cNvSpPr/>
          <p:nvPr/>
        </p:nvSpPr>
        <p:spPr>
          <a:xfrm>
            <a:off x="9042875" y="1928475"/>
            <a:ext cx="433500" cy="91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922711" y="686976"/>
            <a:ext cx="1041442" cy="342664"/>
            <a:chOff x="238125" y="1670525"/>
            <a:chExt cx="7113675" cy="2340600"/>
          </a:xfrm>
        </p:grpSpPr>
        <p:sp>
          <p:nvSpPr>
            <p:cNvPr id="15" name="Google Shape;15;p2"/>
            <p:cNvSpPr/>
            <p:nvPr/>
          </p:nvSpPr>
          <p:spPr>
            <a:xfrm>
              <a:off x="238125" y="1670525"/>
              <a:ext cx="7113675" cy="2340600"/>
            </a:xfrm>
            <a:custGeom>
              <a:rect b="b" l="l" r="r" t="t"/>
              <a:pathLst>
                <a:path extrusionOk="0" h="93624" w="284547">
                  <a:moveTo>
                    <a:pt x="275962" y="0"/>
                  </a:moveTo>
                  <a:cubicBezTo>
                    <a:pt x="274498" y="0"/>
                    <a:pt x="273035" y="390"/>
                    <a:pt x="271669" y="1171"/>
                  </a:cubicBezTo>
                  <a:cubicBezTo>
                    <a:pt x="270401" y="1886"/>
                    <a:pt x="269295" y="2959"/>
                    <a:pt x="268515" y="4293"/>
                  </a:cubicBezTo>
                  <a:cubicBezTo>
                    <a:pt x="267799" y="5561"/>
                    <a:pt x="267376" y="7024"/>
                    <a:pt x="267376" y="8585"/>
                  </a:cubicBezTo>
                  <a:cubicBezTo>
                    <a:pt x="267376" y="10049"/>
                    <a:pt x="267734" y="11544"/>
                    <a:pt x="268515" y="12878"/>
                  </a:cubicBezTo>
                  <a:cubicBezTo>
                    <a:pt x="269263" y="14146"/>
                    <a:pt x="270303" y="15252"/>
                    <a:pt x="271669" y="16032"/>
                  </a:cubicBezTo>
                  <a:cubicBezTo>
                    <a:pt x="272937" y="16780"/>
                    <a:pt x="274401" y="17170"/>
                    <a:pt x="275962" y="17170"/>
                  </a:cubicBezTo>
                  <a:cubicBezTo>
                    <a:pt x="277425" y="17170"/>
                    <a:pt x="278888" y="16813"/>
                    <a:pt x="280254" y="16032"/>
                  </a:cubicBezTo>
                  <a:cubicBezTo>
                    <a:pt x="281522" y="15317"/>
                    <a:pt x="282628" y="14244"/>
                    <a:pt x="283409" y="12878"/>
                  </a:cubicBezTo>
                  <a:cubicBezTo>
                    <a:pt x="284124" y="11642"/>
                    <a:pt x="284547" y="10179"/>
                    <a:pt x="284547" y="8585"/>
                  </a:cubicBezTo>
                  <a:cubicBezTo>
                    <a:pt x="284547" y="7154"/>
                    <a:pt x="284189" y="5658"/>
                    <a:pt x="283409" y="4293"/>
                  </a:cubicBezTo>
                  <a:cubicBezTo>
                    <a:pt x="282661" y="3024"/>
                    <a:pt x="281620" y="1951"/>
                    <a:pt x="280254" y="1171"/>
                  </a:cubicBezTo>
                  <a:cubicBezTo>
                    <a:pt x="278986" y="423"/>
                    <a:pt x="277523" y="0"/>
                    <a:pt x="275962" y="0"/>
                  </a:cubicBezTo>
                  <a:close/>
                  <a:moveTo>
                    <a:pt x="8585" y="46731"/>
                  </a:moveTo>
                  <a:cubicBezTo>
                    <a:pt x="7122" y="46731"/>
                    <a:pt x="5658" y="47088"/>
                    <a:pt x="4293" y="47869"/>
                  </a:cubicBezTo>
                  <a:cubicBezTo>
                    <a:pt x="3024" y="48584"/>
                    <a:pt x="1919" y="49657"/>
                    <a:pt x="1138" y="51023"/>
                  </a:cubicBezTo>
                  <a:cubicBezTo>
                    <a:pt x="423" y="52291"/>
                    <a:pt x="0" y="53755"/>
                    <a:pt x="0" y="55316"/>
                  </a:cubicBezTo>
                  <a:cubicBezTo>
                    <a:pt x="0" y="56779"/>
                    <a:pt x="358" y="58242"/>
                    <a:pt x="1138" y="59608"/>
                  </a:cubicBezTo>
                  <a:cubicBezTo>
                    <a:pt x="1886" y="60877"/>
                    <a:pt x="2927" y="61950"/>
                    <a:pt x="4293" y="62730"/>
                  </a:cubicBezTo>
                  <a:cubicBezTo>
                    <a:pt x="5561" y="63478"/>
                    <a:pt x="7024" y="63901"/>
                    <a:pt x="8585" y="63901"/>
                  </a:cubicBezTo>
                  <a:cubicBezTo>
                    <a:pt x="9528" y="63901"/>
                    <a:pt x="10471" y="63738"/>
                    <a:pt x="11349" y="63446"/>
                  </a:cubicBezTo>
                  <a:cubicBezTo>
                    <a:pt x="13037" y="62876"/>
                    <a:pt x="14625" y="62598"/>
                    <a:pt x="16090" y="62598"/>
                  </a:cubicBezTo>
                  <a:cubicBezTo>
                    <a:pt x="18971" y="62598"/>
                    <a:pt x="21375" y="63674"/>
                    <a:pt x="23121" y="65722"/>
                  </a:cubicBezTo>
                  <a:cubicBezTo>
                    <a:pt x="25365" y="68291"/>
                    <a:pt x="25365" y="72031"/>
                    <a:pt x="23154" y="74632"/>
                  </a:cubicBezTo>
                  <a:cubicBezTo>
                    <a:pt x="21372" y="76675"/>
                    <a:pt x="18952" y="77759"/>
                    <a:pt x="16057" y="77759"/>
                  </a:cubicBezTo>
                  <a:cubicBezTo>
                    <a:pt x="14620" y="77759"/>
                    <a:pt x="13065" y="77492"/>
                    <a:pt x="11414" y="76941"/>
                  </a:cubicBezTo>
                  <a:cubicBezTo>
                    <a:pt x="10536" y="76616"/>
                    <a:pt x="9561" y="76453"/>
                    <a:pt x="8585" y="76453"/>
                  </a:cubicBezTo>
                  <a:cubicBezTo>
                    <a:pt x="7122" y="76453"/>
                    <a:pt x="5658" y="76844"/>
                    <a:pt x="4293" y="77624"/>
                  </a:cubicBezTo>
                  <a:cubicBezTo>
                    <a:pt x="3024" y="78339"/>
                    <a:pt x="1919" y="79413"/>
                    <a:pt x="1138" y="80746"/>
                  </a:cubicBezTo>
                  <a:cubicBezTo>
                    <a:pt x="423" y="82014"/>
                    <a:pt x="0" y="83478"/>
                    <a:pt x="0" y="85038"/>
                  </a:cubicBezTo>
                  <a:cubicBezTo>
                    <a:pt x="0" y="86502"/>
                    <a:pt x="358" y="87998"/>
                    <a:pt x="1138" y="89331"/>
                  </a:cubicBezTo>
                  <a:cubicBezTo>
                    <a:pt x="1886" y="90599"/>
                    <a:pt x="2927" y="91705"/>
                    <a:pt x="4293" y="92485"/>
                  </a:cubicBezTo>
                  <a:cubicBezTo>
                    <a:pt x="5561" y="93201"/>
                    <a:pt x="7024" y="93624"/>
                    <a:pt x="8585" y="93624"/>
                  </a:cubicBezTo>
                  <a:cubicBezTo>
                    <a:pt x="10049" y="93624"/>
                    <a:pt x="11512" y="93266"/>
                    <a:pt x="12878" y="92485"/>
                  </a:cubicBezTo>
                  <a:cubicBezTo>
                    <a:pt x="14146" y="91770"/>
                    <a:pt x="15252" y="90697"/>
                    <a:pt x="16032" y="89331"/>
                  </a:cubicBezTo>
                  <a:cubicBezTo>
                    <a:pt x="16487" y="88551"/>
                    <a:pt x="16813" y="87640"/>
                    <a:pt x="17008" y="86697"/>
                  </a:cubicBezTo>
                  <a:cubicBezTo>
                    <a:pt x="18217" y="80726"/>
                    <a:pt x="21828" y="77468"/>
                    <a:pt x="26871" y="77468"/>
                  </a:cubicBezTo>
                  <a:cubicBezTo>
                    <a:pt x="28337" y="77468"/>
                    <a:pt x="29925" y="77743"/>
                    <a:pt x="31609" y="78307"/>
                  </a:cubicBezTo>
                  <a:cubicBezTo>
                    <a:pt x="32455" y="78600"/>
                    <a:pt x="33398" y="78762"/>
                    <a:pt x="34341" y="78762"/>
                  </a:cubicBezTo>
                  <a:cubicBezTo>
                    <a:pt x="35804" y="78762"/>
                    <a:pt x="37267" y="78372"/>
                    <a:pt x="38633" y="77592"/>
                  </a:cubicBezTo>
                  <a:cubicBezTo>
                    <a:pt x="39902" y="76876"/>
                    <a:pt x="41007" y="75835"/>
                    <a:pt x="41788" y="74470"/>
                  </a:cubicBezTo>
                  <a:cubicBezTo>
                    <a:pt x="42503" y="73201"/>
                    <a:pt x="42926" y="71738"/>
                    <a:pt x="42926" y="70177"/>
                  </a:cubicBezTo>
                  <a:cubicBezTo>
                    <a:pt x="42926" y="68714"/>
                    <a:pt x="42568" y="67250"/>
                    <a:pt x="41788" y="65885"/>
                  </a:cubicBezTo>
                  <a:cubicBezTo>
                    <a:pt x="41040" y="64616"/>
                    <a:pt x="39999" y="63511"/>
                    <a:pt x="38633" y="62730"/>
                  </a:cubicBezTo>
                  <a:cubicBezTo>
                    <a:pt x="37365" y="62015"/>
                    <a:pt x="35902" y="61592"/>
                    <a:pt x="34341" y="61592"/>
                  </a:cubicBezTo>
                  <a:cubicBezTo>
                    <a:pt x="33430" y="61592"/>
                    <a:pt x="32487" y="61722"/>
                    <a:pt x="31577" y="62047"/>
                  </a:cubicBezTo>
                  <a:cubicBezTo>
                    <a:pt x="29899" y="62611"/>
                    <a:pt x="28320" y="62886"/>
                    <a:pt x="26860" y="62886"/>
                  </a:cubicBezTo>
                  <a:cubicBezTo>
                    <a:pt x="21839" y="62886"/>
                    <a:pt x="18242" y="59629"/>
                    <a:pt x="17008" y="53657"/>
                  </a:cubicBezTo>
                  <a:cubicBezTo>
                    <a:pt x="16845" y="52747"/>
                    <a:pt x="16520" y="51869"/>
                    <a:pt x="16032" y="51023"/>
                  </a:cubicBezTo>
                  <a:cubicBezTo>
                    <a:pt x="15284" y="49755"/>
                    <a:pt x="14244" y="48649"/>
                    <a:pt x="12878" y="47869"/>
                  </a:cubicBezTo>
                  <a:cubicBezTo>
                    <a:pt x="11610" y="47153"/>
                    <a:pt x="10146" y="46731"/>
                    <a:pt x="8585" y="4673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973050" y="1979175"/>
              <a:ext cx="6289325" cy="2001050"/>
            </a:xfrm>
            <a:custGeom>
              <a:rect b="b" l="l" r="r" t="t"/>
              <a:pathLst>
                <a:path extrusionOk="0" h="80042" w="251573">
                  <a:moveTo>
                    <a:pt x="85007" y="16531"/>
                  </a:moveTo>
                  <a:cubicBezTo>
                    <a:pt x="93430" y="16531"/>
                    <a:pt x="100291" y="21052"/>
                    <a:pt x="102275" y="29507"/>
                  </a:cubicBezTo>
                  <a:lnTo>
                    <a:pt x="67837" y="29507"/>
                  </a:lnTo>
                  <a:cubicBezTo>
                    <a:pt x="69853" y="21182"/>
                    <a:pt x="76584" y="16531"/>
                    <a:pt x="85007" y="16531"/>
                  </a:cubicBezTo>
                  <a:close/>
                  <a:moveTo>
                    <a:pt x="213850" y="9800"/>
                  </a:moveTo>
                  <a:cubicBezTo>
                    <a:pt x="214273" y="9800"/>
                    <a:pt x="214598" y="9800"/>
                    <a:pt x="214793" y="9897"/>
                  </a:cubicBezTo>
                  <a:cubicBezTo>
                    <a:pt x="215346" y="9995"/>
                    <a:pt x="216581" y="10645"/>
                    <a:pt x="216581" y="12336"/>
                  </a:cubicBezTo>
                  <a:lnTo>
                    <a:pt x="216581" y="44661"/>
                  </a:lnTo>
                  <a:lnTo>
                    <a:pt x="191509" y="44661"/>
                  </a:lnTo>
                  <a:cubicBezTo>
                    <a:pt x="190143" y="44661"/>
                    <a:pt x="189005" y="43490"/>
                    <a:pt x="189005" y="42124"/>
                  </a:cubicBezTo>
                  <a:cubicBezTo>
                    <a:pt x="189005" y="41604"/>
                    <a:pt x="189102" y="41084"/>
                    <a:pt x="189428" y="40661"/>
                  </a:cubicBezTo>
                  <a:lnTo>
                    <a:pt x="211866" y="10840"/>
                  </a:lnTo>
                  <a:cubicBezTo>
                    <a:pt x="212484" y="9995"/>
                    <a:pt x="213232" y="9800"/>
                    <a:pt x="213850" y="9800"/>
                  </a:cubicBezTo>
                  <a:close/>
                  <a:moveTo>
                    <a:pt x="146339" y="16531"/>
                  </a:moveTo>
                  <a:cubicBezTo>
                    <a:pt x="157071" y="16531"/>
                    <a:pt x="164225" y="24108"/>
                    <a:pt x="164225" y="34742"/>
                  </a:cubicBezTo>
                  <a:cubicBezTo>
                    <a:pt x="164225" y="45409"/>
                    <a:pt x="156973" y="52986"/>
                    <a:pt x="146339" y="52986"/>
                  </a:cubicBezTo>
                  <a:cubicBezTo>
                    <a:pt x="135575" y="52986"/>
                    <a:pt x="128421" y="45409"/>
                    <a:pt x="128421" y="34742"/>
                  </a:cubicBezTo>
                  <a:cubicBezTo>
                    <a:pt x="128421" y="24108"/>
                    <a:pt x="135575" y="16531"/>
                    <a:pt x="146339" y="16531"/>
                  </a:cubicBezTo>
                  <a:close/>
                  <a:moveTo>
                    <a:pt x="25691" y="7263"/>
                  </a:moveTo>
                  <a:cubicBezTo>
                    <a:pt x="10309" y="7263"/>
                    <a:pt x="1" y="16304"/>
                    <a:pt x="1" y="33799"/>
                  </a:cubicBezTo>
                  <a:lnTo>
                    <a:pt x="1" y="45929"/>
                  </a:lnTo>
                  <a:cubicBezTo>
                    <a:pt x="1594" y="45279"/>
                    <a:pt x="3285" y="44953"/>
                    <a:pt x="4944" y="44953"/>
                  </a:cubicBezTo>
                  <a:cubicBezTo>
                    <a:pt x="6732" y="44953"/>
                    <a:pt x="8456" y="45311"/>
                    <a:pt x="10017" y="45994"/>
                  </a:cubicBezTo>
                  <a:lnTo>
                    <a:pt x="10017" y="33702"/>
                  </a:lnTo>
                  <a:cubicBezTo>
                    <a:pt x="10017" y="22320"/>
                    <a:pt x="16228" y="16531"/>
                    <a:pt x="25691" y="16531"/>
                  </a:cubicBezTo>
                  <a:cubicBezTo>
                    <a:pt x="35187" y="16531"/>
                    <a:pt x="41398" y="22320"/>
                    <a:pt x="41398" y="33702"/>
                  </a:cubicBezTo>
                  <a:lnTo>
                    <a:pt x="41398" y="60985"/>
                  </a:lnTo>
                  <a:lnTo>
                    <a:pt x="51414" y="60985"/>
                  </a:lnTo>
                  <a:lnTo>
                    <a:pt x="51414" y="33702"/>
                  </a:lnTo>
                  <a:cubicBezTo>
                    <a:pt x="51512" y="16109"/>
                    <a:pt x="41073" y="7263"/>
                    <a:pt x="25691" y="7263"/>
                  </a:cubicBezTo>
                  <a:close/>
                  <a:moveTo>
                    <a:pt x="84910" y="7166"/>
                  </a:moveTo>
                  <a:cubicBezTo>
                    <a:pt x="68487" y="7166"/>
                    <a:pt x="56878" y="18840"/>
                    <a:pt x="56878" y="34742"/>
                  </a:cubicBezTo>
                  <a:cubicBezTo>
                    <a:pt x="56878" y="50677"/>
                    <a:pt x="68585" y="62351"/>
                    <a:pt x="85007" y="62351"/>
                  </a:cubicBezTo>
                  <a:cubicBezTo>
                    <a:pt x="97137" y="62351"/>
                    <a:pt x="106600" y="56140"/>
                    <a:pt x="110600" y="46352"/>
                  </a:cubicBezTo>
                  <a:lnTo>
                    <a:pt x="99543" y="46352"/>
                  </a:lnTo>
                  <a:cubicBezTo>
                    <a:pt x="96487" y="50872"/>
                    <a:pt x="91771" y="52986"/>
                    <a:pt x="85007" y="52986"/>
                  </a:cubicBezTo>
                  <a:cubicBezTo>
                    <a:pt x="75967" y="52986"/>
                    <a:pt x="69007" y="47815"/>
                    <a:pt x="67544" y="38449"/>
                  </a:cubicBezTo>
                  <a:lnTo>
                    <a:pt x="112714" y="38449"/>
                  </a:lnTo>
                  <a:lnTo>
                    <a:pt x="112714" y="34742"/>
                  </a:lnTo>
                  <a:cubicBezTo>
                    <a:pt x="112714" y="18840"/>
                    <a:pt x="101332" y="7166"/>
                    <a:pt x="84910" y="7166"/>
                  </a:cubicBezTo>
                  <a:close/>
                  <a:moveTo>
                    <a:pt x="146209" y="7166"/>
                  </a:moveTo>
                  <a:cubicBezTo>
                    <a:pt x="129787" y="7166"/>
                    <a:pt x="118210" y="18840"/>
                    <a:pt x="118210" y="34742"/>
                  </a:cubicBezTo>
                  <a:cubicBezTo>
                    <a:pt x="118210" y="50677"/>
                    <a:pt x="129787" y="62351"/>
                    <a:pt x="146209" y="62351"/>
                  </a:cubicBezTo>
                  <a:cubicBezTo>
                    <a:pt x="162664" y="62351"/>
                    <a:pt x="174241" y="50677"/>
                    <a:pt x="174241" y="34742"/>
                  </a:cubicBezTo>
                  <a:cubicBezTo>
                    <a:pt x="174241" y="18840"/>
                    <a:pt x="162664" y="7166"/>
                    <a:pt x="146209" y="7166"/>
                  </a:cubicBezTo>
                  <a:close/>
                  <a:moveTo>
                    <a:pt x="214056" y="0"/>
                  </a:moveTo>
                  <a:cubicBezTo>
                    <a:pt x="210153" y="0"/>
                    <a:pt x="206401" y="1835"/>
                    <a:pt x="203964" y="5150"/>
                  </a:cubicBezTo>
                  <a:lnTo>
                    <a:pt x="181103" y="35165"/>
                  </a:lnTo>
                  <a:cubicBezTo>
                    <a:pt x="178338" y="38872"/>
                    <a:pt x="177818" y="43295"/>
                    <a:pt x="179704" y="47100"/>
                  </a:cubicBezTo>
                  <a:cubicBezTo>
                    <a:pt x="181720" y="51100"/>
                    <a:pt x="186143" y="53604"/>
                    <a:pt x="191216" y="53604"/>
                  </a:cubicBezTo>
                  <a:lnTo>
                    <a:pt x="216581" y="53604"/>
                  </a:lnTo>
                  <a:lnTo>
                    <a:pt x="216581" y="66059"/>
                  </a:lnTo>
                  <a:lnTo>
                    <a:pt x="226598" y="66059"/>
                  </a:lnTo>
                  <a:lnTo>
                    <a:pt x="226598" y="53734"/>
                  </a:lnTo>
                  <a:lnTo>
                    <a:pt x="234175" y="53734"/>
                  </a:lnTo>
                  <a:lnTo>
                    <a:pt x="234175" y="44758"/>
                  </a:lnTo>
                  <a:lnTo>
                    <a:pt x="226598" y="44758"/>
                  </a:lnTo>
                  <a:lnTo>
                    <a:pt x="226598" y="12629"/>
                  </a:lnTo>
                  <a:cubicBezTo>
                    <a:pt x="226598" y="7036"/>
                    <a:pt x="223248" y="2320"/>
                    <a:pt x="217980" y="629"/>
                  </a:cubicBezTo>
                  <a:cubicBezTo>
                    <a:pt x="216684" y="206"/>
                    <a:pt x="215362" y="0"/>
                    <a:pt x="214056" y="0"/>
                  </a:cubicBezTo>
                  <a:close/>
                  <a:moveTo>
                    <a:pt x="241557" y="8954"/>
                  </a:moveTo>
                  <a:lnTo>
                    <a:pt x="241557" y="61083"/>
                  </a:lnTo>
                  <a:cubicBezTo>
                    <a:pt x="241557" y="68563"/>
                    <a:pt x="239150" y="71424"/>
                    <a:pt x="232711" y="71424"/>
                  </a:cubicBezTo>
                  <a:lnTo>
                    <a:pt x="231541" y="71424"/>
                  </a:lnTo>
                  <a:lnTo>
                    <a:pt x="231541" y="80042"/>
                  </a:lnTo>
                  <a:lnTo>
                    <a:pt x="233654" y="80042"/>
                  </a:lnTo>
                  <a:cubicBezTo>
                    <a:pt x="246500" y="80042"/>
                    <a:pt x="251573" y="73408"/>
                    <a:pt x="251573" y="60465"/>
                  </a:cubicBezTo>
                  <a:lnTo>
                    <a:pt x="251573" y="8954"/>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extLst>
    <p:ext uri="{DCECCB84-F9BA-43D5-87BE-67443E8EF086}">
      <p15:sldGuideLst>
        <p15:guide id="1" pos="573">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bright 1">
  <p:cSld name="TITLE_1">
    <p:bg>
      <p:bgPr>
        <a:solidFill>
          <a:schemeClr val="dk2"/>
        </a:solidFill>
      </p:bgPr>
    </p:bg>
    <p:spTree>
      <p:nvGrpSpPr>
        <p:cNvPr id="17" name="Shape 17"/>
        <p:cNvGrpSpPr/>
        <p:nvPr/>
      </p:nvGrpSpPr>
      <p:grpSpPr>
        <a:xfrm>
          <a:off x="0" y="0"/>
          <a:ext cx="0" cy="0"/>
          <a:chOff x="0" y="0"/>
          <a:chExt cx="0" cy="0"/>
        </a:xfrm>
      </p:grpSpPr>
      <p:sp>
        <p:nvSpPr>
          <p:cNvPr id="18" name="Google Shape;18;p3"/>
          <p:cNvSpPr/>
          <p:nvPr/>
        </p:nvSpPr>
        <p:spPr>
          <a:xfrm rot="10800000">
            <a:off x="496263" y="-453274"/>
            <a:ext cx="2787125" cy="2550328"/>
          </a:xfrm>
          <a:custGeom>
            <a:rect b="b" l="l" r="r" t="t"/>
            <a:pathLst>
              <a:path extrusionOk="0" h="10696" w="11689">
                <a:moveTo>
                  <a:pt x="9550" y="0"/>
                </a:moveTo>
                <a:cubicBezTo>
                  <a:pt x="9191" y="0"/>
                  <a:pt x="8821" y="97"/>
                  <a:pt x="8484" y="285"/>
                </a:cubicBezTo>
                <a:cubicBezTo>
                  <a:pt x="8285" y="399"/>
                  <a:pt x="8108" y="553"/>
                  <a:pt x="7948" y="730"/>
                </a:cubicBezTo>
                <a:cubicBezTo>
                  <a:pt x="7301" y="1466"/>
                  <a:pt x="6579" y="1834"/>
                  <a:pt x="5856" y="1834"/>
                </a:cubicBezTo>
                <a:cubicBezTo>
                  <a:pt x="5135" y="1834"/>
                  <a:pt x="4413" y="1468"/>
                  <a:pt x="3764" y="736"/>
                </a:cubicBezTo>
                <a:cubicBezTo>
                  <a:pt x="3615" y="559"/>
                  <a:pt x="3433" y="411"/>
                  <a:pt x="3216" y="291"/>
                </a:cubicBezTo>
                <a:cubicBezTo>
                  <a:pt x="2903" y="103"/>
                  <a:pt x="2538" y="6"/>
                  <a:pt x="2150" y="6"/>
                </a:cubicBezTo>
                <a:cubicBezTo>
                  <a:pt x="1785" y="6"/>
                  <a:pt x="1415" y="97"/>
                  <a:pt x="1078" y="291"/>
                </a:cubicBezTo>
                <a:cubicBezTo>
                  <a:pt x="765" y="468"/>
                  <a:pt x="497" y="730"/>
                  <a:pt x="297" y="1072"/>
                </a:cubicBezTo>
                <a:cubicBezTo>
                  <a:pt x="109" y="1386"/>
                  <a:pt x="12" y="1750"/>
                  <a:pt x="12" y="2144"/>
                </a:cubicBezTo>
                <a:cubicBezTo>
                  <a:pt x="1" y="2497"/>
                  <a:pt x="92" y="2868"/>
                  <a:pt x="297" y="3204"/>
                </a:cubicBezTo>
                <a:cubicBezTo>
                  <a:pt x="474" y="3518"/>
                  <a:pt x="736" y="3786"/>
                  <a:pt x="1078" y="3985"/>
                </a:cubicBezTo>
                <a:cubicBezTo>
                  <a:pt x="1392" y="4173"/>
                  <a:pt x="1757" y="4270"/>
                  <a:pt x="2150" y="4270"/>
                </a:cubicBezTo>
                <a:cubicBezTo>
                  <a:pt x="2509" y="4270"/>
                  <a:pt x="2880" y="4179"/>
                  <a:pt x="3216" y="3985"/>
                </a:cubicBezTo>
                <a:cubicBezTo>
                  <a:pt x="3416" y="3871"/>
                  <a:pt x="3604" y="3723"/>
                  <a:pt x="3758" y="3546"/>
                </a:cubicBezTo>
                <a:cubicBezTo>
                  <a:pt x="4407" y="2812"/>
                  <a:pt x="5125" y="2448"/>
                  <a:pt x="5843" y="2448"/>
                </a:cubicBezTo>
                <a:cubicBezTo>
                  <a:pt x="6090" y="2448"/>
                  <a:pt x="6336" y="2491"/>
                  <a:pt x="6580" y="2577"/>
                </a:cubicBezTo>
                <a:cubicBezTo>
                  <a:pt x="7378" y="2851"/>
                  <a:pt x="7851" y="3666"/>
                  <a:pt x="7692" y="4493"/>
                </a:cubicBezTo>
                <a:cubicBezTo>
                  <a:pt x="7509" y="5485"/>
                  <a:pt x="6728" y="6186"/>
                  <a:pt x="5445" y="6454"/>
                </a:cubicBezTo>
                <a:cubicBezTo>
                  <a:pt x="5217" y="6494"/>
                  <a:pt x="4989" y="6579"/>
                  <a:pt x="4778" y="6705"/>
                </a:cubicBezTo>
                <a:cubicBezTo>
                  <a:pt x="4465" y="6882"/>
                  <a:pt x="4191" y="7144"/>
                  <a:pt x="3992" y="7486"/>
                </a:cubicBezTo>
                <a:cubicBezTo>
                  <a:pt x="3809" y="7800"/>
                  <a:pt x="3707" y="8164"/>
                  <a:pt x="3707" y="8558"/>
                </a:cubicBezTo>
                <a:cubicBezTo>
                  <a:pt x="3707" y="8917"/>
                  <a:pt x="3804" y="9288"/>
                  <a:pt x="3992" y="9624"/>
                </a:cubicBezTo>
                <a:cubicBezTo>
                  <a:pt x="4174" y="9937"/>
                  <a:pt x="4436" y="10211"/>
                  <a:pt x="4778" y="10411"/>
                </a:cubicBezTo>
                <a:cubicBezTo>
                  <a:pt x="5092" y="10593"/>
                  <a:pt x="5457" y="10696"/>
                  <a:pt x="5845" y="10696"/>
                </a:cubicBezTo>
                <a:cubicBezTo>
                  <a:pt x="6209" y="10696"/>
                  <a:pt x="6580" y="10599"/>
                  <a:pt x="6916" y="10411"/>
                </a:cubicBezTo>
                <a:cubicBezTo>
                  <a:pt x="7230" y="10228"/>
                  <a:pt x="7498" y="9966"/>
                  <a:pt x="7697" y="9624"/>
                </a:cubicBezTo>
                <a:cubicBezTo>
                  <a:pt x="7886" y="9310"/>
                  <a:pt x="7983" y="8945"/>
                  <a:pt x="7983" y="8558"/>
                </a:cubicBezTo>
                <a:cubicBezTo>
                  <a:pt x="7983" y="8318"/>
                  <a:pt x="7948" y="8090"/>
                  <a:pt x="7868" y="7862"/>
                </a:cubicBezTo>
                <a:cubicBezTo>
                  <a:pt x="7253" y="6004"/>
                  <a:pt x="8051" y="4618"/>
                  <a:pt x="9972" y="4236"/>
                </a:cubicBezTo>
                <a:cubicBezTo>
                  <a:pt x="10195" y="4191"/>
                  <a:pt x="10417" y="4105"/>
                  <a:pt x="10622" y="3991"/>
                </a:cubicBezTo>
                <a:cubicBezTo>
                  <a:pt x="10936" y="3814"/>
                  <a:pt x="11204" y="3552"/>
                  <a:pt x="11403" y="3210"/>
                </a:cubicBezTo>
                <a:cubicBezTo>
                  <a:pt x="11591" y="2896"/>
                  <a:pt x="11688" y="2532"/>
                  <a:pt x="11688" y="2138"/>
                </a:cubicBezTo>
                <a:cubicBezTo>
                  <a:pt x="11688" y="1779"/>
                  <a:pt x="11597" y="1408"/>
                  <a:pt x="11403" y="1072"/>
                </a:cubicBezTo>
                <a:cubicBezTo>
                  <a:pt x="11227" y="758"/>
                  <a:pt x="10964" y="485"/>
                  <a:pt x="10622" y="285"/>
                </a:cubicBezTo>
                <a:cubicBezTo>
                  <a:pt x="10309" y="103"/>
                  <a:pt x="9944" y="0"/>
                  <a:pt x="955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flipH="1" rot="-7199983">
            <a:off x="6654375" y="1467217"/>
            <a:ext cx="4620025" cy="2588461"/>
          </a:xfrm>
          <a:custGeom>
            <a:rect b="b" l="l" r="r" t="t"/>
            <a:pathLst>
              <a:path extrusionOk="0" h="8966" w="16003">
                <a:moveTo>
                  <a:pt x="7990" y="1"/>
                </a:moveTo>
                <a:cubicBezTo>
                  <a:pt x="7680" y="1"/>
                  <a:pt x="7382" y="72"/>
                  <a:pt x="7097" y="239"/>
                </a:cubicBezTo>
                <a:cubicBezTo>
                  <a:pt x="6942" y="322"/>
                  <a:pt x="6775" y="465"/>
                  <a:pt x="6656" y="608"/>
                </a:cubicBezTo>
                <a:cubicBezTo>
                  <a:pt x="6113" y="1228"/>
                  <a:pt x="5504" y="1538"/>
                  <a:pt x="4896" y="1538"/>
                </a:cubicBezTo>
                <a:cubicBezTo>
                  <a:pt x="4290" y="1538"/>
                  <a:pt x="3684" y="1231"/>
                  <a:pt x="3144" y="620"/>
                </a:cubicBezTo>
                <a:cubicBezTo>
                  <a:pt x="3013" y="477"/>
                  <a:pt x="2858" y="346"/>
                  <a:pt x="2679" y="251"/>
                </a:cubicBezTo>
                <a:cubicBezTo>
                  <a:pt x="2418" y="108"/>
                  <a:pt x="2120" y="12"/>
                  <a:pt x="1787" y="12"/>
                </a:cubicBezTo>
                <a:cubicBezTo>
                  <a:pt x="1477" y="12"/>
                  <a:pt x="1179" y="84"/>
                  <a:pt x="894" y="251"/>
                </a:cubicBezTo>
                <a:cubicBezTo>
                  <a:pt x="632" y="405"/>
                  <a:pt x="405" y="620"/>
                  <a:pt x="239" y="905"/>
                </a:cubicBezTo>
                <a:cubicBezTo>
                  <a:pt x="96" y="1167"/>
                  <a:pt x="1" y="1465"/>
                  <a:pt x="1" y="1798"/>
                </a:cubicBezTo>
                <a:cubicBezTo>
                  <a:pt x="1" y="2108"/>
                  <a:pt x="72" y="2406"/>
                  <a:pt x="239" y="2691"/>
                </a:cubicBezTo>
                <a:cubicBezTo>
                  <a:pt x="393" y="2953"/>
                  <a:pt x="608" y="3179"/>
                  <a:pt x="894" y="3346"/>
                </a:cubicBezTo>
                <a:cubicBezTo>
                  <a:pt x="1167" y="3489"/>
                  <a:pt x="1465" y="3584"/>
                  <a:pt x="1787" y="3584"/>
                </a:cubicBezTo>
                <a:cubicBezTo>
                  <a:pt x="2096" y="3584"/>
                  <a:pt x="2394" y="3513"/>
                  <a:pt x="2679" y="3346"/>
                </a:cubicBezTo>
                <a:cubicBezTo>
                  <a:pt x="2846" y="3239"/>
                  <a:pt x="3013" y="3120"/>
                  <a:pt x="3144" y="2977"/>
                </a:cubicBezTo>
                <a:cubicBezTo>
                  <a:pt x="3687" y="2363"/>
                  <a:pt x="4297" y="2048"/>
                  <a:pt x="4909" y="2048"/>
                </a:cubicBezTo>
                <a:cubicBezTo>
                  <a:pt x="5115" y="2048"/>
                  <a:pt x="5321" y="2084"/>
                  <a:pt x="5525" y="2156"/>
                </a:cubicBezTo>
                <a:cubicBezTo>
                  <a:pt x="6192" y="2394"/>
                  <a:pt x="6597" y="3060"/>
                  <a:pt x="6466" y="3775"/>
                </a:cubicBezTo>
                <a:cubicBezTo>
                  <a:pt x="6299" y="4608"/>
                  <a:pt x="5644" y="5204"/>
                  <a:pt x="4573" y="5430"/>
                </a:cubicBezTo>
                <a:cubicBezTo>
                  <a:pt x="4382" y="5465"/>
                  <a:pt x="4180" y="5537"/>
                  <a:pt x="4001" y="5632"/>
                </a:cubicBezTo>
                <a:cubicBezTo>
                  <a:pt x="3739" y="5787"/>
                  <a:pt x="3513" y="6013"/>
                  <a:pt x="3346" y="6287"/>
                </a:cubicBezTo>
                <a:cubicBezTo>
                  <a:pt x="3203" y="6561"/>
                  <a:pt x="3108" y="6858"/>
                  <a:pt x="3108" y="7180"/>
                </a:cubicBezTo>
                <a:cubicBezTo>
                  <a:pt x="3108" y="7501"/>
                  <a:pt x="3191" y="7799"/>
                  <a:pt x="3346" y="8073"/>
                </a:cubicBezTo>
                <a:cubicBezTo>
                  <a:pt x="3501" y="8347"/>
                  <a:pt x="3727" y="8573"/>
                  <a:pt x="4001" y="8728"/>
                </a:cubicBezTo>
                <a:cubicBezTo>
                  <a:pt x="4275" y="8883"/>
                  <a:pt x="4573" y="8966"/>
                  <a:pt x="4894" y="8966"/>
                </a:cubicBezTo>
                <a:cubicBezTo>
                  <a:pt x="5216" y="8966"/>
                  <a:pt x="5513" y="8894"/>
                  <a:pt x="5787" y="8728"/>
                </a:cubicBezTo>
                <a:cubicBezTo>
                  <a:pt x="6061" y="8585"/>
                  <a:pt x="6287" y="8359"/>
                  <a:pt x="6442" y="8073"/>
                </a:cubicBezTo>
                <a:cubicBezTo>
                  <a:pt x="6597" y="7811"/>
                  <a:pt x="6680" y="7513"/>
                  <a:pt x="6680" y="7180"/>
                </a:cubicBezTo>
                <a:cubicBezTo>
                  <a:pt x="6680" y="6989"/>
                  <a:pt x="6656" y="6799"/>
                  <a:pt x="6585" y="6608"/>
                </a:cubicBezTo>
                <a:cubicBezTo>
                  <a:pt x="6061" y="5037"/>
                  <a:pt x="6728" y="3882"/>
                  <a:pt x="8347" y="3549"/>
                </a:cubicBezTo>
                <a:cubicBezTo>
                  <a:pt x="8549" y="3513"/>
                  <a:pt x="8728" y="3453"/>
                  <a:pt x="8906" y="3346"/>
                </a:cubicBezTo>
                <a:cubicBezTo>
                  <a:pt x="9061" y="3251"/>
                  <a:pt x="9228" y="3120"/>
                  <a:pt x="9347" y="2977"/>
                </a:cubicBezTo>
                <a:cubicBezTo>
                  <a:pt x="9889" y="2358"/>
                  <a:pt x="10496" y="2048"/>
                  <a:pt x="11103" y="2048"/>
                </a:cubicBezTo>
                <a:cubicBezTo>
                  <a:pt x="11710" y="2048"/>
                  <a:pt x="12318" y="2358"/>
                  <a:pt x="12859" y="2977"/>
                </a:cubicBezTo>
                <a:cubicBezTo>
                  <a:pt x="12990" y="3120"/>
                  <a:pt x="13145" y="3239"/>
                  <a:pt x="13324" y="3346"/>
                </a:cubicBezTo>
                <a:cubicBezTo>
                  <a:pt x="13586" y="3489"/>
                  <a:pt x="13883" y="3584"/>
                  <a:pt x="14217" y="3584"/>
                </a:cubicBezTo>
                <a:cubicBezTo>
                  <a:pt x="14526" y="3584"/>
                  <a:pt x="14824" y="3513"/>
                  <a:pt x="15110" y="3346"/>
                </a:cubicBezTo>
                <a:cubicBezTo>
                  <a:pt x="15372" y="3191"/>
                  <a:pt x="15598" y="2977"/>
                  <a:pt x="15764" y="2691"/>
                </a:cubicBezTo>
                <a:cubicBezTo>
                  <a:pt x="15907" y="2429"/>
                  <a:pt x="16003" y="2132"/>
                  <a:pt x="16003" y="1798"/>
                </a:cubicBezTo>
                <a:cubicBezTo>
                  <a:pt x="16003" y="1489"/>
                  <a:pt x="15931" y="1191"/>
                  <a:pt x="15764" y="905"/>
                </a:cubicBezTo>
                <a:cubicBezTo>
                  <a:pt x="15610" y="643"/>
                  <a:pt x="15383" y="417"/>
                  <a:pt x="15110" y="251"/>
                </a:cubicBezTo>
                <a:cubicBezTo>
                  <a:pt x="14836" y="108"/>
                  <a:pt x="14538" y="12"/>
                  <a:pt x="14217" y="12"/>
                </a:cubicBezTo>
                <a:cubicBezTo>
                  <a:pt x="13895" y="12"/>
                  <a:pt x="13598" y="84"/>
                  <a:pt x="13324" y="251"/>
                </a:cubicBezTo>
                <a:cubicBezTo>
                  <a:pt x="13157" y="358"/>
                  <a:pt x="12990" y="477"/>
                  <a:pt x="12859" y="620"/>
                </a:cubicBezTo>
                <a:cubicBezTo>
                  <a:pt x="12318" y="1239"/>
                  <a:pt x="11710" y="1548"/>
                  <a:pt x="11103" y="1548"/>
                </a:cubicBezTo>
                <a:cubicBezTo>
                  <a:pt x="10496" y="1548"/>
                  <a:pt x="9889" y="1239"/>
                  <a:pt x="9347" y="620"/>
                </a:cubicBezTo>
                <a:cubicBezTo>
                  <a:pt x="9216" y="477"/>
                  <a:pt x="9061" y="346"/>
                  <a:pt x="8883" y="239"/>
                </a:cubicBezTo>
                <a:cubicBezTo>
                  <a:pt x="8621" y="84"/>
                  <a:pt x="8323" y="1"/>
                  <a:pt x="799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txBox="1"/>
          <p:nvPr>
            <p:ph type="ctrTitle"/>
          </p:nvPr>
        </p:nvSpPr>
        <p:spPr>
          <a:xfrm>
            <a:off x="909908" y="1605476"/>
            <a:ext cx="7498200" cy="1746000"/>
          </a:xfrm>
          <a:prstGeom prst="rect">
            <a:avLst/>
          </a:prstGeom>
        </p:spPr>
        <p:txBody>
          <a:bodyPr anchorCtr="0" anchor="b" bIns="0" lIns="0" spcFirstLastPara="1" rIns="0" wrap="square" tIns="0">
            <a:noAutofit/>
          </a:bodyPr>
          <a:lstStyle>
            <a:lvl1pPr lvl="0" rtl="0">
              <a:lnSpc>
                <a:spcPct val="90000"/>
              </a:lnSpc>
              <a:spcBef>
                <a:spcPts val="0"/>
              </a:spcBef>
              <a:spcAft>
                <a:spcPts val="0"/>
              </a:spcAft>
              <a:buClr>
                <a:schemeClr val="dk1"/>
              </a:buClr>
              <a:buSzPts val="4200"/>
              <a:buFont typeface="Syne"/>
              <a:buNone/>
              <a:defRPr b="1" sz="4200">
                <a:solidFill>
                  <a:schemeClr val="dk1"/>
                </a:solidFill>
                <a:latin typeface="Syne"/>
                <a:ea typeface="Syne"/>
                <a:cs typeface="Syne"/>
                <a:sym typeface="Syne"/>
              </a:defRPr>
            </a:lvl1pPr>
            <a:lvl2pPr lvl="1" rtl="0" algn="ctr">
              <a:spcBef>
                <a:spcPts val="0"/>
              </a:spcBef>
              <a:spcAft>
                <a:spcPts val="0"/>
              </a:spcAft>
              <a:buClr>
                <a:schemeClr val="accent1"/>
              </a:buClr>
              <a:buSzPts val="5200"/>
              <a:buNone/>
              <a:defRPr sz="5200">
                <a:solidFill>
                  <a:schemeClr val="accent1"/>
                </a:solidFill>
              </a:defRPr>
            </a:lvl2pPr>
            <a:lvl3pPr lvl="2" rtl="0" algn="ctr">
              <a:spcBef>
                <a:spcPts val="0"/>
              </a:spcBef>
              <a:spcAft>
                <a:spcPts val="0"/>
              </a:spcAft>
              <a:buClr>
                <a:schemeClr val="accent1"/>
              </a:buClr>
              <a:buSzPts val="5200"/>
              <a:buNone/>
              <a:defRPr sz="5200">
                <a:solidFill>
                  <a:schemeClr val="accent1"/>
                </a:solidFill>
              </a:defRPr>
            </a:lvl3pPr>
            <a:lvl4pPr lvl="3" rtl="0" algn="ctr">
              <a:spcBef>
                <a:spcPts val="0"/>
              </a:spcBef>
              <a:spcAft>
                <a:spcPts val="0"/>
              </a:spcAft>
              <a:buClr>
                <a:schemeClr val="accent1"/>
              </a:buClr>
              <a:buSzPts val="5200"/>
              <a:buNone/>
              <a:defRPr sz="5200">
                <a:solidFill>
                  <a:schemeClr val="accent1"/>
                </a:solidFill>
              </a:defRPr>
            </a:lvl4pPr>
            <a:lvl5pPr lvl="4" rtl="0" algn="ctr">
              <a:spcBef>
                <a:spcPts val="0"/>
              </a:spcBef>
              <a:spcAft>
                <a:spcPts val="0"/>
              </a:spcAft>
              <a:buClr>
                <a:schemeClr val="accent1"/>
              </a:buClr>
              <a:buSzPts val="5200"/>
              <a:buNone/>
              <a:defRPr sz="5200">
                <a:solidFill>
                  <a:schemeClr val="accent1"/>
                </a:solidFill>
              </a:defRPr>
            </a:lvl5pPr>
            <a:lvl6pPr lvl="5" rtl="0" algn="ctr">
              <a:spcBef>
                <a:spcPts val="0"/>
              </a:spcBef>
              <a:spcAft>
                <a:spcPts val="0"/>
              </a:spcAft>
              <a:buClr>
                <a:schemeClr val="accent1"/>
              </a:buClr>
              <a:buSzPts val="5200"/>
              <a:buNone/>
              <a:defRPr sz="5200">
                <a:solidFill>
                  <a:schemeClr val="accent1"/>
                </a:solidFill>
              </a:defRPr>
            </a:lvl6pPr>
            <a:lvl7pPr lvl="6" rtl="0" algn="ctr">
              <a:spcBef>
                <a:spcPts val="0"/>
              </a:spcBef>
              <a:spcAft>
                <a:spcPts val="0"/>
              </a:spcAft>
              <a:buClr>
                <a:schemeClr val="accent1"/>
              </a:buClr>
              <a:buSzPts val="5200"/>
              <a:buNone/>
              <a:defRPr sz="5200">
                <a:solidFill>
                  <a:schemeClr val="accent1"/>
                </a:solidFill>
              </a:defRPr>
            </a:lvl7pPr>
            <a:lvl8pPr lvl="7" rtl="0" algn="ctr">
              <a:spcBef>
                <a:spcPts val="0"/>
              </a:spcBef>
              <a:spcAft>
                <a:spcPts val="0"/>
              </a:spcAft>
              <a:buClr>
                <a:schemeClr val="accent1"/>
              </a:buClr>
              <a:buSzPts val="5200"/>
              <a:buNone/>
              <a:defRPr sz="5200">
                <a:solidFill>
                  <a:schemeClr val="accent1"/>
                </a:solidFill>
              </a:defRPr>
            </a:lvl8pPr>
            <a:lvl9pPr lvl="8" rtl="0" algn="ctr">
              <a:spcBef>
                <a:spcPts val="0"/>
              </a:spcBef>
              <a:spcAft>
                <a:spcPts val="0"/>
              </a:spcAft>
              <a:buClr>
                <a:schemeClr val="accent1"/>
              </a:buClr>
              <a:buSzPts val="5200"/>
              <a:buNone/>
              <a:defRPr sz="5200">
                <a:solidFill>
                  <a:schemeClr val="accent1"/>
                </a:solidFill>
              </a:defRPr>
            </a:lvl9pPr>
          </a:lstStyle>
          <a:p/>
        </p:txBody>
      </p:sp>
      <p:sp>
        <p:nvSpPr>
          <p:cNvPr id="21" name="Google Shape;21;p3"/>
          <p:cNvSpPr txBox="1"/>
          <p:nvPr>
            <p:ph idx="1" type="subTitle"/>
          </p:nvPr>
        </p:nvSpPr>
        <p:spPr>
          <a:xfrm>
            <a:off x="922717" y="3457429"/>
            <a:ext cx="4206300" cy="883500"/>
          </a:xfrm>
          <a:prstGeom prst="rect">
            <a:avLst/>
          </a:prstGeom>
        </p:spPr>
        <p:txBody>
          <a:bodyPr anchorCtr="0" anchor="t" bIns="0" lIns="0" spcFirstLastPara="1" rIns="0" wrap="square" tIns="0">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22" name="Google Shape;22;p3"/>
          <p:cNvSpPr txBox="1"/>
          <p:nvPr>
            <p:ph idx="12" type="sldNum"/>
          </p:nvPr>
        </p:nvSpPr>
        <p:spPr>
          <a:xfrm>
            <a:off x="360650" y="4880150"/>
            <a:ext cx="3667800" cy="269700"/>
          </a:xfrm>
          <a:prstGeom prst="rect">
            <a:avLst/>
          </a:prstGeom>
          <a:noFill/>
          <a:ln>
            <a:noFill/>
          </a:ln>
        </p:spPr>
        <p:txBody>
          <a:bodyPr anchorCtr="0" anchor="t" bIns="0" lIns="0" spcFirstLastPara="1" rIns="0" wrap="square" tIns="0">
            <a:noAutofit/>
          </a:bodyPr>
          <a:lstStyle>
            <a:lvl1pPr lvl="0" rtl="0" algn="l">
              <a:buNone/>
              <a:defRPr sz="800">
                <a:solidFill>
                  <a:schemeClr val="dk1"/>
                </a:solidFill>
                <a:latin typeface="Public Sans"/>
                <a:ea typeface="Public Sans"/>
                <a:cs typeface="Public Sans"/>
                <a:sym typeface="Public Sans"/>
              </a:defRPr>
            </a:lvl1pPr>
            <a:lvl2pPr lvl="1" rtl="0" algn="l">
              <a:buNone/>
              <a:defRPr sz="800">
                <a:solidFill>
                  <a:schemeClr val="dk1"/>
                </a:solidFill>
                <a:latin typeface="Public Sans"/>
                <a:ea typeface="Public Sans"/>
                <a:cs typeface="Public Sans"/>
                <a:sym typeface="Public Sans"/>
              </a:defRPr>
            </a:lvl2pPr>
            <a:lvl3pPr lvl="2" rtl="0" algn="l">
              <a:buNone/>
              <a:defRPr sz="800">
                <a:solidFill>
                  <a:schemeClr val="dk1"/>
                </a:solidFill>
                <a:latin typeface="Public Sans"/>
                <a:ea typeface="Public Sans"/>
                <a:cs typeface="Public Sans"/>
                <a:sym typeface="Public Sans"/>
              </a:defRPr>
            </a:lvl3pPr>
            <a:lvl4pPr lvl="3" rtl="0" algn="l">
              <a:buNone/>
              <a:defRPr sz="800">
                <a:solidFill>
                  <a:schemeClr val="dk1"/>
                </a:solidFill>
                <a:latin typeface="Public Sans"/>
                <a:ea typeface="Public Sans"/>
                <a:cs typeface="Public Sans"/>
                <a:sym typeface="Public Sans"/>
              </a:defRPr>
            </a:lvl4pPr>
            <a:lvl5pPr lvl="4" rtl="0" algn="l">
              <a:buNone/>
              <a:defRPr sz="800">
                <a:solidFill>
                  <a:schemeClr val="dk1"/>
                </a:solidFill>
                <a:latin typeface="Public Sans"/>
                <a:ea typeface="Public Sans"/>
                <a:cs typeface="Public Sans"/>
                <a:sym typeface="Public Sans"/>
              </a:defRPr>
            </a:lvl5pPr>
            <a:lvl6pPr lvl="5" rtl="0" algn="l">
              <a:buNone/>
              <a:defRPr sz="800">
                <a:solidFill>
                  <a:schemeClr val="dk1"/>
                </a:solidFill>
                <a:latin typeface="Public Sans"/>
                <a:ea typeface="Public Sans"/>
                <a:cs typeface="Public Sans"/>
                <a:sym typeface="Public Sans"/>
              </a:defRPr>
            </a:lvl6pPr>
            <a:lvl7pPr lvl="6" rtl="0" algn="l">
              <a:buNone/>
              <a:defRPr sz="800">
                <a:solidFill>
                  <a:schemeClr val="dk1"/>
                </a:solidFill>
                <a:latin typeface="Public Sans"/>
                <a:ea typeface="Public Sans"/>
                <a:cs typeface="Public Sans"/>
                <a:sym typeface="Public Sans"/>
              </a:defRPr>
            </a:lvl7pPr>
            <a:lvl8pPr lvl="7" rtl="0" algn="l">
              <a:buNone/>
              <a:defRPr sz="800">
                <a:solidFill>
                  <a:schemeClr val="dk1"/>
                </a:solidFill>
                <a:latin typeface="Public Sans"/>
                <a:ea typeface="Public Sans"/>
                <a:cs typeface="Public Sans"/>
                <a:sym typeface="Public Sans"/>
              </a:defRPr>
            </a:lvl8pPr>
            <a:lvl9pPr lvl="8" rtl="0" algn="l">
              <a:buNone/>
              <a:defRPr sz="800">
                <a:solidFill>
                  <a:schemeClr val="dk1"/>
                </a:solidFill>
                <a:latin typeface="Public Sans"/>
                <a:ea typeface="Public Sans"/>
                <a:cs typeface="Public Sans"/>
                <a:sym typeface="Public Sans"/>
              </a:defRPr>
            </a:lvl9pPr>
          </a:lstStyle>
          <a:p>
            <a:pPr indent="0" lvl="0" marL="0" rtl="0" algn="l">
              <a:spcBef>
                <a:spcPts val="0"/>
              </a:spcBef>
              <a:spcAft>
                <a:spcPts val="0"/>
              </a:spcAft>
              <a:buNone/>
            </a:pPr>
            <a:r>
              <a:rPr lang="en"/>
              <a:t>Neo4j Inc. All rights reserved 2023	</a:t>
            </a:r>
            <a:endParaRPr/>
          </a:p>
        </p:txBody>
      </p:sp>
      <p:sp>
        <p:nvSpPr>
          <p:cNvPr id="23" name="Google Shape;23;p3"/>
          <p:cNvSpPr txBox="1"/>
          <p:nvPr>
            <p:ph idx="2" type="sldNum"/>
          </p:nvPr>
        </p:nvSpPr>
        <p:spPr>
          <a:xfrm>
            <a:off x="0" y="4880150"/>
            <a:ext cx="265200" cy="269700"/>
          </a:xfrm>
          <a:prstGeom prst="rect">
            <a:avLst/>
          </a:prstGeom>
          <a:noFill/>
          <a:ln>
            <a:noFill/>
          </a:ln>
        </p:spPr>
        <p:txBody>
          <a:bodyPr anchorCtr="0" anchor="t" bIns="0" lIns="0" spcFirstLastPara="1" rIns="0" wrap="square" tIns="0">
            <a:noAutofit/>
          </a:bodyPr>
          <a:lstStyle>
            <a:lvl1pPr lvl="0" rtl="0" algn="r">
              <a:buNone/>
              <a:defRPr sz="800">
                <a:solidFill>
                  <a:schemeClr val="dk1"/>
                </a:solidFill>
                <a:latin typeface="Public Sans"/>
                <a:ea typeface="Public Sans"/>
                <a:cs typeface="Public Sans"/>
                <a:sym typeface="Public Sans"/>
              </a:defRPr>
            </a:lvl1pPr>
            <a:lvl2pPr lvl="1" rtl="0" algn="r">
              <a:buNone/>
              <a:defRPr sz="800">
                <a:solidFill>
                  <a:schemeClr val="dk1"/>
                </a:solidFill>
                <a:latin typeface="Public Sans"/>
                <a:ea typeface="Public Sans"/>
                <a:cs typeface="Public Sans"/>
                <a:sym typeface="Public Sans"/>
              </a:defRPr>
            </a:lvl2pPr>
            <a:lvl3pPr lvl="2" rtl="0" algn="r">
              <a:buNone/>
              <a:defRPr sz="800">
                <a:solidFill>
                  <a:schemeClr val="dk1"/>
                </a:solidFill>
                <a:latin typeface="Public Sans"/>
                <a:ea typeface="Public Sans"/>
                <a:cs typeface="Public Sans"/>
                <a:sym typeface="Public Sans"/>
              </a:defRPr>
            </a:lvl3pPr>
            <a:lvl4pPr lvl="3" rtl="0" algn="r">
              <a:buNone/>
              <a:defRPr sz="800">
                <a:solidFill>
                  <a:schemeClr val="dk1"/>
                </a:solidFill>
                <a:latin typeface="Public Sans"/>
                <a:ea typeface="Public Sans"/>
                <a:cs typeface="Public Sans"/>
                <a:sym typeface="Public Sans"/>
              </a:defRPr>
            </a:lvl4pPr>
            <a:lvl5pPr lvl="4" rtl="0" algn="r">
              <a:buNone/>
              <a:defRPr sz="800">
                <a:solidFill>
                  <a:schemeClr val="dk1"/>
                </a:solidFill>
                <a:latin typeface="Public Sans"/>
                <a:ea typeface="Public Sans"/>
                <a:cs typeface="Public Sans"/>
                <a:sym typeface="Public Sans"/>
              </a:defRPr>
            </a:lvl5pPr>
            <a:lvl6pPr lvl="5" rtl="0" algn="r">
              <a:buNone/>
              <a:defRPr sz="800">
                <a:solidFill>
                  <a:schemeClr val="dk1"/>
                </a:solidFill>
                <a:latin typeface="Public Sans"/>
                <a:ea typeface="Public Sans"/>
                <a:cs typeface="Public Sans"/>
                <a:sym typeface="Public Sans"/>
              </a:defRPr>
            </a:lvl6pPr>
            <a:lvl7pPr lvl="6" rtl="0" algn="r">
              <a:buNone/>
              <a:defRPr sz="800">
                <a:solidFill>
                  <a:schemeClr val="dk1"/>
                </a:solidFill>
                <a:latin typeface="Public Sans"/>
                <a:ea typeface="Public Sans"/>
                <a:cs typeface="Public Sans"/>
                <a:sym typeface="Public Sans"/>
              </a:defRPr>
            </a:lvl7pPr>
            <a:lvl8pPr lvl="7" rtl="0" algn="r">
              <a:buNone/>
              <a:defRPr sz="800">
                <a:solidFill>
                  <a:schemeClr val="dk1"/>
                </a:solidFill>
                <a:latin typeface="Public Sans"/>
                <a:ea typeface="Public Sans"/>
                <a:cs typeface="Public Sans"/>
                <a:sym typeface="Public Sans"/>
              </a:defRPr>
            </a:lvl8pPr>
            <a:lvl9pPr lvl="8" rtl="0" algn="r">
              <a:buNone/>
              <a:defRPr sz="800">
                <a:solidFill>
                  <a:schemeClr val="dk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73">
          <p15:clr>
            <a:srgbClr val="E46962"/>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bright 2">
  <p:cSld name="TITLE_1_1">
    <p:bg>
      <p:bgPr>
        <a:solidFill>
          <a:schemeClr val="dk2"/>
        </a:solidFill>
      </p:bgPr>
    </p:bg>
    <p:spTree>
      <p:nvGrpSpPr>
        <p:cNvPr id="24" name="Shape 24"/>
        <p:cNvGrpSpPr/>
        <p:nvPr/>
      </p:nvGrpSpPr>
      <p:grpSpPr>
        <a:xfrm>
          <a:off x="0" y="0"/>
          <a:ext cx="0" cy="0"/>
          <a:chOff x="0" y="0"/>
          <a:chExt cx="0" cy="0"/>
        </a:xfrm>
      </p:grpSpPr>
      <p:sp>
        <p:nvSpPr>
          <p:cNvPr id="25" name="Google Shape;25;p4"/>
          <p:cNvSpPr/>
          <p:nvPr/>
        </p:nvSpPr>
        <p:spPr>
          <a:xfrm flipH="1" rot="3600032">
            <a:off x="-434368" y="-464923"/>
            <a:ext cx="3723070" cy="2585008"/>
          </a:xfrm>
          <a:custGeom>
            <a:rect b="b" l="l" r="r" t="t"/>
            <a:pathLst>
              <a:path extrusionOk="0" h="8954" w="12896">
                <a:moveTo>
                  <a:pt x="8002" y="1"/>
                </a:moveTo>
                <a:cubicBezTo>
                  <a:pt x="7680" y="1"/>
                  <a:pt x="7383" y="72"/>
                  <a:pt x="7109" y="239"/>
                </a:cubicBezTo>
                <a:cubicBezTo>
                  <a:pt x="6942" y="322"/>
                  <a:pt x="6776" y="465"/>
                  <a:pt x="6656" y="608"/>
                </a:cubicBezTo>
                <a:cubicBezTo>
                  <a:pt x="6113" y="1228"/>
                  <a:pt x="5505" y="1538"/>
                  <a:pt x="4896" y="1538"/>
                </a:cubicBezTo>
                <a:cubicBezTo>
                  <a:pt x="4290" y="1538"/>
                  <a:pt x="3685" y="1231"/>
                  <a:pt x="3144" y="620"/>
                </a:cubicBezTo>
                <a:cubicBezTo>
                  <a:pt x="3013" y="477"/>
                  <a:pt x="2858" y="346"/>
                  <a:pt x="2680" y="251"/>
                </a:cubicBezTo>
                <a:cubicBezTo>
                  <a:pt x="2418" y="108"/>
                  <a:pt x="2120" y="12"/>
                  <a:pt x="1787" y="12"/>
                </a:cubicBezTo>
                <a:cubicBezTo>
                  <a:pt x="1477" y="12"/>
                  <a:pt x="1180" y="84"/>
                  <a:pt x="894" y="251"/>
                </a:cubicBezTo>
                <a:cubicBezTo>
                  <a:pt x="632" y="405"/>
                  <a:pt x="406" y="620"/>
                  <a:pt x="239" y="905"/>
                </a:cubicBezTo>
                <a:cubicBezTo>
                  <a:pt x="96" y="1167"/>
                  <a:pt x="1" y="1465"/>
                  <a:pt x="1" y="1798"/>
                </a:cubicBezTo>
                <a:cubicBezTo>
                  <a:pt x="1" y="2108"/>
                  <a:pt x="84" y="2406"/>
                  <a:pt x="239" y="2691"/>
                </a:cubicBezTo>
                <a:cubicBezTo>
                  <a:pt x="394" y="2953"/>
                  <a:pt x="620" y="3179"/>
                  <a:pt x="894" y="3346"/>
                </a:cubicBezTo>
                <a:cubicBezTo>
                  <a:pt x="1168" y="3489"/>
                  <a:pt x="1465" y="3584"/>
                  <a:pt x="1787" y="3584"/>
                </a:cubicBezTo>
                <a:cubicBezTo>
                  <a:pt x="2108" y="3584"/>
                  <a:pt x="2406" y="3513"/>
                  <a:pt x="2680" y="3346"/>
                </a:cubicBezTo>
                <a:cubicBezTo>
                  <a:pt x="2846" y="3239"/>
                  <a:pt x="3013" y="3120"/>
                  <a:pt x="3144" y="2977"/>
                </a:cubicBezTo>
                <a:cubicBezTo>
                  <a:pt x="3687" y="2363"/>
                  <a:pt x="4304" y="2048"/>
                  <a:pt x="4914" y="2048"/>
                </a:cubicBezTo>
                <a:cubicBezTo>
                  <a:pt x="5120" y="2048"/>
                  <a:pt x="5324" y="2084"/>
                  <a:pt x="5525" y="2156"/>
                </a:cubicBezTo>
                <a:cubicBezTo>
                  <a:pt x="6192" y="2394"/>
                  <a:pt x="6597" y="3060"/>
                  <a:pt x="6466" y="3763"/>
                </a:cubicBezTo>
                <a:cubicBezTo>
                  <a:pt x="6299" y="4596"/>
                  <a:pt x="5644" y="5192"/>
                  <a:pt x="4561" y="5418"/>
                </a:cubicBezTo>
                <a:cubicBezTo>
                  <a:pt x="4370" y="5454"/>
                  <a:pt x="4192" y="5525"/>
                  <a:pt x="4001" y="5620"/>
                </a:cubicBezTo>
                <a:cubicBezTo>
                  <a:pt x="3739" y="5775"/>
                  <a:pt x="3513" y="5989"/>
                  <a:pt x="3358" y="6275"/>
                </a:cubicBezTo>
                <a:cubicBezTo>
                  <a:pt x="3204" y="6549"/>
                  <a:pt x="3108" y="6847"/>
                  <a:pt x="3108" y="7168"/>
                </a:cubicBezTo>
                <a:cubicBezTo>
                  <a:pt x="3108" y="7478"/>
                  <a:pt x="3192" y="7775"/>
                  <a:pt x="3358" y="8061"/>
                </a:cubicBezTo>
                <a:cubicBezTo>
                  <a:pt x="3501" y="8335"/>
                  <a:pt x="3728" y="8549"/>
                  <a:pt x="4001" y="8716"/>
                </a:cubicBezTo>
                <a:cubicBezTo>
                  <a:pt x="4275" y="8871"/>
                  <a:pt x="4573" y="8954"/>
                  <a:pt x="4894" y="8954"/>
                </a:cubicBezTo>
                <a:cubicBezTo>
                  <a:pt x="5216" y="8954"/>
                  <a:pt x="5513" y="8883"/>
                  <a:pt x="5787" y="8716"/>
                </a:cubicBezTo>
                <a:cubicBezTo>
                  <a:pt x="5954" y="8633"/>
                  <a:pt x="6121" y="8490"/>
                  <a:pt x="6240" y="8347"/>
                </a:cubicBezTo>
                <a:cubicBezTo>
                  <a:pt x="6783" y="7726"/>
                  <a:pt x="7392" y="7417"/>
                  <a:pt x="8000" y="7417"/>
                </a:cubicBezTo>
                <a:cubicBezTo>
                  <a:pt x="8606" y="7417"/>
                  <a:pt x="9212" y="7723"/>
                  <a:pt x="9752" y="8335"/>
                </a:cubicBezTo>
                <a:cubicBezTo>
                  <a:pt x="9883" y="8478"/>
                  <a:pt x="10038" y="8609"/>
                  <a:pt x="10216" y="8704"/>
                </a:cubicBezTo>
                <a:cubicBezTo>
                  <a:pt x="10478" y="8847"/>
                  <a:pt x="10776" y="8942"/>
                  <a:pt x="11109" y="8942"/>
                </a:cubicBezTo>
                <a:cubicBezTo>
                  <a:pt x="11419" y="8942"/>
                  <a:pt x="11717" y="8871"/>
                  <a:pt x="12002" y="8704"/>
                </a:cubicBezTo>
                <a:cubicBezTo>
                  <a:pt x="12264" y="8549"/>
                  <a:pt x="12491" y="8335"/>
                  <a:pt x="12657" y="8049"/>
                </a:cubicBezTo>
                <a:cubicBezTo>
                  <a:pt x="12800" y="7775"/>
                  <a:pt x="12895" y="7478"/>
                  <a:pt x="12895" y="7156"/>
                </a:cubicBezTo>
                <a:cubicBezTo>
                  <a:pt x="12895" y="6847"/>
                  <a:pt x="12824" y="6549"/>
                  <a:pt x="12657" y="6263"/>
                </a:cubicBezTo>
                <a:cubicBezTo>
                  <a:pt x="12502" y="5989"/>
                  <a:pt x="12288" y="5775"/>
                  <a:pt x="12002" y="5608"/>
                </a:cubicBezTo>
                <a:cubicBezTo>
                  <a:pt x="11729" y="5454"/>
                  <a:pt x="11431" y="5370"/>
                  <a:pt x="11109" y="5370"/>
                </a:cubicBezTo>
                <a:cubicBezTo>
                  <a:pt x="10800" y="5370"/>
                  <a:pt x="10502" y="5442"/>
                  <a:pt x="10216" y="5608"/>
                </a:cubicBezTo>
                <a:cubicBezTo>
                  <a:pt x="10050" y="5715"/>
                  <a:pt x="9883" y="5835"/>
                  <a:pt x="9752" y="5977"/>
                </a:cubicBezTo>
                <a:cubicBezTo>
                  <a:pt x="9209" y="6592"/>
                  <a:pt x="8592" y="6907"/>
                  <a:pt x="7982" y="6907"/>
                </a:cubicBezTo>
                <a:cubicBezTo>
                  <a:pt x="7777" y="6907"/>
                  <a:pt x="7572" y="6871"/>
                  <a:pt x="7371" y="6799"/>
                </a:cubicBezTo>
                <a:cubicBezTo>
                  <a:pt x="6704" y="6561"/>
                  <a:pt x="6299" y="5894"/>
                  <a:pt x="6430" y="5180"/>
                </a:cubicBezTo>
                <a:cubicBezTo>
                  <a:pt x="6597" y="4346"/>
                  <a:pt x="7240" y="3751"/>
                  <a:pt x="8323" y="3525"/>
                </a:cubicBezTo>
                <a:lnTo>
                  <a:pt x="8335" y="3525"/>
                </a:lnTo>
                <a:cubicBezTo>
                  <a:pt x="8538" y="3477"/>
                  <a:pt x="8716" y="3418"/>
                  <a:pt x="8895" y="3310"/>
                </a:cubicBezTo>
                <a:cubicBezTo>
                  <a:pt x="9157" y="3168"/>
                  <a:pt x="9383" y="2941"/>
                  <a:pt x="9550" y="2656"/>
                </a:cubicBezTo>
                <a:cubicBezTo>
                  <a:pt x="9693" y="2394"/>
                  <a:pt x="9788" y="2096"/>
                  <a:pt x="9788" y="1763"/>
                </a:cubicBezTo>
                <a:cubicBezTo>
                  <a:pt x="9788" y="1453"/>
                  <a:pt x="9704" y="1155"/>
                  <a:pt x="9550" y="870"/>
                </a:cubicBezTo>
                <a:cubicBezTo>
                  <a:pt x="9395" y="608"/>
                  <a:pt x="9169" y="382"/>
                  <a:pt x="8895" y="215"/>
                </a:cubicBezTo>
                <a:cubicBezTo>
                  <a:pt x="8633" y="84"/>
                  <a:pt x="8323" y="1"/>
                  <a:pt x="800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4"/>
          <p:cNvSpPr/>
          <p:nvPr/>
        </p:nvSpPr>
        <p:spPr>
          <a:xfrm rot="30">
            <a:off x="5810840" y="1084621"/>
            <a:ext cx="3729715" cy="4149160"/>
          </a:xfrm>
          <a:custGeom>
            <a:rect b="b" l="l" r="r" t="t"/>
            <a:pathLst>
              <a:path extrusionOk="0" h="14372" w="12919">
                <a:moveTo>
                  <a:pt x="8025" y="1"/>
                </a:moveTo>
                <a:cubicBezTo>
                  <a:pt x="7704" y="1"/>
                  <a:pt x="7406" y="84"/>
                  <a:pt x="7132" y="239"/>
                </a:cubicBezTo>
                <a:cubicBezTo>
                  <a:pt x="6966" y="334"/>
                  <a:pt x="6811" y="465"/>
                  <a:pt x="6680" y="620"/>
                </a:cubicBezTo>
                <a:cubicBezTo>
                  <a:pt x="6137" y="1234"/>
                  <a:pt x="5528" y="1541"/>
                  <a:pt x="4918" y="1541"/>
                </a:cubicBezTo>
                <a:cubicBezTo>
                  <a:pt x="4310" y="1541"/>
                  <a:pt x="3702" y="1237"/>
                  <a:pt x="3156" y="632"/>
                </a:cubicBezTo>
                <a:cubicBezTo>
                  <a:pt x="3025" y="477"/>
                  <a:pt x="2870" y="358"/>
                  <a:pt x="2691" y="263"/>
                </a:cubicBezTo>
                <a:cubicBezTo>
                  <a:pt x="2429" y="108"/>
                  <a:pt x="2132" y="24"/>
                  <a:pt x="1798" y="24"/>
                </a:cubicBezTo>
                <a:cubicBezTo>
                  <a:pt x="1489" y="24"/>
                  <a:pt x="1191" y="96"/>
                  <a:pt x="905" y="263"/>
                </a:cubicBezTo>
                <a:cubicBezTo>
                  <a:pt x="643" y="405"/>
                  <a:pt x="417" y="632"/>
                  <a:pt x="250" y="917"/>
                </a:cubicBezTo>
                <a:cubicBezTo>
                  <a:pt x="108" y="1179"/>
                  <a:pt x="12" y="1477"/>
                  <a:pt x="12" y="1810"/>
                </a:cubicBezTo>
                <a:cubicBezTo>
                  <a:pt x="12" y="2120"/>
                  <a:pt x="84" y="2418"/>
                  <a:pt x="250" y="2703"/>
                </a:cubicBezTo>
                <a:cubicBezTo>
                  <a:pt x="405" y="2965"/>
                  <a:pt x="619" y="3191"/>
                  <a:pt x="905" y="3358"/>
                </a:cubicBezTo>
                <a:cubicBezTo>
                  <a:pt x="1179" y="3501"/>
                  <a:pt x="1477" y="3596"/>
                  <a:pt x="1798" y="3596"/>
                </a:cubicBezTo>
                <a:cubicBezTo>
                  <a:pt x="2108" y="3596"/>
                  <a:pt x="2405" y="3513"/>
                  <a:pt x="2691" y="3358"/>
                </a:cubicBezTo>
                <a:cubicBezTo>
                  <a:pt x="2858" y="3251"/>
                  <a:pt x="3025" y="3132"/>
                  <a:pt x="3156" y="2977"/>
                </a:cubicBezTo>
                <a:cubicBezTo>
                  <a:pt x="3697" y="2364"/>
                  <a:pt x="4304" y="2057"/>
                  <a:pt x="4912" y="2057"/>
                </a:cubicBezTo>
                <a:cubicBezTo>
                  <a:pt x="5519" y="2057"/>
                  <a:pt x="6126" y="2364"/>
                  <a:pt x="6668" y="2977"/>
                </a:cubicBezTo>
                <a:cubicBezTo>
                  <a:pt x="6799" y="3132"/>
                  <a:pt x="6954" y="3263"/>
                  <a:pt x="7132" y="3370"/>
                </a:cubicBezTo>
                <a:cubicBezTo>
                  <a:pt x="7287" y="3477"/>
                  <a:pt x="7489" y="3537"/>
                  <a:pt x="7680" y="3572"/>
                </a:cubicBezTo>
                <a:cubicBezTo>
                  <a:pt x="9287" y="3906"/>
                  <a:pt x="9954" y="5061"/>
                  <a:pt x="9430" y="6609"/>
                </a:cubicBezTo>
                <a:cubicBezTo>
                  <a:pt x="9371" y="6787"/>
                  <a:pt x="9335" y="7001"/>
                  <a:pt x="9335" y="7204"/>
                </a:cubicBezTo>
                <a:cubicBezTo>
                  <a:pt x="9335" y="7406"/>
                  <a:pt x="9359" y="7597"/>
                  <a:pt x="9430" y="7787"/>
                </a:cubicBezTo>
                <a:cubicBezTo>
                  <a:pt x="9954" y="9347"/>
                  <a:pt x="9287" y="10502"/>
                  <a:pt x="7680" y="10835"/>
                </a:cubicBezTo>
                <a:cubicBezTo>
                  <a:pt x="7489" y="10871"/>
                  <a:pt x="7287" y="10942"/>
                  <a:pt x="7108" y="11050"/>
                </a:cubicBezTo>
                <a:cubicBezTo>
                  <a:pt x="6954" y="11157"/>
                  <a:pt x="6787" y="11276"/>
                  <a:pt x="6656" y="11419"/>
                </a:cubicBezTo>
                <a:cubicBezTo>
                  <a:pt x="6108" y="12038"/>
                  <a:pt x="5501" y="12347"/>
                  <a:pt x="4895" y="12347"/>
                </a:cubicBezTo>
                <a:cubicBezTo>
                  <a:pt x="4290" y="12347"/>
                  <a:pt x="3685" y="12038"/>
                  <a:pt x="3144" y="11419"/>
                </a:cubicBezTo>
                <a:cubicBezTo>
                  <a:pt x="3001" y="11276"/>
                  <a:pt x="2858" y="11133"/>
                  <a:pt x="2679" y="11038"/>
                </a:cubicBezTo>
                <a:cubicBezTo>
                  <a:pt x="2405" y="10883"/>
                  <a:pt x="2108" y="10800"/>
                  <a:pt x="1786" y="10800"/>
                </a:cubicBezTo>
                <a:cubicBezTo>
                  <a:pt x="1477" y="10800"/>
                  <a:pt x="1179" y="10871"/>
                  <a:pt x="893" y="11038"/>
                </a:cubicBezTo>
                <a:cubicBezTo>
                  <a:pt x="619" y="11181"/>
                  <a:pt x="405" y="11407"/>
                  <a:pt x="238" y="11693"/>
                </a:cubicBezTo>
                <a:cubicBezTo>
                  <a:pt x="84" y="11954"/>
                  <a:pt x="0" y="12252"/>
                  <a:pt x="0" y="12585"/>
                </a:cubicBezTo>
                <a:cubicBezTo>
                  <a:pt x="0" y="12895"/>
                  <a:pt x="72" y="13193"/>
                  <a:pt x="238" y="13478"/>
                </a:cubicBezTo>
                <a:cubicBezTo>
                  <a:pt x="381" y="13740"/>
                  <a:pt x="608" y="13967"/>
                  <a:pt x="893" y="14133"/>
                </a:cubicBezTo>
                <a:cubicBezTo>
                  <a:pt x="1155" y="14276"/>
                  <a:pt x="1453" y="14371"/>
                  <a:pt x="1786" y="14371"/>
                </a:cubicBezTo>
                <a:cubicBezTo>
                  <a:pt x="2096" y="14371"/>
                  <a:pt x="2394" y="14288"/>
                  <a:pt x="2679" y="14133"/>
                </a:cubicBezTo>
                <a:cubicBezTo>
                  <a:pt x="2846" y="14038"/>
                  <a:pt x="3001" y="13907"/>
                  <a:pt x="3120" y="13752"/>
                </a:cubicBezTo>
                <a:cubicBezTo>
                  <a:pt x="3667" y="13139"/>
                  <a:pt x="4275" y="12833"/>
                  <a:pt x="4880" y="12833"/>
                </a:cubicBezTo>
                <a:cubicBezTo>
                  <a:pt x="5486" y="12833"/>
                  <a:pt x="6090" y="13139"/>
                  <a:pt x="6632" y="13752"/>
                </a:cubicBezTo>
                <a:cubicBezTo>
                  <a:pt x="6775" y="13907"/>
                  <a:pt x="6918" y="14038"/>
                  <a:pt x="7096" y="14133"/>
                </a:cubicBezTo>
                <a:cubicBezTo>
                  <a:pt x="7370" y="14276"/>
                  <a:pt x="7668" y="14371"/>
                  <a:pt x="7989" y="14371"/>
                </a:cubicBezTo>
                <a:cubicBezTo>
                  <a:pt x="8299" y="14371"/>
                  <a:pt x="8597" y="14288"/>
                  <a:pt x="8882" y="14133"/>
                </a:cubicBezTo>
                <a:cubicBezTo>
                  <a:pt x="9156" y="13979"/>
                  <a:pt x="9371" y="13752"/>
                  <a:pt x="9537" y="13478"/>
                </a:cubicBezTo>
                <a:cubicBezTo>
                  <a:pt x="9692" y="13205"/>
                  <a:pt x="9775" y="12907"/>
                  <a:pt x="9775" y="12585"/>
                </a:cubicBezTo>
                <a:cubicBezTo>
                  <a:pt x="9775" y="12383"/>
                  <a:pt x="9752" y="12193"/>
                  <a:pt x="9692" y="12002"/>
                </a:cubicBezTo>
                <a:cubicBezTo>
                  <a:pt x="9168" y="10442"/>
                  <a:pt x="9835" y="9276"/>
                  <a:pt x="11442" y="8954"/>
                </a:cubicBezTo>
                <a:cubicBezTo>
                  <a:pt x="11633" y="8918"/>
                  <a:pt x="11811" y="8847"/>
                  <a:pt x="11990" y="8740"/>
                </a:cubicBezTo>
                <a:cubicBezTo>
                  <a:pt x="12264" y="8597"/>
                  <a:pt x="12490" y="8371"/>
                  <a:pt x="12645" y="8085"/>
                </a:cubicBezTo>
                <a:cubicBezTo>
                  <a:pt x="12800" y="7823"/>
                  <a:pt x="12883" y="7525"/>
                  <a:pt x="12883" y="7192"/>
                </a:cubicBezTo>
                <a:cubicBezTo>
                  <a:pt x="12919" y="6882"/>
                  <a:pt x="12847" y="6573"/>
                  <a:pt x="12681" y="6287"/>
                </a:cubicBezTo>
                <a:cubicBezTo>
                  <a:pt x="12526" y="6013"/>
                  <a:pt x="12311" y="5799"/>
                  <a:pt x="12026" y="5632"/>
                </a:cubicBezTo>
                <a:cubicBezTo>
                  <a:pt x="11859" y="5537"/>
                  <a:pt x="11668" y="5466"/>
                  <a:pt x="11478" y="5418"/>
                </a:cubicBezTo>
                <a:cubicBezTo>
                  <a:pt x="9871" y="5096"/>
                  <a:pt x="9180" y="3930"/>
                  <a:pt x="9704" y="2370"/>
                </a:cubicBezTo>
                <a:cubicBezTo>
                  <a:pt x="9763" y="2191"/>
                  <a:pt x="9811" y="1989"/>
                  <a:pt x="9811" y="1787"/>
                </a:cubicBezTo>
                <a:cubicBezTo>
                  <a:pt x="9811" y="1477"/>
                  <a:pt x="9728" y="1179"/>
                  <a:pt x="9573" y="894"/>
                </a:cubicBezTo>
                <a:cubicBezTo>
                  <a:pt x="9418" y="632"/>
                  <a:pt x="9192" y="405"/>
                  <a:pt x="8918" y="239"/>
                </a:cubicBezTo>
                <a:cubicBezTo>
                  <a:pt x="8644" y="96"/>
                  <a:pt x="8347" y="1"/>
                  <a:pt x="802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txBox="1"/>
          <p:nvPr>
            <p:ph type="ctrTitle"/>
          </p:nvPr>
        </p:nvSpPr>
        <p:spPr>
          <a:xfrm>
            <a:off x="909908" y="1605476"/>
            <a:ext cx="7498200" cy="1746000"/>
          </a:xfrm>
          <a:prstGeom prst="rect">
            <a:avLst/>
          </a:prstGeom>
        </p:spPr>
        <p:txBody>
          <a:bodyPr anchorCtr="0" anchor="b" bIns="0" lIns="0" spcFirstLastPara="1" rIns="0" wrap="square" tIns="0">
            <a:noAutofit/>
          </a:bodyPr>
          <a:lstStyle>
            <a:lvl1pPr lvl="0" rtl="0">
              <a:lnSpc>
                <a:spcPct val="90000"/>
              </a:lnSpc>
              <a:spcBef>
                <a:spcPts val="0"/>
              </a:spcBef>
              <a:spcAft>
                <a:spcPts val="0"/>
              </a:spcAft>
              <a:buClr>
                <a:schemeClr val="dk1"/>
              </a:buClr>
              <a:buSzPts val="4200"/>
              <a:buFont typeface="Syne"/>
              <a:buNone/>
              <a:defRPr b="1" sz="4200">
                <a:solidFill>
                  <a:schemeClr val="dk1"/>
                </a:solidFill>
                <a:latin typeface="Syne"/>
                <a:ea typeface="Syne"/>
                <a:cs typeface="Syne"/>
                <a:sym typeface="Syne"/>
              </a:defRPr>
            </a:lvl1pPr>
            <a:lvl2pPr lvl="1" rtl="0" algn="ctr">
              <a:spcBef>
                <a:spcPts val="0"/>
              </a:spcBef>
              <a:spcAft>
                <a:spcPts val="0"/>
              </a:spcAft>
              <a:buClr>
                <a:schemeClr val="accent1"/>
              </a:buClr>
              <a:buSzPts val="5200"/>
              <a:buNone/>
              <a:defRPr sz="5200">
                <a:solidFill>
                  <a:schemeClr val="accent1"/>
                </a:solidFill>
              </a:defRPr>
            </a:lvl2pPr>
            <a:lvl3pPr lvl="2" rtl="0" algn="ctr">
              <a:spcBef>
                <a:spcPts val="0"/>
              </a:spcBef>
              <a:spcAft>
                <a:spcPts val="0"/>
              </a:spcAft>
              <a:buClr>
                <a:schemeClr val="accent1"/>
              </a:buClr>
              <a:buSzPts val="5200"/>
              <a:buNone/>
              <a:defRPr sz="5200">
                <a:solidFill>
                  <a:schemeClr val="accent1"/>
                </a:solidFill>
              </a:defRPr>
            </a:lvl3pPr>
            <a:lvl4pPr lvl="3" rtl="0" algn="ctr">
              <a:spcBef>
                <a:spcPts val="0"/>
              </a:spcBef>
              <a:spcAft>
                <a:spcPts val="0"/>
              </a:spcAft>
              <a:buClr>
                <a:schemeClr val="accent1"/>
              </a:buClr>
              <a:buSzPts val="5200"/>
              <a:buNone/>
              <a:defRPr sz="5200">
                <a:solidFill>
                  <a:schemeClr val="accent1"/>
                </a:solidFill>
              </a:defRPr>
            </a:lvl4pPr>
            <a:lvl5pPr lvl="4" rtl="0" algn="ctr">
              <a:spcBef>
                <a:spcPts val="0"/>
              </a:spcBef>
              <a:spcAft>
                <a:spcPts val="0"/>
              </a:spcAft>
              <a:buClr>
                <a:schemeClr val="accent1"/>
              </a:buClr>
              <a:buSzPts val="5200"/>
              <a:buNone/>
              <a:defRPr sz="5200">
                <a:solidFill>
                  <a:schemeClr val="accent1"/>
                </a:solidFill>
              </a:defRPr>
            </a:lvl5pPr>
            <a:lvl6pPr lvl="5" rtl="0" algn="ctr">
              <a:spcBef>
                <a:spcPts val="0"/>
              </a:spcBef>
              <a:spcAft>
                <a:spcPts val="0"/>
              </a:spcAft>
              <a:buClr>
                <a:schemeClr val="accent1"/>
              </a:buClr>
              <a:buSzPts val="5200"/>
              <a:buNone/>
              <a:defRPr sz="5200">
                <a:solidFill>
                  <a:schemeClr val="accent1"/>
                </a:solidFill>
              </a:defRPr>
            </a:lvl6pPr>
            <a:lvl7pPr lvl="6" rtl="0" algn="ctr">
              <a:spcBef>
                <a:spcPts val="0"/>
              </a:spcBef>
              <a:spcAft>
                <a:spcPts val="0"/>
              </a:spcAft>
              <a:buClr>
                <a:schemeClr val="accent1"/>
              </a:buClr>
              <a:buSzPts val="5200"/>
              <a:buNone/>
              <a:defRPr sz="5200">
                <a:solidFill>
                  <a:schemeClr val="accent1"/>
                </a:solidFill>
              </a:defRPr>
            </a:lvl7pPr>
            <a:lvl8pPr lvl="7" rtl="0" algn="ctr">
              <a:spcBef>
                <a:spcPts val="0"/>
              </a:spcBef>
              <a:spcAft>
                <a:spcPts val="0"/>
              </a:spcAft>
              <a:buClr>
                <a:schemeClr val="accent1"/>
              </a:buClr>
              <a:buSzPts val="5200"/>
              <a:buNone/>
              <a:defRPr sz="5200">
                <a:solidFill>
                  <a:schemeClr val="accent1"/>
                </a:solidFill>
              </a:defRPr>
            </a:lvl8pPr>
            <a:lvl9pPr lvl="8" rtl="0" algn="ctr">
              <a:spcBef>
                <a:spcPts val="0"/>
              </a:spcBef>
              <a:spcAft>
                <a:spcPts val="0"/>
              </a:spcAft>
              <a:buClr>
                <a:schemeClr val="accent1"/>
              </a:buClr>
              <a:buSzPts val="5200"/>
              <a:buNone/>
              <a:defRPr sz="5200">
                <a:solidFill>
                  <a:schemeClr val="accent1"/>
                </a:solidFill>
              </a:defRPr>
            </a:lvl9pPr>
          </a:lstStyle>
          <a:p/>
        </p:txBody>
      </p:sp>
      <p:sp>
        <p:nvSpPr>
          <p:cNvPr id="28" name="Google Shape;28;p4"/>
          <p:cNvSpPr txBox="1"/>
          <p:nvPr>
            <p:ph idx="1" type="subTitle"/>
          </p:nvPr>
        </p:nvSpPr>
        <p:spPr>
          <a:xfrm>
            <a:off x="922717" y="3457429"/>
            <a:ext cx="4206300" cy="883500"/>
          </a:xfrm>
          <a:prstGeom prst="rect">
            <a:avLst/>
          </a:prstGeom>
        </p:spPr>
        <p:txBody>
          <a:bodyPr anchorCtr="0" anchor="t" bIns="0" lIns="0" spcFirstLastPara="1" rIns="0" wrap="square" tIns="0">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29" name="Google Shape;29;p4"/>
          <p:cNvSpPr txBox="1"/>
          <p:nvPr>
            <p:ph idx="12" type="sldNum"/>
          </p:nvPr>
        </p:nvSpPr>
        <p:spPr>
          <a:xfrm>
            <a:off x="360650" y="4880150"/>
            <a:ext cx="3667800" cy="269700"/>
          </a:xfrm>
          <a:prstGeom prst="rect">
            <a:avLst/>
          </a:prstGeom>
          <a:noFill/>
          <a:ln>
            <a:noFill/>
          </a:ln>
        </p:spPr>
        <p:txBody>
          <a:bodyPr anchorCtr="0" anchor="t" bIns="0" lIns="0" spcFirstLastPara="1" rIns="0" wrap="square" tIns="0">
            <a:noAutofit/>
          </a:bodyPr>
          <a:lstStyle>
            <a:lvl1pPr lvl="0" rtl="0" algn="l">
              <a:buNone/>
              <a:defRPr sz="800">
                <a:solidFill>
                  <a:schemeClr val="dk1"/>
                </a:solidFill>
                <a:latin typeface="Public Sans"/>
                <a:ea typeface="Public Sans"/>
                <a:cs typeface="Public Sans"/>
                <a:sym typeface="Public Sans"/>
              </a:defRPr>
            </a:lvl1pPr>
            <a:lvl2pPr lvl="1" rtl="0" algn="l">
              <a:buNone/>
              <a:defRPr sz="800">
                <a:solidFill>
                  <a:schemeClr val="dk1"/>
                </a:solidFill>
                <a:latin typeface="Public Sans"/>
                <a:ea typeface="Public Sans"/>
                <a:cs typeface="Public Sans"/>
                <a:sym typeface="Public Sans"/>
              </a:defRPr>
            </a:lvl2pPr>
            <a:lvl3pPr lvl="2" rtl="0" algn="l">
              <a:buNone/>
              <a:defRPr sz="800">
                <a:solidFill>
                  <a:schemeClr val="dk1"/>
                </a:solidFill>
                <a:latin typeface="Public Sans"/>
                <a:ea typeface="Public Sans"/>
                <a:cs typeface="Public Sans"/>
                <a:sym typeface="Public Sans"/>
              </a:defRPr>
            </a:lvl3pPr>
            <a:lvl4pPr lvl="3" rtl="0" algn="l">
              <a:buNone/>
              <a:defRPr sz="800">
                <a:solidFill>
                  <a:schemeClr val="dk1"/>
                </a:solidFill>
                <a:latin typeface="Public Sans"/>
                <a:ea typeface="Public Sans"/>
                <a:cs typeface="Public Sans"/>
                <a:sym typeface="Public Sans"/>
              </a:defRPr>
            </a:lvl4pPr>
            <a:lvl5pPr lvl="4" rtl="0" algn="l">
              <a:buNone/>
              <a:defRPr sz="800">
                <a:solidFill>
                  <a:schemeClr val="dk1"/>
                </a:solidFill>
                <a:latin typeface="Public Sans"/>
                <a:ea typeface="Public Sans"/>
                <a:cs typeface="Public Sans"/>
                <a:sym typeface="Public Sans"/>
              </a:defRPr>
            </a:lvl5pPr>
            <a:lvl6pPr lvl="5" rtl="0" algn="l">
              <a:buNone/>
              <a:defRPr sz="800">
                <a:solidFill>
                  <a:schemeClr val="dk1"/>
                </a:solidFill>
                <a:latin typeface="Public Sans"/>
                <a:ea typeface="Public Sans"/>
                <a:cs typeface="Public Sans"/>
                <a:sym typeface="Public Sans"/>
              </a:defRPr>
            </a:lvl6pPr>
            <a:lvl7pPr lvl="6" rtl="0" algn="l">
              <a:buNone/>
              <a:defRPr sz="800">
                <a:solidFill>
                  <a:schemeClr val="dk1"/>
                </a:solidFill>
                <a:latin typeface="Public Sans"/>
                <a:ea typeface="Public Sans"/>
                <a:cs typeface="Public Sans"/>
                <a:sym typeface="Public Sans"/>
              </a:defRPr>
            </a:lvl7pPr>
            <a:lvl8pPr lvl="7" rtl="0" algn="l">
              <a:buNone/>
              <a:defRPr sz="800">
                <a:solidFill>
                  <a:schemeClr val="dk1"/>
                </a:solidFill>
                <a:latin typeface="Public Sans"/>
                <a:ea typeface="Public Sans"/>
                <a:cs typeface="Public Sans"/>
                <a:sym typeface="Public Sans"/>
              </a:defRPr>
            </a:lvl8pPr>
            <a:lvl9pPr lvl="8" rtl="0" algn="l">
              <a:buNone/>
              <a:defRPr sz="800">
                <a:solidFill>
                  <a:schemeClr val="dk1"/>
                </a:solidFill>
                <a:latin typeface="Public Sans"/>
                <a:ea typeface="Public Sans"/>
                <a:cs typeface="Public Sans"/>
                <a:sym typeface="Public Sans"/>
              </a:defRPr>
            </a:lvl9pPr>
          </a:lstStyle>
          <a:p>
            <a:pPr indent="0" lvl="0" marL="0" rtl="0" algn="l">
              <a:spcBef>
                <a:spcPts val="0"/>
              </a:spcBef>
              <a:spcAft>
                <a:spcPts val="0"/>
              </a:spcAft>
              <a:buNone/>
            </a:pPr>
            <a:r>
              <a:rPr lang="en"/>
              <a:t>Neo4j Inc. All rights reserved 2023	</a:t>
            </a:r>
            <a:endParaRPr/>
          </a:p>
        </p:txBody>
      </p:sp>
      <p:sp>
        <p:nvSpPr>
          <p:cNvPr id="30" name="Google Shape;30;p4"/>
          <p:cNvSpPr txBox="1"/>
          <p:nvPr>
            <p:ph idx="2" type="sldNum"/>
          </p:nvPr>
        </p:nvSpPr>
        <p:spPr>
          <a:xfrm>
            <a:off x="0" y="4880150"/>
            <a:ext cx="265200" cy="269700"/>
          </a:xfrm>
          <a:prstGeom prst="rect">
            <a:avLst/>
          </a:prstGeom>
          <a:noFill/>
          <a:ln>
            <a:noFill/>
          </a:ln>
        </p:spPr>
        <p:txBody>
          <a:bodyPr anchorCtr="0" anchor="t" bIns="0" lIns="0" spcFirstLastPara="1" rIns="0" wrap="square" tIns="0">
            <a:noAutofit/>
          </a:bodyPr>
          <a:lstStyle>
            <a:lvl1pPr lvl="0" rtl="0" algn="r">
              <a:buNone/>
              <a:defRPr sz="800">
                <a:solidFill>
                  <a:schemeClr val="dk1"/>
                </a:solidFill>
                <a:latin typeface="Public Sans"/>
                <a:ea typeface="Public Sans"/>
                <a:cs typeface="Public Sans"/>
                <a:sym typeface="Public Sans"/>
              </a:defRPr>
            </a:lvl1pPr>
            <a:lvl2pPr lvl="1" rtl="0" algn="r">
              <a:buNone/>
              <a:defRPr sz="800">
                <a:solidFill>
                  <a:schemeClr val="dk1"/>
                </a:solidFill>
                <a:latin typeface="Public Sans"/>
                <a:ea typeface="Public Sans"/>
                <a:cs typeface="Public Sans"/>
                <a:sym typeface="Public Sans"/>
              </a:defRPr>
            </a:lvl2pPr>
            <a:lvl3pPr lvl="2" rtl="0" algn="r">
              <a:buNone/>
              <a:defRPr sz="800">
                <a:solidFill>
                  <a:schemeClr val="dk1"/>
                </a:solidFill>
                <a:latin typeface="Public Sans"/>
                <a:ea typeface="Public Sans"/>
                <a:cs typeface="Public Sans"/>
                <a:sym typeface="Public Sans"/>
              </a:defRPr>
            </a:lvl3pPr>
            <a:lvl4pPr lvl="3" rtl="0" algn="r">
              <a:buNone/>
              <a:defRPr sz="800">
                <a:solidFill>
                  <a:schemeClr val="dk1"/>
                </a:solidFill>
                <a:latin typeface="Public Sans"/>
                <a:ea typeface="Public Sans"/>
                <a:cs typeface="Public Sans"/>
                <a:sym typeface="Public Sans"/>
              </a:defRPr>
            </a:lvl4pPr>
            <a:lvl5pPr lvl="4" rtl="0" algn="r">
              <a:buNone/>
              <a:defRPr sz="800">
                <a:solidFill>
                  <a:schemeClr val="dk1"/>
                </a:solidFill>
                <a:latin typeface="Public Sans"/>
                <a:ea typeface="Public Sans"/>
                <a:cs typeface="Public Sans"/>
                <a:sym typeface="Public Sans"/>
              </a:defRPr>
            </a:lvl5pPr>
            <a:lvl6pPr lvl="5" rtl="0" algn="r">
              <a:buNone/>
              <a:defRPr sz="800">
                <a:solidFill>
                  <a:schemeClr val="dk1"/>
                </a:solidFill>
                <a:latin typeface="Public Sans"/>
                <a:ea typeface="Public Sans"/>
                <a:cs typeface="Public Sans"/>
                <a:sym typeface="Public Sans"/>
              </a:defRPr>
            </a:lvl6pPr>
            <a:lvl7pPr lvl="6" rtl="0" algn="r">
              <a:buNone/>
              <a:defRPr sz="800">
                <a:solidFill>
                  <a:schemeClr val="dk1"/>
                </a:solidFill>
                <a:latin typeface="Public Sans"/>
                <a:ea typeface="Public Sans"/>
                <a:cs typeface="Public Sans"/>
                <a:sym typeface="Public Sans"/>
              </a:defRPr>
            </a:lvl7pPr>
            <a:lvl8pPr lvl="7" rtl="0" algn="r">
              <a:buNone/>
              <a:defRPr sz="800">
                <a:solidFill>
                  <a:schemeClr val="dk1"/>
                </a:solidFill>
                <a:latin typeface="Public Sans"/>
                <a:ea typeface="Public Sans"/>
                <a:cs typeface="Public Sans"/>
                <a:sym typeface="Public Sans"/>
              </a:defRPr>
            </a:lvl8pPr>
            <a:lvl9pPr lvl="8" rtl="0" algn="r">
              <a:buNone/>
              <a:defRPr sz="800">
                <a:solidFill>
                  <a:schemeClr val="dk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73">
          <p15:clr>
            <a:srgbClr val="E46962"/>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bright 3">
  <p:cSld name="TITLE_1_1_1">
    <p:bg>
      <p:bgPr>
        <a:solidFill>
          <a:schemeClr val="dk2"/>
        </a:solidFill>
      </p:bgPr>
    </p:bg>
    <p:spTree>
      <p:nvGrpSpPr>
        <p:cNvPr id="31" name="Shape 31"/>
        <p:cNvGrpSpPr/>
        <p:nvPr/>
      </p:nvGrpSpPr>
      <p:grpSpPr>
        <a:xfrm>
          <a:off x="0" y="0"/>
          <a:ext cx="0" cy="0"/>
          <a:chOff x="0" y="0"/>
          <a:chExt cx="0" cy="0"/>
        </a:xfrm>
      </p:grpSpPr>
      <p:sp>
        <p:nvSpPr>
          <p:cNvPr id="32" name="Google Shape;32;p5"/>
          <p:cNvSpPr txBox="1"/>
          <p:nvPr>
            <p:ph type="ctrTitle"/>
          </p:nvPr>
        </p:nvSpPr>
        <p:spPr>
          <a:xfrm>
            <a:off x="909908" y="1605476"/>
            <a:ext cx="7498200" cy="1746000"/>
          </a:xfrm>
          <a:prstGeom prst="rect">
            <a:avLst/>
          </a:prstGeom>
        </p:spPr>
        <p:txBody>
          <a:bodyPr anchorCtr="0" anchor="b" bIns="0" lIns="0" spcFirstLastPara="1" rIns="0" wrap="square" tIns="0">
            <a:noAutofit/>
          </a:bodyPr>
          <a:lstStyle>
            <a:lvl1pPr lvl="0" rtl="0">
              <a:lnSpc>
                <a:spcPct val="90000"/>
              </a:lnSpc>
              <a:spcBef>
                <a:spcPts val="0"/>
              </a:spcBef>
              <a:spcAft>
                <a:spcPts val="0"/>
              </a:spcAft>
              <a:buClr>
                <a:schemeClr val="dk1"/>
              </a:buClr>
              <a:buSzPts val="4200"/>
              <a:buFont typeface="Syne"/>
              <a:buNone/>
              <a:defRPr b="1" sz="4200">
                <a:solidFill>
                  <a:schemeClr val="dk1"/>
                </a:solidFill>
                <a:latin typeface="Syne"/>
                <a:ea typeface="Syne"/>
                <a:cs typeface="Syne"/>
                <a:sym typeface="Syne"/>
              </a:defRPr>
            </a:lvl1pPr>
            <a:lvl2pPr lvl="1" rtl="0" algn="ctr">
              <a:spcBef>
                <a:spcPts val="0"/>
              </a:spcBef>
              <a:spcAft>
                <a:spcPts val="0"/>
              </a:spcAft>
              <a:buClr>
                <a:schemeClr val="accent1"/>
              </a:buClr>
              <a:buSzPts val="5200"/>
              <a:buNone/>
              <a:defRPr sz="5200">
                <a:solidFill>
                  <a:schemeClr val="accent1"/>
                </a:solidFill>
              </a:defRPr>
            </a:lvl2pPr>
            <a:lvl3pPr lvl="2" rtl="0" algn="ctr">
              <a:spcBef>
                <a:spcPts val="0"/>
              </a:spcBef>
              <a:spcAft>
                <a:spcPts val="0"/>
              </a:spcAft>
              <a:buClr>
                <a:schemeClr val="accent1"/>
              </a:buClr>
              <a:buSzPts val="5200"/>
              <a:buNone/>
              <a:defRPr sz="5200">
                <a:solidFill>
                  <a:schemeClr val="accent1"/>
                </a:solidFill>
              </a:defRPr>
            </a:lvl3pPr>
            <a:lvl4pPr lvl="3" rtl="0" algn="ctr">
              <a:spcBef>
                <a:spcPts val="0"/>
              </a:spcBef>
              <a:spcAft>
                <a:spcPts val="0"/>
              </a:spcAft>
              <a:buClr>
                <a:schemeClr val="accent1"/>
              </a:buClr>
              <a:buSzPts val="5200"/>
              <a:buNone/>
              <a:defRPr sz="5200">
                <a:solidFill>
                  <a:schemeClr val="accent1"/>
                </a:solidFill>
              </a:defRPr>
            </a:lvl4pPr>
            <a:lvl5pPr lvl="4" rtl="0" algn="ctr">
              <a:spcBef>
                <a:spcPts val="0"/>
              </a:spcBef>
              <a:spcAft>
                <a:spcPts val="0"/>
              </a:spcAft>
              <a:buClr>
                <a:schemeClr val="accent1"/>
              </a:buClr>
              <a:buSzPts val="5200"/>
              <a:buNone/>
              <a:defRPr sz="5200">
                <a:solidFill>
                  <a:schemeClr val="accent1"/>
                </a:solidFill>
              </a:defRPr>
            </a:lvl5pPr>
            <a:lvl6pPr lvl="5" rtl="0" algn="ctr">
              <a:spcBef>
                <a:spcPts val="0"/>
              </a:spcBef>
              <a:spcAft>
                <a:spcPts val="0"/>
              </a:spcAft>
              <a:buClr>
                <a:schemeClr val="accent1"/>
              </a:buClr>
              <a:buSzPts val="5200"/>
              <a:buNone/>
              <a:defRPr sz="5200">
                <a:solidFill>
                  <a:schemeClr val="accent1"/>
                </a:solidFill>
              </a:defRPr>
            </a:lvl6pPr>
            <a:lvl7pPr lvl="6" rtl="0" algn="ctr">
              <a:spcBef>
                <a:spcPts val="0"/>
              </a:spcBef>
              <a:spcAft>
                <a:spcPts val="0"/>
              </a:spcAft>
              <a:buClr>
                <a:schemeClr val="accent1"/>
              </a:buClr>
              <a:buSzPts val="5200"/>
              <a:buNone/>
              <a:defRPr sz="5200">
                <a:solidFill>
                  <a:schemeClr val="accent1"/>
                </a:solidFill>
              </a:defRPr>
            </a:lvl7pPr>
            <a:lvl8pPr lvl="7" rtl="0" algn="ctr">
              <a:spcBef>
                <a:spcPts val="0"/>
              </a:spcBef>
              <a:spcAft>
                <a:spcPts val="0"/>
              </a:spcAft>
              <a:buClr>
                <a:schemeClr val="accent1"/>
              </a:buClr>
              <a:buSzPts val="5200"/>
              <a:buNone/>
              <a:defRPr sz="5200">
                <a:solidFill>
                  <a:schemeClr val="accent1"/>
                </a:solidFill>
              </a:defRPr>
            </a:lvl8pPr>
            <a:lvl9pPr lvl="8" rtl="0" algn="ctr">
              <a:spcBef>
                <a:spcPts val="0"/>
              </a:spcBef>
              <a:spcAft>
                <a:spcPts val="0"/>
              </a:spcAft>
              <a:buClr>
                <a:schemeClr val="accent1"/>
              </a:buClr>
              <a:buSzPts val="5200"/>
              <a:buNone/>
              <a:defRPr sz="5200">
                <a:solidFill>
                  <a:schemeClr val="accent1"/>
                </a:solidFill>
              </a:defRPr>
            </a:lvl9pPr>
          </a:lstStyle>
          <a:p/>
        </p:txBody>
      </p:sp>
      <p:sp>
        <p:nvSpPr>
          <p:cNvPr id="33" name="Google Shape;33;p5"/>
          <p:cNvSpPr txBox="1"/>
          <p:nvPr>
            <p:ph idx="1" type="subTitle"/>
          </p:nvPr>
        </p:nvSpPr>
        <p:spPr>
          <a:xfrm>
            <a:off x="922717" y="3457429"/>
            <a:ext cx="4206300" cy="883500"/>
          </a:xfrm>
          <a:prstGeom prst="rect">
            <a:avLst/>
          </a:prstGeom>
        </p:spPr>
        <p:txBody>
          <a:bodyPr anchorCtr="0" anchor="t" bIns="0" lIns="0" spcFirstLastPara="1" rIns="0" wrap="square" tIns="0">
            <a:noAutofit/>
          </a:bodyPr>
          <a:lstStyle>
            <a:lvl1pPr lvl="0" rtl="0">
              <a:spcBef>
                <a:spcPts val="0"/>
              </a:spcBef>
              <a:spcAft>
                <a:spcPts val="0"/>
              </a:spcAft>
              <a:buSzPts val="1600"/>
              <a:buNone/>
              <a:defRPr/>
            </a:lvl1pPr>
            <a:lvl2pPr lvl="1" rtl="0">
              <a:spcBef>
                <a:spcPts val="0"/>
              </a:spcBef>
              <a:spcAft>
                <a:spcPts val="0"/>
              </a:spcAft>
              <a:buSzPts val="1600"/>
              <a:buNone/>
              <a:defRPr/>
            </a:lvl2pPr>
            <a:lvl3pPr lvl="2" rtl="0">
              <a:spcBef>
                <a:spcPts val="0"/>
              </a:spcBef>
              <a:spcAft>
                <a:spcPts val="0"/>
              </a:spcAft>
              <a:buSzPts val="1600"/>
              <a:buNone/>
              <a:defRPr/>
            </a:lvl3pPr>
            <a:lvl4pPr lvl="3" rtl="0">
              <a:spcBef>
                <a:spcPts val="0"/>
              </a:spcBef>
              <a:spcAft>
                <a:spcPts val="0"/>
              </a:spcAft>
              <a:buSzPts val="1600"/>
              <a:buNone/>
              <a:defRPr/>
            </a:lvl4pPr>
            <a:lvl5pPr lvl="4" rtl="0">
              <a:spcBef>
                <a:spcPts val="0"/>
              </a:spcBef>
              <a:spcAft>
                <a:spcPts val="0"/>
              </a:spcAft>
              <a:buSzPts val="1600"/>
              <a:buNone/>
              <a:defRPr/>
            </a:lvl5pPr>
            <a:lvl6pPr lvl="5" rtl="0">
              <a:spcBef>
                <a:spcPts val="0"/>
              </a:spcBef>
              <a:spcAft>
                <a:spcPts val="0"/>
              </a:spcAft>
              <a:buSzPts val="1600"/>
              <a:buNone/>
              <a:defRPr/>
            </a:lvl6pPr>
            <a:lvl7pPr lvl="6" rtl="0">
              <a:spcBef>
                <a:spcPts val="0"/>
              </a:spcBef>
              <a:spcAft>
                <a:spcPts val="0"/>
              </a:spcAft>
              <a:buSzPts val="1600"/>
              <a:buNone/>
              <a:defRPr/>
            </a:lvl7pPr>
            <a:lvl8pPr lvl="7" rtl="0">
              <a:spcBef>
                <a:spcPts val="0"/>
              </a:spcBef>
              <a:spcAft>
                <a:spcPts val="0"/>
              </a:spcAft>
              <a:buSzPts val="1600"/>
              <a:buNone/>
              <a:defRPr/>
            </a:lvl8pPr>
            <a:lvl9pPr lvl="8" rtl="0">
              <a:spcBef>
                <a:spcPts val="0"/>
              </a:spcBef>
              <a:spcAft>
                <a:spcPts val="0"/>
              </a:spcAft>
              <a:buSzPts val="1600"/>
              <a:buNone/>
              <a:defRPr/>
            </a:lvl9pPr>
          </a:lstStyle>
          <a:p/>
        </p:txBody>
      </p:sp>
      <p:sp>
        <p:nvSpPr>
          <p:cNvPr id="34" name="Google Shape;34;p5"/>
          <p:cNvSpPr txBox="1"/>
          <p:nvPr>
            <p:ph idx="12" type="sldNum"/>
          </p:nvPr>
        </p:nvSpPr>
        <p:spPr>
          <a:xfrm>
            <a:off x="360650" y="4880150"/>
            <a:ext cx="3667800" cy="269700"/>
          </a:xfrm>
          <a:prstGeom prst="rect">
            <a:avLst/>
          </a:prstGeom>
          <a:noFill/>
          <a:ln>
            <a:noFill/>
          </a:ln>
        </p:spPr>
        <p:txBody>
          <a:bodyPr anchorCtr="0" anchor="t" bIns="0" lIns="0" spcFirstLastPara="1" rIns="0" wrap="square" tIns="0">
            <a:noAutofit/>
          </a:bodyPr>
          <a:lstStyle>
            <a:lvl1pPr lvl="0" rtl="0" algn="l">
              <a:buNone/>
              <a:defRPr sz="800">
                <a:solidFill>
                  <a:schemeClr val="dk1"/>
                </a:solidFill>
                <a:latin typeface="Public Sans"/>
                <a:ea typeface="Public Sans"/>
                <a:cs typeface="Public Sans"/>
                <a:sym typeface="Public Sans"/>
              </a:defRPr>
            </a:lvl1pPr>
            <a:lvl2pPr lvl="1" rtl="0" algn="l">
              <a:buNone/>
              <a:defRPr sz="800">
                <a:solidFill>
                  <a:schemeClr val="dk1"/>
                </a:solidFill>
                <a:latin typeface="Public Sans"/>
                <a:ea typeface="Public Sans"/>
                <a:cs typeface="Public Sans"/>
                <a:sym typeface="Public Sans"/>
              </a:defRPr>
            </a:lvl2pPr>
            <a:lvl3pPr lvl="2" rtl="0" algn="l">
              <a:buNone/>
              <a:defRPr sz="800">
                <a:solidFill>
                  <a:schemeClr val="dk1"/>
                </a:solidFill>
                <a:latin typeface="Public Sans"/>
                <a:ea typeface="Public Sans"/>
                <a:cs typeface="Public Sans"/>
                <a:sym typeface="Public Sans"/>
              </a:defRPr>
            </a:lvl3pPr>
            <a:lvl4pPr lvl="3" rtl="0" algn="l">
              <a:buNone/>
              <a:defRPr sz="800">
                <a:solidFill>
                  <a:schemeClr val="dk1"/>
                </a:solidFill>
                <a:latin typeface="Public Sans"/>
                <a:ea typeface="Public Sans"/>
                <a:cs typeface="Public Sans"/>
                <a:sym typeface="Public Sans"/>
              </a:defRPr>
            </a:lvl4pPr>
            <a:lvl5pPr lvl="4" rtl="0" algn="l">
              <a:buNone/>
              <a:defRPr sz="800">
                <a:solidFill>
                  <a:schemeClr val="dk1"/>
                </a:solidFill>
                <a:latin typeface="Public Sans"/>
                <a:ea typeface="Public Sans"/>
                <a:cs typeface="Public Sans"/>
                <a:sym typeface="Public Sans"/>
              </a:defRPr>
            </a:lvl5pPr>
            <a:lvl6pPr lvl="5" rtl="0" algn="l">
              <a:buNone/>
              <a:defRPr sz="800">
                <a:solidFill>
                  <a:schemeClr val="dk1"/>
                </a:solidFill>
                <a:latin typeface="Public Sans"/>
                <a:ea typeface="Public Sans"/>
                <a:cs typeface="Public Sans"/>
                <a:sym typeface="Public Sans"/>
              </a:defRPr>
            </a:lvl6pPr>
            <a:lvl7pPr lvl="6" rtl="0" algn="l">
              <a:buNone/>
              <a:defRPr sz="800">
                <a:solidFill>
                  <a:schemeClr val="dk1"/>
                </a:solidFill>
                <a:latin typeface="Public Sans"/>
                <a:ea typeface="Public Sans"/>
                <a:cs typeface="Public Sans"/>
                <a:sym typeface="Public Sans"/>
              </a:defRPr>
            </a:lvl7pPr>
            <a:lvl8pPr lvl="7" rtl="0" algn="l">
              <a:buNone/>
              <a:defRPr sz="800">
                <a:solidFill>
                  <a:schemeClr val="dk1"/>
                </a:solidFill>
                <a:latin typeface="Public Sans"/>
                <a:ea typeface="Public Sans"/>
                <a:cs typeface="Public Sans"/>
                <a:sym typeface="Public Sans"/>
              </a:defRPr>
            </a:lvl8pPr>
            <a:lvl9pPr lvl="8" rtl="0" algn="l">
              <a:buNone/>
              <a:defRPr sz="800">
                <a:solidFill>
                  <a:schemeClr val="dk1"/>
                </a:solidFill>
                <a:latin typeface="Public Sans"/>
                <a:ea typeface="Public Sans"/>
                <a:cs typeface="Public Sans"/>
                <a:sym typeface="Public Sans"/>
              </a:defRPr>
            </a:lvl9pPr>
          </a:lstStyle>
          <a:p>
            <a:pPr indent="0" lvl="0" marL="0" rtl="0" algn="l">
              <a:spcBef>
                <a:spcPts val="0"/>
              </a:spcBef>
              <a:spcAft>
                <a:spcPts val="0"/>
              </a:spcAft>
              <a:buNone/>
            </a:pPr>
            <a:r>
              <a:rPr lang="en"/>
              <a:t>Neo4j Inc. All rights reserved 2023	</a:t>
            </a:r>
            <a:endParaRPr/>
          </a:p>
        </p:txBody>
      </p:sp>
      <p:sp>
        <p:nvSpPr>
          <p:cNvPr id="35" name="Google Shape;35;p5"/>
          <p:cNvSpPr txBox="1"/>
          <p:nvPr>
            <p:ph idx="2" type="sldNum"/>
          </p:nvPr>
        </p:nvSpPr>
        <p:spPr>
          <a:xfrm>
            <a:off x="0" y="4880150"/>
            <a:ext cx="265200" cy="269700"/>
          </a:xfrm>
          <a:prstGeom prst="rect">
            <a:avLst/>
          </a:prstGeom>
          <a:noFill/>
          <a:ln>
            <a:noFill/>
          </a:ln>
        </p:spPr>
        <p:txBody>
          <a:bodyPr anchorCtr="0" anchor="t" bIns="0" lIns="0" spcFirstLastPara="1" rIns="0" wrap="square" tIns="0">
            <a:noAutofit/>
          </a:bodyPr>
          <a:lstStyle>
            <a:lvl1pPr lvl="0" rtl="0" algn="r">
              <a:buNone/>
              <a:defRPr sz="800">
                <a:solidFill>
                  <a:schemeClr val="dk1"/>
                </a:solidFill>
                <a:latin typeface="Public Sans"/>
                <a:ea typeface="Public Sans"/>
                <a:cs typeface="Public Sans"/>
                <a:sym typeface="Public Sans"/>
              </a:defRPr>
            </a:lvl1pPr>
            <a:lvl2pPr lvl="1" rtl="0" algn="r">
              <a:buNone/>
              <a:defRPr sz="800">
                <a:solidFill>
                  <a:schemeClr val="dk1"/>
                </a:solidFill>
                <a:latin typeface="Public Sans"/>
                <a:ea typeface="Public Sans"/>
                <a:cs typeface="Public Sans"/>
                <a:sym typeface="Public Sans"/>
              </a:defRPr>
            </a:lvl2pPr>
            <a:lvl3pPr lvl="2" rtl="0" algn="r">
              <a:buNone/>
              <a:defRPr sz="800">
                <a:solidFill>
                  <a:schemeClr val="dk1"/>
                </a:solidFill>
                <a:latin typeface="Public Sans"/>
                <a:ea typeface="Public Sans"/>
                <a:cs typeface="Public Sans"/>
                <a:sym typeface="Public Sans"/>
              </a:defRPr>
            </a:lvl3pPr>
            <a:lvl4pPr lvl="3" rtl="0" algn="r">
              <a:buNone/>
              <a:defRPr sz="800">
                <a:solidFill>
                  <a:schemeClr val="dk1"/>
                </a:solidFill>
                <a:latin typeface="Public Sans"/>
                <a:ea typeface="Public Sans"/>
                <a:cs typeface="Public Sans"/>
                <a:sym typeface="Public Sans"/>
              </a:defRPr>
            </a:lvl4pPr>
            <a:lvl5pPr lvl="4" rtl="0" algn="r">
              <a:buNone/>
              <a:defRPr sz="800">
                <a:solidFill>
                  <a:schemeClr val="dk1"/>
                </a:solidFill>
                <a:latin typeface="Public Sans"/>
                <a:ea typeface="Public Sans"/>
                <a:cs typeface="Public Sans"/>
                <a:sym typeface="Public Sans"/>
              </a:defRPr>
            </a:lvl5pPr>
            <a:lvl6pPr lvl="5" rtl="0" algn="r">
              <a:buNone/>
              <a:defRPr sz="800">
                <a:solidFill>
                  <a:schemeClr val="dk1"/>
                </a:solidFill>
                <a:latin typeface="Public Sans"/>
                <a:ea typeface="Public Sans"/>
                <a:cs typeface="Public Sans"/>
                <a:sym typeface="Public Sans"/>
              </a:defRPr>
            </a:lvl6pPr>
            <a:lvl7pPr lvl="6" rtl="0" algn="r">
              <a:buNone/>
              <a:defRPr sz="800">
                <a:solidFill>
                  <a:schemeClr val="dk1"/>
                </a:solidFill>
                <a:latin typeface="Public Sans"/>
                <a:ea typeface="Public Sans"/>
                <a:cs typeface="Public Sans"/>
                <a:sym typeface="Public Sans"/>
              </a:defRPr>
            </a:lvl7pPr>
            <a:lvl8pPr lvl="7" rtl="0" algn="r">
              <a:buNone/>
              <a:defRPr sz="800">
                <a:solidFill>
                  <a:schemeClr val="dk1"/>
                </a:solidFill>
                <a:latin typeface="Public Sans"/>
                <a:ea typeface="Public Sans"/>
                <a:cs typeface="Public Sans"/>
                <a:sym typeface="Public Sans"/>
              </a:defRPr>
            </a:lvl8pPr>
            <a:lvl9pPr lvl="8" rtl="0" algn="r">
              <a:buNone/>
              <a:defRPr sz="800">
                <a:solidFill>
                  <a:schemeClr val="dk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36" name="Google Shape;36;p5"/>
          <p:cNvSpPr/>
          <p:nvPr/>
        </p:nvSpPr>
        <p:spPr>
          <a:xfrm flipH="1" rot="3600057">
            <a:off x="5148804" y="712258"/>
            <a:ext cx="4620039" cy="2584997"/>
          </a:xfrm>
          <a:custGeom>
            <a:rect b="b" l="l" r="r" t="t"/>
            <a:pathLst>
              <a:path extrusionOk="0" h="8954" w="16003">
                <a:moveTo>
                  <a:pt x="8025" y="1"/>
                </a:moveTo>
                <a:cubicBezTo>
                  <a:pt x="7692" y="1"/>
                  <a:pt x="7394" y="84"/>
                  <a:pt x="7132" y="239"/>
                </a:cubicBezTo>
                <a:cubicBezTo>
                  <a:pt x="6954" y="346"/>
                  <a:pt x="6799" y="477"/>
                  <a:pt x="6668" y="620"/>
                </a:cubicBezTo>
                <a:cubicBezTo>
                  <a:pt x="6126" y="1239"/>
                  <a:pt x="5519" y="1548"/>
                  <a:pt x="4912" y="1548"/>
                </a:cubicBezTo>
                <a:cubicBezTo>
                  <a:pt x="4305" y="1548"/>
                  <a:pt x="3697" y="1239"/>
                  <a:pt x="3156" y="620"/>
                </a:cubicBezTo>
                <a:cubicBezTo>
                  <a:pt x="3025" y="477"/>
                  <a:pt x="2858" y="358"/>
                  <a:pt x="2691" y="251"/>
                </a:cubicBezTo>
                <a:cubicBezTo>
                  <a:pt x="2418" y="84"/>
                  <a:pt x="2120" y="12"/>
                  <a:pt x="1798" y="12"/>
                </a:cubicBezTo>
                <a:cubicBezTo>
                  <a:pt x="1477" y="12"/>
                  <a:pt x="1179" y="108"/>
                  <a:pt x="905" y="251"/>
                </a:cubicBezTo>
                <a:cubicBezTo>
                  <a:pt x="632" y="417"/>
                  <a:pt x="405" y="643"/>
                  <a:pt x="251" y="905"/>
                </a:cubicBezTo>
                <a:cubicBezTo>
                  <a:pt x="96" y="1191"/>
                  <a:pt x="12" y="1489"/>
                  <a:pt x="1" y="1786"/>
                </a:cubicBezTo>
                <a:cubicBezTo>
                  <a:pt x="1" y="2108"/>
                  <a:pt x="96" y="2406"/>
                  <a:pt x="239" y="2679"/>
                </a:cubicBezTo>
                <a:cubicBezTo>
                  <a:pt x="405" y="2953"/>
                  <a:pt x="632" y="3179"/>
                  <a:pt x="894" y="3334"/>
                </a:cubicBezTo>
                <a:cubicBezTo>
                  <a:pt x="1179" y="3489"/>
                  <a:pt x="1477" y="3572"/>
                  <a:pt x="1786" y="3572"/>
                </a:cubicBezTo>
                <a:cubicBezTo>
                  <a:pt x="2120" y="3572"/>
                  <a:pt x="2418" y="3477"/>
                  <a:pt x="2679" y="3334"/>
                </a:cubicBezTo>
                <a:cubicBezTo>
                  <a:pt x="2858" y="3239"/>
                  <a:pt x="3013" y="3108"/>
                  <a:pt x="3144" y="2953"/>
                </a:cubicBezTo>
                <a:cubicBezTo>
                  <a:pt x="3686" y="2340"/>
                  <a:pt x="4293" y="2033"/>
                  <a:pt x="4900" y="2033"/>
                </a:cubicBezTo>
                <a:cubicBezTo>
                  <a:pt x="5507" y="2033"/>
                  <a:pt x="6114" y="2340"/>
                  <a:pt x="6656" y="2953"/>
                </a:cubicBezTo>
                <a:cubicBezTo>
                  <a:pt x="6775" y="3108"/>
                  <a:pt x="6942" y="3239"/>
                  <a:pt x="7097" y="3334"/>
                </a:cubicBezTo>
                <a:cubicBezTo>
                  <a:pt x="7275" y="3430"/>
                  <a:pt x="7454" y="3513"/>
                  <a:pt x="7656" y="3537"/>
                </a:cubicBezTo>
                <a:cubicBezTo>
                  <a:pt x="9264" y="3870"/>
                  <a:pt x="9930" y="5025"/>
                  <a:pt x="9406" y="6585"/>
                </a:cubicBezTo>
                <a:cubicBezTo>
                  <a:pt x="9347" y="6787"/>
                  <a:pt x="9323" y="6978"/>
                  <a:pt x="9323" y="7168"/>
                </a:cubicBezTo>
                <a:cubicBezTo>
                  <a:pt x="9323" y="7501"/>
                  <a:pt x="9406" y="7799"/>
                  <a:pt x="9561" y="8061"/>
                </a:cubicBezTo>
                <a:cubicBezTo>
                  <a:pt x="9716" y="8347"/>
                  <a:pt x="9942" y="8573"/>
                  <a:pt x="10216" y="8716"/>
                </a:cubicBezTo>
                <a:cubicBezTo>
                  <a:pt x="10490" y="8883"/>
                  <a:pt x="10788" y="8954"/>
                  <a:pt x="11109" y="8954"/>
                </a:cubicBezTo>
                <a:cubicBezTo>
                  <a:pt x="11431" y="8954"/>
                  <a:pt x="11728" y="8871"/>
                  <a:pt x="12002" y="8716"/>
                </a:cubicBezTo>
                <a:cubicBezTo>
                  <a:pt x="12276" y="8549"/>
                  <a:pt x="12502" y="8335"/>
                  <a:pt x="12657" y="8061"/>
                </a:cubicBezTo>
                <a:cubicBezTo>
                  <a:pt x="12812" y="7775"/>
                  <a:pt x="12895" y="7478"/>
                  <a:pt x="12895" y="7168"/>
                </a:cubicBezTo>
                <a:cubicBezTo>
                  <a:pt x="12895" y="6966"/>
                  <a:pt x="12859" y="6763"/>
                  <a:pt x="12800" y="6585"/>
                </a:cubicBezTo>
                <a:cubicBezTo>
                  <a:pt x="12276" y="5025"/>
                  <a:pt x="12931" y="3870"/>
                  <a:pt x="14562" y="3537"/>
                </a:cubicBezTo>
                <a:cubicBezTo>
                  <a:pt x="14752" y="3489"/>
                  <a:pt x="14943" y="3441"/>
                  <a:pt x="15110" y="3334"/>
                </a:cubicBezTo>
                <a:cubicBezTo>
                  <a:pt x="15395" y="3168"/>
                  <a:pt x="15610" y="2941"/>
                  <a:pt x="15764" y="2679"/>
                </a:cubicBezTo>
                <a:cubicBezTo>
                  <a:pt x="15931" y="2394"/>
                  <a:pt x="16003" y="2096"/>
                  <a:pt x="16003" y="1786"/>
                </a:cubicBezTo>
                <a:cubicBezTo>
                  <a:pt x="16003" y="1453"/>
                  <a:pt x="15907" y="1155"/>
                  <a:pt x="15764" y="893"/>
                </a:cubicBezTo>
                <a:cubicBezTo>
                  <a:pt x="15598" y="608"/>
                  <a:pt x="15372" y="382"/>
                  <a:pt x="15110" y="239"/>
                </a:cubicBezTo>
                <a:cubicBezTo>
                  <a:pt x="14824" y="72"/>
                  <a:pt x="14526" y="1"/>
                  <a:pt x="14217" y="1"/>
                </a:cubicBezTo>
                <a:cubicBezTo>
                  <a:pt x="13883" y="1"/>
                  <a:pt x="13586" y="84"/>
                  <a:pt x="13324" y="239"/>
                </a:cubicBezTo>
                <a:cubicBezTo>
                  <a:pt x="13038" y="405"/>
                  <a:pt x="12812" y="620"/>
                  <a:pt x="12669" y="893"/>
                </a:cubicBezTo>
                <a:cubicBezTo>
                  <a:pt x="12502" y="1167"/>
                  <a:pt x="12431" y="1465"/>
                  <a:pt x="12431" y="1786"/>
                </a:cubicBezTo>
                <a:cubicBezTo>
                  <a:pt x="12431" y="1989"/>
                  <a:pt x="12478" y="2203"/>
                  <a:pt x="12538" y="2382"/>
                </a:cubicBezTo>
                <a:cubicBezTo>
                  <a:pt x="12895" y="3418"/>
                  <a:pt x="12693" y="4287"/>
                  <a:pt x="12062" y="4834"/>
                </a:cubicBezTo>
                <a:cubicBezTo>
                  <a:pt x="11794" y="5067"/>
                  <a:pt x="11460" y="5183"/>
                  <a:pt x="11127" y="5183"/>
                </a:cubicBezTo>
                <a:cubicBezTo>
                  <a:pt x="10794" y="5183"/>
                  <a:pt x="10460" y="5067"/>
                  <a:pt x="10192" y="4834"/>
                </a:cubicBezTo>
                <a:cubicBezTo>
                  <a:pt x="9561" y="4263"/>
                  <a:pt x="9383" y="3406"/>
                  <a:pt x="9716" y="2358"/>
                </a:cubicBezTo>
                <a:cubicBezTo>
                  <a:pt x="9776" y="2167"/>
                  <a:pt x="9811" y="1977"/>
                  <a:pt x="9811" y="1786"/>
                </a:cubicBezTo>
                <a:cubicBezTo>
                  <a:pt x="9811" y="1453"/>
                  <a:pt x="9716" y="1155"/>
                  <a:pt x="9573" y="893"/>
                </a:cubicBezTo>
                <a:cubicBezTo>
                  <a:pt x="9406" y="608"/>
                  <a:pt x="9180" y="382"/>
                  <a:pt x="8918" y="239"/>
                </a:cubicBezTo>
                <a:cubicBezTo>
                  <a:pt x="8633" y="72"/>
                  <a:pt x="8335" y="1"/>
                  <a:pt x="802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5"/>
          <p:cNvSpPr/>
          <p:nvPr/>
        </p:nvSpPr>
        <p:spPr>
          <a:xfrm rot="10799881">
            <a:off x="-430948" y="-468384"/>
            <a:ext cx="3716211" cy="2591926"/>
          </a:xfrm>
          <a:custGeom>
            <a:rect b="b" l="l" r="r" t="t"/>
            <a:pathLst>
              <a:path extrusionOk="0" h="8978" w="12872">
                <a:moveTo>
                  <a:pt x="7989" y="0"/>
                </a:moveTo>
                <a:cubicBezTo>
                  <a:pt x="7680" y="0"/>
                  <a:pt x="7382" y="72"/>
                  <a:pt x="7097" y="239"/>
                </a:cubicBezTo>
                <a:cubicBezTo>
                  <a:pt x="6942" y="334"/>
                  <a:pt x="6775" y="465"/>
                  <a:pt x="6656" y="608"/>
                </a:cubicBezTo>
                <a:cubicBezTo>
                  <a:pt x="6112" y="1230"/>
                  <a:pt x="5501" y="1539"/>
                  <a:pt x="4891" y="1539"/>
                </a:cubicBezTo>
                <a:cubicBezTo>
                  <a:pt x="4287" y="1539"/>
                  <a:pt x="3683" y="1236"/>
                  <a:pt x="3144" y="631"/>
                </a:cubicBezTo>
                <a:cubicBezTo>
                  <a:pt x="3013" y="477"/>
                  <a:pt x="2858" y="346"/>
                  <a:pt x="2679" y="250"/>
                </a:cubicBezTo>
                <a:cubicBezTo>
                  <a:pt x="2417" y="108"/>
                  <a:pt x="2120" y="12"/>
                  <a:pt x="1786" y="12"/>
                </a:cubicBezTo>
                <a:cubicBezTo>
                  <a:pt x="1477" y="12"/>
                  <a:pt x="1179" y="96"/>
                  <a:pt x="893" y="250"/>
                </a:cubicBezTo>
                <a:cubicBezTo>
                  <a:pt x="631" y="405"/>
                  <a:pt x="405" y="631"/>
                  <a:pt x="239" y="905"/>
                </a:cubicBezTo>
                <a:cubicBezTo>
                  <a:pt x="96" y="1179"/>
                  <a:pt x="0" y="1477"/>
                  <a:pt x="0" y="1798"/>
                </a:cubicBezTo>
                <a:cubicBezTo>
                  <a:pt x="0" y="2120"/>
                  <a:pt x="72" y="2417"/>
                  <a:pt x="239" y="2691"/>
                </a:cubicBezTo>
                <a:cubicBezTo>
                  <a:pt x="393" y="2965"/>
                  <a:pt x="608" y="3191"/>
                  <a:pt x="893" y="3346"/>
                </a:cubicBezTo>
                <a:cubicBezTo>
                  <a:pt x="1167" y="3501"/>
                  <a:pt x="1465" y="3584"/>
                  <a:pt x="1786" y="3584"/>
                </a:cubicBezTo>
                <a:cubicBezTo>
                  <a:pt x="2096" y="3584"/>
                  <a:pt x="2394" y="3513"/>
                  <a:pt x="2679" y="3346"/>
                </a:cubicBezTo>
                <a:cubicBezTo>
                  <a:pt x="2846" y="3251"/>
                  <a:pt x="3013" y="3132"/>
                  <a:pt x="3144" y="2977"/>
                </a:cubicBezTo>
                <a:cubicBezTo>
                  <a:pt x="3688" y="2361"/>
                  <a:pt x="4300" y="2053"/>
                  <a:pt x="4913" y="2053"/>
                </a:cubicBezTo>
                <a:cubicBezTo>
                  <a:pt x="5118" y="2053"/>
                  <a:pt x="5322" y="2087"/>
                  <a:pt x="5525" y="2155"/>
                </a:cubicBezTo>
                <a:cubicBezTo>
                  <a:pt x="6192" y="2394"/>
                  <a:pt x="6596" y="3072"/>
                  <a:pt x="6465" y="3787"/>
                </a:cubicBezTo>
                <a:cubicBezTo>
                  <a:pt x="6299" y="4620"/>
                  <a:pt x="5644" y="5215"/>
                  <a:pt x="4572" y="5430"/>
                </a:cubicBezTo>
                <a:cubicBezTo>
                  <a:pt x="4382" y="5465"/>
                  <a:pt x="4179" y="5537"/>
                  <a:pt x="4001" y="5644"/>
                </a:cubicBezTo>
                <a:cubicBezTo>
                  <a:pt x="3739" y="5787"/>
                  <a:pt x="3513" y="6013"/>
                  <a:pt x="3346" y="6299"/>
                </a:cubicBezTo>
                <a:cubicBezTo>
                  <a:pt x="3203" y="6561"/>
                  <a:pt x="3108" y="6858"/>
                  <a:pt x="3108" y="7192"/>
                </a:cubicBezTo>
                <a:cubicBezTo>
                  <a:pt x="3108" y="7501"/>
                  <a:pt x="3191" y="7799"/>
                  <a:pt x="3346" y="8085"/>
                </a:cubicBezTo>
                <a:cubicBezTo>
                  <a:pt x="3501" y="8347"/>
                  <a:pt x="3727" y="8573"/>
                  <a:pt x="4001" y="8740"/>
                </a:cubicBezTo>
                <a:cubicBezTo>
                  <a:pt x="4275" y="8882"/>
                  <a:pt x="4572" y="8978"/>
                  <a:pt x="4894" y="8978"/>
                </a:cubicBezTo>
                <a:cubicBezTo>
                  <a:pt x="5215" y="8978"/>
                  <a:pt x="5513" y="8906"/>
                  <a:pt x="5787" y="8740"/>
                </a:cubicBezTo>
                <a:cubicBezTo>
                  <a:pt x="6061" y="8585"/>
                  <a:pt x="6287" y="8370"/>
                  <a:pt x="6442" y="8085"/>
                </a:cubicBezTo>
                <a:cubicBezTo>
                  <a:pt x="6596" y="7811"/>
                  <a:pt x="6680" y="7513"/>
                  <a:pt x="6680" y="7192"/>
                </a:cubicBezTo>
                <a:cubicBezTo>
                  <a:pt x="6680" y="7001"/>
                  <a:pt x="6656" y="6799"/>
                  <a:pt x="6596" y="6608"/>
                </a:cubicBezTo>
                <a:cubicBezTo>
                  <a:pt x="6239" y="5573"/>
                  <a:pt x="6430" y="4691"/>
                  <a:pt x="7073" y="4144"/>
                </a:cubicBezTo>
                <a:cubicBezTo>
                  <a:pt x="7341" y="3912"/>
                  <a:pt x="7671" y="3796"/>
                  <a:pt x="8001" y="3796"/>
                </a:cubicBezTo>
                <a:cubicBezTo>
                  <a:pt x="8332" y="3796"/>
                  <a:pt x="8662" y="3912"/>
                  <a:pt x="8930" y="4144"/>
                </a:cubicBezTo>
                <a:cubicBezTo>
                  <a:pt x="9573" y="4691"/>
                  <a:pt x="9764" y="5549"/>
                  <a:pt x="9406" y="6596"/>
                </a:cubicBezTo>
                <a:cubicBezTo>
                  <a:pt x="9347" y="6775"/>
                  <a:pt x="9299" y="6977"/>
                  <a:pt x="9299" y="7192"/>
                </a:cubicBezTo>
                <a:cubicBezTo>
                  <a:pt x="9299" y="7501"/>
                  <a:pt x="9383" y="7799"/>
                  <a:pt x="9537" y="8085"/>
                </a:cubicBezTo>
                <a:cubicBezTo>
                  <a:pt x="9692" y="8347"/>
                  <a:pt x="9918" y="8573"/>
                  <a:pt x="10192" y="8740"/>
                </a:cubicBezTo>
                <a:cubicBezTo>
                  <a:pt x="10466" y="8882"/>
                  <a:pt x="10764" y="8978"/>
                  <a:pt x="11085" y="8978"/>
                </a:cubicBezTo>
                <a:cubicBezTo>
                  <a:pt x="11407" y="8978"/>
                  <a:pt x="11704" y="8906"/>
                  <a:pt x="11978" y="8740"/>
                </a:cubicBezTo>
                <a:cubicBezTo>
                  <a:pt x="12252" y="8585"/>
                  <a:pt x="12478" y="8370"/>
                  <a:pt x="12633" y="8085"/>
                </a:cubicBezTo>
                <a:cubicBezTo>
                  <a:pt x="12788" y="7811"/>
                  <a:pt x="12871" y="7513"/>
                  <a:pt x="12871" y="7192"/>
                </a:cubicBezTo>
                <a:cubicBezTo>
                  <a:pt x="12871" y="6882"/>
                  <a:pt x="12800" y="6561"/>
                  <a:pt x="12633" y="6287"/>
                </a:cubicBezTo>
                <a:cubicBezTo>
                  <a:pt x="12490" y="6013"/>
                  <a:pt x="12264" y="5787"/>
                  <a:pt x="11978" y="5632"/>
                </a:cubicBezTo>
                <a:cubicBezTo>
                  <a:pt x="11823" y="5525"/>
                  <a:pt x="11621" y="5465"/>
                  <a:pt x="11430" y="5418"/>
                </a:cubicBezTo>
                <a:cubicBezTo>
                  <a:pt x="9823" y="5096"/>
                  <a:pt x="9156" y="3929"/>
                  <a:pt x="9680" y="2382"/>
                </a:cubicBezTo>
                <a:cubicBezTo>
                  <a:pt x="9740" y="2203"/>
                  <a:pt x="9775" y="2001"/>
                  <a:pt x="9775" y="1786"/>
                </a:cubicBezTo>
                <a:cubicBezTo>
                  <a:pt x="9775" y="1477"/>
                  <a:pt x="9704" y="1179"/>
                  <a:pt x="9537" y="893"/>
                </a:cubicBezTo>
                <a:cubicBezTo>
                  <a:pt x="9394" y="631"/>
                  <a:pt x="9168" y="405"/>
                  <a:pt x="8882" y="239"/>
                </a:cubicBezTo>
                <a:cubicBezTo>
                  <a:pt x="8621" y="96"/>
                  <a:pt x="8323" y="0"/>
                  <a:pt x="798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573">
          <p15:clr>
            <a:srgbClr val="E46962"/>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dark 1">
  <p:cSld name="TITLE_1_1_1_1">
    <p:bg>
      <p:bgPr>
        <a:solidFill>
          <a:schemeClr val="accent2"/>
        </a:solidFill>
      </p:bgPr>
    </p:bg>
    <p:spTree>
      <p:nvGrpSpPr>
        <p:cNvPr id="38" name="Shape 38"/>
        <p:cNvGrpSpPr/>
        <p:nvPr/>
      </p:nvGrpSpPr>
      <p:grpSpPr>
        <a:xfrm>
          <a:off x="0" y="0"/>
          <a:ext cx="0" cy="0"/>
          <a:chOff x="0" y="0"/>
          <a:chExt cx="0" cy="0"/>
        </a:xfrm>
      </p:grpSpPr>
      <p:sp>
        <p:nvSpPr>
          <p:cNvPr id="39" name="Google Shape;39;p6"/>
          <p:cNvSpPr/>
          <p:nvPr/>
        </p:nvSpPr>
        <p:spPr>
          <a:xfrm rot="-1200026">
            <a:off x="-975131" y="2515136"/>
            <a:ext cx="14712436" cy="5364034"/>
          </a:xfrm>
          <a:custGeom>
            <a:rect b="b" l="l" r="r" t="t"/>
            <a:pathLst>
              <a:path extrusionOk="0" h="3573" w="9800">
                <a:moveTo>
                  <a:pt x="1786" y="0"/>
                </a:moveTo>
                <a:cubicBezTo>
                  <a:pt x="1477" y="0"/>
                  <a:pt x="1179" y="84"/>
                  <a:pt x="893" y="239"/>
                </a:cubicBezTo>
                <a:cubicBezTo>
                  <a:pt x="632" y="393"/>
                  <a:pt x="405" y="620"/>
                  <a:pt x="239" y="893"/>
                </a:cubicBezTo>
                <a:cubicBezTo>
                  <a:pt x="96" y="1167"/>
                  <a:pt x="0" y="1465"/>
                  <a:pt x="0" y="1786"/>
                </a:cubicBezTo>
                <a:cubicBezTo>
                  <a:pt x="0" y="2108"/>
                  <a:pt x="84" y="2405"/>
                  <a:pt x="239" y="2679"/>
                </a:cubicBezTo>
                <a:cubicBezTo>
                  <a:pt x="393" y="2953"/>
                  <a:pt x="620" y="3179"/>
                  <a:pt x="893" y="3334"/>
                </a:cubicBezTo>
                <a:cubicBezTo>
                  <a:pt x="1167" y="3489"/>
                  <a:pt x="1465" y="3572"/>
                  <a:pt x="1786" y="3572"/>
                </a:cubicBezTo>
                <a:cubicBezTo>
                  <a:pt x="2108" y="3572"/>
                  <a:pt x="2406" y="3501"/>
                  <a:pt x="2679" y="3334"/>
                </a:cubicBezTo>
                <a:cubicBezTo>
                  <a:pt x="2846" y="3251"/>
                  <a:pt x="3013" y="3108"/>
                  <a:pt x="3132" y="2965"/>
                </a:cubicBezTo>
                <a:cubicBezTo>
                  <a:pt x="3674" y="2346"/>
                  <a:pt x="4281" y="2036"/>
                  <a:pt x="4888" y="2036"/>
                </a:cubicBezTo>
                <a:cubicBezTo>
                  <a:pt x="5495" y="2036"/>
                  <a:pt x="6102" y="2346"/>
                  <a:pt x="6644" y="2965"/>
                </a:cubicBezTo>
                <a:cubicBezTo>
                  <a:pt x="6775" y="3108"/>
                  <a:pt x="6930" y="3251"/>
                  <a:pt x="7109" y="3334"/>
                </a:cubicBezTo>
                <a:cubicBezTo>
                  <a:pt x="7370" y="3489"/>
                  <a:pt x="7668" y="3572"/>
                  <a:pt x="8001" y="3572"/>
                </a:cubicBezTo>
                <a:cubicBezTo>
                  <a:pt x="8311" y="3572"/>
                  <a:pt x="8609" y="3501"/>
                  <a:pt x="8894" y="3334"/>
                </a:cubicBezTo>
                <a:cubicBezTo>
                  <a:pt x="9156" y="3191"/>
                  <a:pt x="9383" y="2965"/>
                  <a:pt x="9549" y="2679"/>
                </a:cubicBezTo>
                <a:cubicBezTo>
                  <a:pt x="9692" y="2417"/>
                  <a:pt x="9787" y="2120"/>
                  <a:pt x="9787" y="1786"/>
                </a:cubicBezTo>
                <a:cubicBezTo>
                  <a:pt x="9799" y="1489"/>
                  <a:pt x="9728" y="1191"/>
                  <a:pt x="9561" y="917"/>
                </a:cubicBezTo>
                <a:cubicBezTo>
                  <a:pt x="9406" y="643"/>
                  <a:pt x="9192" y="417"/>
                  <a:pt x="8906" y="262"/>
                </a:cubicBezTo>
                <a:cubicBezTo>
                  <a:pt x="8644" y="108"/>
                  <a:pt x="8347" y="24"/>
                  <a:pt x="8013" y="24"/>
                </a:cubicBezTo>
                <a:cubicBezTo>
                  <a:pt x="7704" y="24"/>
                  <a:pt x="7406" y="96"/>
                  <a:pt x="7120" y="262"/>
                </a:cubicBezTo>
                <a:cubicBezTo>
                  <a:pt x="6954" y="358"/>
                  <a:pt x="6799" y="477"/>
                  <a:pt x="6656" y="631"/>
                </a:cubicBezTo>
                <a:cubicBezTo>
                  <a:pt x="6114" y="1251"/>
                  <a:pt x="5507" y="1560"/>
                  <a:pt x="4900" y="1560"/>
                </a:cubicBezTo>
                <a:cubicBezTo>
                  <a:pt x="4293" y="1560"/>
                  <a:pt x="3685" y="1251"/>
                  <a:pt x="3144" y="631"/>
                </a:cubicBezTo>
                <a:cubicBezTo>
                  <a:pt x="3013" y="477"/>
                  <a:pt x="2858" y="346"/>
                  <a:pt x="2679" y="239"/>
                </a:cubicBezTo>
                <a:cubicBezTo>
                  <a:pt x="2417" y="96"/>
                  <a:pt x="2120" y="0"/>
                  <a:pt x="17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6"/>
          <p:cNvSpPr txBox="1"/>
          <p:nvPr>
            <p:ph idx="12" type="sldNum"/>
          </p:nvPr>
        </p:nvSpPr>
        <p:spPr>
          <a:xfrm>
            <a:off x="360650" y="4880150"/>
            <a:ext cx="3667800" cy="269700"/>
          </a:xfrm>
          <a:prstGeom prst="rect">
            <a:avLst/>
          </a:prstGeom>
          <a:noFill/>
          <a:ln>
            <a:noFill/>
          </a:ln>
        </p:spPr>
        <p:txBody>
          <a:bodyPr anchorCtr="0" anchor="t" bIns="0" lIns="0" spcFirstLastPara="1" rIns="0" wrap="square" tIns="0">
            <a:noAutofit/>
          </a:bodyPr>
          <a:lstStyle>
            <a:lvl1pPr lvl="0" rtl="0" algn="l">
              <a:buNone/>
              <a:defRPr sz="800">
                <a:solidFill>
                  <a:srgbClr val="FFFFFF"/>
                </a:solidFill>
                <a:latin typeface="Public Sans"/>
                <a:ea typeface="Public Sans"/>
                <a:cs typeface="Public Sans"/>
                <a:sym typeface="Public Sans"/>
              </a:defRPr>
            </a:lvl1pPr>
            <a:lvl2pPr lvl="1" rtl="0" algn="l">
              <a:buNone/>
              <a:defRPr sz="800">
                <a:solidFill>
                  <a:srgbClr val="FFFFFF"/>
                </a:solidFill>
                <a:latin typeface="Public Sans"/>
                <a:ea typeface="Public Sans"/>
                <a:cs typeface="Public Sans"/>
                <a:sym typeface="Public Sans"/>
              </a:defRPr>
            </a:lvl2pPr>
            <a:lvl3pPr lvl="2" rtl="0" algn="l">
              <a:buNone/>
              <a:defRPr sz="800">
                <a:solidFill>
                  <a:srgbClr val="FFFFFF"/>
                </a:solidFill>
                <a:latin typeface="Public Sans"/>
                <a:ea typeface="Public Sans"/>
                <a:cs typeface="Public Sans"/>
                <a:sym typeface="Public Sans"/>
              </a:defRPr>
            </a:lvl3pPr>
            <a:lvl4pPr lvl="3" rtl="0" algn="l">
              <a:buNone/>
              <a:defRPr sz="800">
                <a:solidFill>
                  <a:srgbClr val="FFFFFF"/>
                </a:solidFill>
                <a:latin typeface="Public Sans"/>
                <a:ea typeface="Public Sans"/>
                <a:cs typeface="Public Sans"/>
                <a:sym typeface="Public Sans"/>
              </a:defRPr>
            </a:lvl4pPr>
            <a:lvl5pPr lvl="4" rtl="0" algn="l">
              <a:buNone/>
              <a:defRPr sz="800">
                <a:solidFill>
                  <a:srgbClr val="FFFFFF"/>
                </a:solidFill>
                <a:latin typeface="Public Sans"/>
                <a:ea typeface="Public Sans"/>
                <a:cs typeface="Public Sans"/>
                <a:sym typeface="Public Sans"/>
              </a:defRPr>
            </a:lvl5pPr>
            <a:lvl6pPr lvl="5" rtl="0" algn="l">
              <a:buNone/>
              <a:defRPr sz="800">
                <a:solidFill>
                  <a:srgbClr val="FFFFFF"/>
                </a:solidFill>
                <a:latin typeface="Public Sans"/>
                <a:ea typeface="Public Sans"/>
                <a:cs typeface="Public Sans"/>
                <a:sym typeface="Public Sans"/>
              </a:defRPr>
            </a:lvl6pPr>
            <a:lvl7pPr lvl="6" rtl="0" algn="l">
              <a:buNone/>
              <a:defRPr sz="800">
                <a:solidFill>
                  <a:srgbClr val="FFFFFF"/>
                </a:solidFill>
                <a:latin typeface="Public Sans"/>
                <a:ea typeface="Public Sans"/>
                <a:cs typeface="Public Sans"/>
                <a:sym typeface="Public Sans"/>
              </a:defRPr>
            </a:lvl7pPr>
            <a:lvl8pPr lvl="7" rtl="0" algn="l">
              <a:buNone/>
              <a:defRPr sz="800">
                <a:solidFill>
                  <a:srgbClr val="FFFFFF"/>
                </a:solidFill>
                <a:latin typeface="Public Sans"/>
                <a:ea typeface="Public Sans"/>
                <a:cs typeface="Public Sans"/>
                <a:sym typeface="Public Sans"/>
              </a:defRPr>
            </a:lvl8pPr>
            <a:lvl9pPr lvl="8" rtl="0" algn="l">
              <a:buNone/>
              <a:defRPr sz="800">
                <a:solidFill>
                  <a:srgbClr val="FFFFFF"/>
                </a:solidFill>
                <a:latin typeface="Public Sans"/>
                <a:ea typeface="Public Sans"/>
                <a:cs typeface="Public Sans"/>
                <a:sym typeface="Public Sans"/>
              </a:defRPr>
            </a:lvl9pPr>
          </a:lstStyle>
          <a:p>
            <a:pPr indent="0" lvl="0" marL="0" rtl="0" algn="l">
              <a:spcBef>
                <a:spcPts val="0"/>
              </a:spcBef>
              <a:spcAft>
                <a:spcPts val="0"/>
              </a:spcAft>
              <a:buNone/>
            </a:pPr>
            <a:r>
              <a:rPr lang="en"/>
              <a:t>Neo4j Inc. All rights reserved 2023	</a:t>
            </a:r>
            <a:endParaRPr/>
          </a:p>
        </p:txBody>
      </p:sp>
      <p:sp>
        <p:nvSpPr>
          <p:cNvPr id="41" name="Google Shape;41;p6"/>
          <p:cNvSpPr txBox="1"/>
          <p:nvPr>
            <p:ph idx="2" type="sldNum"/>
          </p:nvPr>
        </p:nvSpPr>
        <p:spPr>
          <a:xfrm>
            <a:off x="0" y="4880150"/>
            <a:ext cx="265200" cy="269700"/>
          </a:xfrm>
          <a:prstGeom prst="rect">
            <a:avLst/>
          </a:prstGeom>
          <a:noFill/>
          <a:ln>
            <a:noFill/>
          </a:ln>
        </p:spPr>
        <p:txBody>
          <a:bodyPr anchorCtr="0" anchor="t" bIns="0" lIns="0" spcFirstLastPara="1" rIns="0" wrap="square" tIns="0">
            <a:noAutofit/>
          </a:bodyPr>
          <a:lstStyle>
            <a:lvl1pPr lvl="0" rtl="0" algn="r">
              <a:buNone/>
              <a:defRPr sz="800">
                <a:solidFill>
                  <a:srgbClr val="FFFFFF"/>
                </a:solidFill>
                <a:latin typeface="Public Sans"/>
                <a:ea typeface="Public Sans"/>
                <a:cs typeface="Public Sans"/>
                <a:sym typeface="Public Sans"/>
              </a:defRPr>
            </a:lvl1pPr>
            <a:lvl2pPr lvl="1" rtl="0" algn="r">
              <a:buNone/>
              <a:defRPr sz="800">
                <a:solidFill>
                  <a:srgbClr val="FFFFFF"/>
                </a:solidFill>
                <a:latin typeface="Public Sans"/>
                <a:ea typeface="Public Sans"/>
                <a:cs typeface="Public Sans"/>
                <a:sym typeface="Public Sans"/>
              </a:defRPr>
            </a:lvl2pPr>
            <a:lvl3pPr lvl="2" rtl="0" algn="r">
              <a:buNone/>
              <a:defRPr sz="800">
                <a:solidFill>
                  <a:srgbClr val="FFFFFF"/>
                </a:solidFill>
                <a:latin typeface="Public Sans"/>
                <a:ea typeface="Public Sans"/>
                <a:cs typeface="Public Sans"/>
                <a:sym typeface="Public Sans"/>
              </a:defRPr>
            </a:lvl3pPr>
            <a:lvl4pPr lvl="3" rtl="0" algn="r">
              <a:buNone/>
              <a:defRPr sz="800">
                <a:solidFill>
                  <a:srgbClr val="FFFFFF"/>
                </a:solidFill>
                <a:latin typeface="Public Sans"/>
                <a:ea typeface="Public Sans"/>
                <a:cs typeface="Public Sans"/>
                <a:sym typeface="Public Sans"/>
              </a:defRPr>
            </a:lvl4pPr>
            <a:lvl5pPr lvl="4" rtl="0" algn="r">
              <a:buNone/>
              <a:defRPr sz="800">
                <a:solidFill>
                  <a:srgbClr val="FFFFFF"/>
                </a:solidFill>
                <a:latin typeface="Public Sans"/>
                <a:ea typeface="Public Sans"/>
                <a:cs typeface="Public Sans"/>
                <a:sym typeface="Public Sans"/>
              </a:defRPr>
            </a:lvl5pPr>
            <a:lvl6pPr lvl="5" rtl="0" algn="r">
              <a:buNone/>
              <a:defRPr sz="800">
                <a:solidFill>
                  <a:srgbClr val="FFFFFF"/>
                </a:solidFill>
                <a:latin typeface="Public Sans"/>
                <a:ea typeface="Public Sans"/>
                <a:cs typeface="Public Sans"/>
                <a:sym typeface="Public Sans"/>
              </a:defRPr>
            </a:lvl6pPr>
            <a:lvl7pPr lvl="6" rtl="0" algn="r">
              <a:buNone/>
              <a:defRPr sz="800">
                <a:solidFill>
                  <a:srgbClr val="FFFFFF"/>
                </a:solidFill>
                <a:latin typeface="Public Sans"/>
                <a:ea typeface="Public Sans"/>
                <a:cs typeface="Public Sans"/>
                <a:sym typeface="Public Sans"/>
              </a:defRPr>
            </a:lvl7pPr>
            <a:lvl8pPr lvl="7" rtl="0" algn="r">
              <a:buNone/>
              <a:defRPr sz="800">
                <a:solidFill>
                  <a:srgbClr val="FFFFFF"/>
                </a:solidFill>
                <a:latin typeface="Public Sans"/>
                <a:ea typeface="Public Sans"/>
                <a:cs typeface="Public Sans"/>
                <a:sym typeface="Public Sans"/>
              </a:defRPr>
            </a:lvl8pPr>
            <a:lvl9pPr lvl="8" rtl="0" algn="r">
              <a:buNone/>
              <a:defRPr sz="800">
                <a:solidFill>
                  <a:srgbClr val="FFFFFF"/>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42" name="Google Shape;42;p6"/>
          <p:cNvSpPr txBox="1"/>
          <p:nvPr>
            <p:ph type="ctrTitle"/>
          </p:nvPr>
        </p:nvSpPr>
        <p:spPr>
          <a:xfrm>
            <a:off x="909908" y="1605476"/>
            <a:ext cx="7498200" cy="1746000"/>
          </a:xfrm>
          <a:prstGeom prst="rect">
            <a:avLst/>
          </a:prstGeom>
        </p:spPr>
        <p:txBody>
          <a:bodyPr anchorCtr="0" anchor="b" bIns="0" lIns="0" spcFirstLastPara="1" rIns="0" wrap="square" tIns="0">
            <a:noAutofit/>
          </a:bodyPr>
          <a:lstStyle>
            <a:lvl1pPr lvl="0" rtl="0">
              <a:lnSpc>
                <a:spcPct val="90000"/>
              </a:lnSpc>
              <a:spcBef>
                <a:spcPts val="0"/>
              </a:spcBef>
              <a:spcAft>
                <a:spcPts val="0"/>
              </a:spcAft>
              <a:buClr>
                <a:srgbClr val="FFFFFF"/>
              </a:buClr>
              <a:buSzPts val="4200"/>
              <a:buFont typeface="Syne"/>
              <a:buNone/>
              <a:defRPr b="1" sz="4200">
                <a:solidFill>
                  <a:srgbClr val="FFFFFF"/>
                </a:solidFill>
                <a:latin typeface="Syne"/>
                <a:ea typeface="Syne"/>
                <a:cs typeface="Syne"/>
                <a:sym typeface="Syne"/>
              </a:defRPr>
            </a:lvl1pPr>
            <a:lvl2pPr lvl="1" rtl="0" algn="ctr">
              <a:spcBef>
                <a:spcPts val="0"/>
              </a:spcBef>
              <a:spcAft>
                <a:spcPts val="0"/>
              </a:spcAft>
              <a:buClr>
                <a:srgbClr val="FFFFFF"/>
              </a:buClr>
              <a:buSzPts val="5200"/>
              <a:buNone/>
              <a:defRPr sz="5200">
                <a:solidFill>
                  <a:srgbClr val="FFFFFF"/>
                </a:solidFill>
              </a:defRPr>
            </a:lvl2pPr>
            <a:lvl3pPr lvl="2" rtl="0" algn="ctr">
              <a:spcBef>
                <a:spcPts val="0"/>
              </a:spcBef>
              <a:spcAft>
                <a:spcPts val="0"/>
              </a:spcAft>
              <a:buClr>
                <a:srgbClr val="FFFFFF"/>
              </a:buClr>
              <a:buSzPts val="5200"/>
              <a:buNone/>
              <a:defRPr sz="5200">
                <a:solidFill>
                  <a:srgbClr val="FFFFFF"/>
                </a:solidFill>
              </a:defRPr>
            </a:lvl3pPr>
            <a:lvl4pPr lvl="3" rtl="0" algn="ctr">
              <a:spcBef>
                <a:spcPts val="0"/>
              </a:spcBef>
              <a:spcAft>
                <a:spcPts val="0"/>
              </a:spcAft>
              <a:buClr>
                <a:srgbClr val="FFFFFF"/>
              </a:buClr>
              <a:buSzPts val="5200"/>
              <a:buNone/>
              <a:defRPr sz="5200">
                <a:solidFill>
                  <a:srgbClr val="FFFFFF"/>
                </a:solidFill>
              </a:defRPr>
            </a:lvl4pPr>
            <a:lvl5pPr lvl="4" rtl="0" algn="ctr">
              <a:spcBef>
                <a:spcPts val="0"/>
              </a:spcBef>
              <a:spcAft>
                <a:spcPts val="0"/>
              </a:spcAft>
              <a:buClr>
                <a:srgbClr val="FFFFFF"/>
              </a:buClr>
              <a:buSzPts val="5200"/>
              <a:buNone/>
              <a:defRPr sz="5200">
                <a:solidFill>
                  <a:srgbClr val="FFFFFF"/>
                </a:solidFill>
              </a:defRPr>
            </a:lvl5pPr>
            <a:lvl6pPr lvl="5" rtl="0" algn="ctr">
              <a:spcBef>
                <a:spcPts val="0"/>
              </a:spcBef>
              <a:spcAft>
                <a:spcPts val="0"/>
              </a:spcAft>
              <a:buClr>
                <a:srgbClr val="FFFFFF"/>
              </a:buClr>
              <a:buSzPts val="5200"/>
              <a:buNone/>
              <a:defRPr sz="5200">
                <a:solidFill>
                  <a:srgbClr val="FFFFFF"/>
                </a:solidFill>
              </a:defRPr>
            </a:lvl6pPr>
            <a:lvl7pPr lvl="6" rtl="0" algn="ctr">
              <a:spcBef>
                <a:spcPts val="0"/>
              </a:spcBef>
              <a:spcAft>
                <a:spcPts val="0"/>
              </a:spcAft>
              <a:buClr>
                <a:srgbClr val="FFFFFF"/>
              </a:buClr>
              <a:buSzPts val="5200"/>
              <a:buNone/>
              <a:defRPr sz="5200">
                <a:solidFill>
                  <a:srgbClr val="FFFFFF"/>
                </a:solidFill>
              </a:defRPr>
            </a:lvl7pPr>
            <a:lvl8pPr lvl="7" rtl="0" algn="ctr">
              <a:spcBef>
                <a:spcPts val="0"/>
              </a:spcBef>
              <a:spcAft>
                <a:spcPts val="0"/>
              </a:spcAft>
              <a:buClr>
                <a:srgbClr val="FFFFFF"/>
              </a:buClr>
              <a:buSzPts val="5200"/>
              <a:buNone/>
              <a:defRPr sz="5200">
                <a:solidFill>
                  <a:srgbClr val="FFFFFF"/>
                </a:solidFill>
              </a:defRPr>
            </a:lvl8pPr>
            <a:lvl9pPr lvl="8" rtl="0" algn="ctr">
              <a:spcBef>
                <a:spcPts val="0"/>
              </a:spcBef>
              <a:spcAft>
                <a:spcPts val="0"/>
              </a:spcAft>
              <a:buClr>
                <a:srgbClr val="FFFFFF"/>
              </a:buClr>
              <a:buSzPts val="5200"/>
              <a:buNone/>
              <a:defRPr sz="5200">
                <a:solidFill>
                  <a:srgbClr val="FFFFFF"/>
                </a:solidFill>
              </a:defRPr>
            </a:lvl9pPr>
          </a:lstStyle>
          <a:p/>
        </p:txBody>
      </p:sp>
      <p:sp>
        <p:nvSpPr>
          <p:cNvPr id="43" name="Google Shape;43;p6"/>
          <p:cNvSpPr txBox="1"/>
          <p:nvPr>
            <p:ph idx="1" type="subTitle"/>
          </p:nvPr>
        </p:nvSpPr>
        <p:spPr>
          <a:xfrm>
            <a:off x="922717" y="3457429"/>
            <a:ext cx="4206300" cy="8835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1600"/>
              <a:buNone/>
              <a:defRPr>
                <a:solidFill>
                  <a:srgbClr val="FFFFFF"/>
                </a:solidFill>
              </a:defRPr>
            </a:lvl1pPr>
            <a:lvl2pPr lvl="1" rtl="0">
              <a:spcBef>
                <a:spcPts val="0"/>
              </a:spcBef>
              <a:spcAft>
                <a:spcPts val="0"/>
              </a:spcAft>
              <a:buClr>
                <a:srgbClr val="FFFFFF"/>
              </a:buClr>
              <a:buSzPts val="1600"/>
              <a:buNone/>
              <a:defRPr>
                <a:solidFill>
                  <a:srgbClr val="FFFFFF"/>
                </a:solidFill>
              </a:defRPr>
            </a:lvl2pPr>
            <a:lvl3pPr lvl="2" rtl="0">
              <a:spcBef>
                <a:spcPts val="0"/>
              </a:spcBef>
              <a:spcAft>
                <a:spcPts val="0"/>
              </a:spcAft>
              <a:buClr>
                <a:srgbClr val="FFFFFF"/>
              </a:buClr>
              <a:buSzPts val="1600"/>
              <a:buNone/>
              <a:defRPr>
                <a:solidFill>
                  <a:srgbClr val="FFFFFF"/>
                </a:solidFill>
              </a:defRPr>
            </a:lvl3pPr>
            <a:lvl4pPr lvl="3" rtl="0">
              <a:spcBef>
                <a:spcPts val="0"/>
              </a:spcBef>
              <a:spcAft>
                <a:spcPts val="0"/>
              </a:spcAft>
              <a:buClr>
                <a:srgbClr val="FFFFFF"/>
              </a:buClr>
              <a:buSzPts val="1600"/>
              <a:buNone/>
              <a:defRPr>
                <a:solidFill>
                  <a:srgbClr val="FFFFFF"/>
                </a:solidFill>
              </a:defRPr>
            </a:lvl4pPr>
            <a:lvl5pPr lvl="4" rtl="0">
              <a:spcBef>
                <a:spcPts val="0"/>
              </a:spcBef>
              <a:spcAft>
                <a:spcPts val="0"/>
              </a:spcAft>
              <a:buClr>
                <a:srgbClr val="FFFFFF"/>
              </a:buClr>
              <a:buSzPts val="1600"/>
              <a:buNone/>
              <a:defRPr>
                <a:solidFill>
                  <a:srgbClr val="FFFFFF"/>
                </a:solidFill>
              </a:defRPr>
            </a:lvl5pPr>
            <a:lvl6pPr lvl="5" rtl="0">
              <a:spcBef>
                <a:spcPts val="0"/>
              </a:spcBef>
              <a:spcAft>
                <a:spcPts val="0"/>
              </a:spcAft>
              <a:buClr>
                <a:srgbClr val="FFFFFF"/>
              </a:buClr>
              <a:buSzPts val="1600"/>
              <a:buNone/>
              <a:defRPr>
                <a:solidFill>
                  <a:srgbClr val="FFFFFF"/>
                </a:solidFill>
              </a:defRPr>
            </a:lvl6pPr>
            <a:lvl7pPr lvl="6" rtl="0">
              <a:spcBef>
                <a:spcPts val="0"/>
              </a:spcBef>
              <a:spcAft>
                <a:spcPts val="0"/>
              </a:spcAft>
              <a:buClr>
                <a:srgbClr val="FFFFFF"/>
              </a:buClr>
              <a:buSzPts val="1600"/>
              <a:buNone/>
              <a:defRPr>
                <a:solidFill>
                  <a:srgbClr val="FFFFFF"/>
                </a:solidFill>
              </a:defRPr>
            </a:lvl7pPr>
            <a:lvl8pPr lvl="7" rtl="0">
              <a:spcBef>
                <a:spcPts val="0"/>
              </a:spcBef>
              <a:spcAft>
                <a:spcPts val="0"/>
              </a:spcAft>
              <a:buClr>
                <a:srgbClr val="FFFFFF"/>
              </a:buClr>
              <a:buSzPts val="1600"/>
              <a:buNone/>
              <a:defRPr>
                <a:solidFill>
                  <a:srgbClr val="FFFFFF"/>
                </a:solidFill>
              </a:defRPr>
            </a:lvl8pPr>
            <a:lvl9pPr lvl="8" rtl="0">
              <a:spcBef>
                <a:spcPts val="0"/>
              </a:spcBef>
              <a:spcAft>
                <a:spcPts val="0"/>
              </a:spcAft>
              <a:buClr>
                <a:srgbClr val="FFFFFF"/>
              </a:buClr>
              <a:buSzPts val="1600"/>
              <a:buNone/>
              <a:defRPr>
                <a:solidFill>
                  <a:srgbClr val="FFFFFF"/>
                </a:solidFill>
              </a:defRPr>
            </a:lvl9pPr>
          </a:lstStyle>
          <a:p/>
        </p:txBody>
      </p:sp>
      <p:sp>
        <p:nvSpPr>
          <p:cNvPr id="44" name="Google Shape;44;p6"/>
          <p:cNvSpPr/>
          <p:nvPr/>
        </p:nvSpPr>
        <p:spPr>
          <a:xfrm rot="-1200026">
            <a:off x="-7605581" y="-2838164"/>
            <a:ext cx="14712436" cy="5364034"/>
          </a:xfrm>
          <a:custGeom>
            <a:rect b="b" l="l" r="r" t="t"/>
            <a:pathLst>
              <a:path extrusionOk="0" h="3573" w="9800">
                <a:moveTo>
                  <a:pt x="1786" y="0"/>
                </a:moveTo>
                <a:cubicBezTo>
                  <a:pt x="1477" y="0"/>
                  <a:pt x="1179" y="84"/>
                  <a:pt x="893" y="239"/>
                </a:cubicBezTo>
                <a:cubicBezTo>
                  <a:pt x="632" y="393"/>
                  <a:pt x="405" y="620"/>
                  <a:pt x="239" y="893"/>
                </a:cubicBezTo>
                <a:cubicBezTo>
                  <a:pt x="96" y="1167"/>
                  <a:pt x="0" y="1465"/>
                  <a:pt x="0" y="1786"/>
                </a:cubicBezTo>
                <a:cubicBezTo>
                  <a:pt x="0" y="2108"/>
                  <a:pt x="84" y="2405"/>
                  <a:pt x="239" y="2679"/>
                </a:cubicBezTo>
                <a:cubicBezTo>
                  <a:pt x="393" y="2953"/>
                  <a:pt x="620" y="3179"/>
                  <a:pt x="893" y="3334"/>
                </a:cubicBezTo>
                <a:cubicBezTo>
                  <a:pt x="1167" y="3489"/>
                  <a:pt x="1465" y="3572"/>
                  <a:pt x="1786" y="3572"/>
                </a:cubicBezTo>
                <a:cubicBezTo>
                  <a:pt x="2108" y="3572"/>
                  <a:pt x="2406" y="3501"/>
                  <a:pt x="2679" y="3334"/>
                </a:cubicBezTo>
                <a:cubicBezTo>
                  <a:pt x="2846" y="3251"/>
                  <a:pt x="3013" y="3108"/>
                  <a:pt x="3132" y="2965"/>
                </a:cubicBezTo>
                <a:cubicBezTo>
                  <a:pt x="3674" y="2346"/>
                  <a:pt x="4281" y="2036"/>
                  <a:pt x="4888" y="2036"/>
                </a:cubicBezTo>
                <a:cubicBezTo>
                  <a:pt x="5495" y="2036"/>
                  <a:pt x="6102" y="2346"/>
                  <a:pt x="6644" y="2965"/>
                </a:cubicBezTo>
                <a:cubicBezTo>
                  <a:pt x="6775" y="3108"/>
                  <a:pt x="6930" y="3251"/>
                  <a:pt x="7109" y="3334"/>
                </a:cubicBezTo>
                <a:cubicBezTo>
                  <a:pt x="7370" y="3489"/>
                  <a:pt x="7668" y="3572"/>
                  <a:pt x="8001" y="3572"/>
                </a:cubicBezTo>
                <a:cubicBezTo>
                  <a:pt x="8311" y="3572"/>
                  <a:pt x="8609" y="3501"/>
                  <a:pt x="8894" y="3334"/>
                </a:cubicBezTo>
                <a:cubicBezTo>
                  <a:pt x="9156" y="3191"/>
                  <a:pt x="9383" y="2965"/>
                  <a:pt x="9549" y="2679"/>
                </a:cubicBezTo>
                <a:cubicBezTo>
                  <a:pt x="9692" y="2417"/>
                  <a:pt x="9787" y="2120"/>
                  <a:pt x="9787" y="1786"/>
                </a:cubicBezTo>
                <a:cubicBezTo>
                  <a:pt x="9799" y="1489"/>
                  <a:pt x="9728" y="1191"/>
                  <a:pt x="9561" y="917"/>
                </a:cubicBezTo>
                <a:cubicBezTo>
                  <a:pt x="9406" y="643"/>
                  <a:pt x="9192" y="417"/>
                  <a:pt x="8906" y="262"/>
                </a:cubicBezTo>
                <a:cubicBezTo>
                  <a:pt x="8644" y="108"/>
                  <a:pt x="8347" y="24"/>
                  <a:pt x="8013" y="24"/>
                </a:cubicBezTo>
                <a:cubicBezTo>
                  <a:pt x="7704" y="24"/>
                  <a:pt x="7406" y="96"/>
                  <a:pt x="7120" y="262"/>
                </a:cubicBezTo>
                <a:cubicBezTo>
                  <a:pt x="6954" y="358"/>
                  <a:pt x="6799" y="477"/>
                  <a:pt x="6656" y="631"/>
                </a:cubicBezTo>
                <a:cubicBezTo>
                  <a:pt x="6114" y="1251"/>
                  <a:pt x="5507" y="1560"/>
                  <a:pt x="4900" y="1560"/>
                </a:cubicBezTo>
                <a:cubicBezTo>
                  <a:pt x="4293" y="1560"/>
                  <a:pt x="3685" y="1251"/>
                  <a:pt x="3144" y="631"/>
                </a:cubicBezTo>
                <a:cubicBezTo>
                  <a:pt x="3013" y="477"/>
                  <a:pt x="2858" y="346"/>
                  <a:pt x="2679" y="239"/>
                </a:cubicBezTo>
                <a:cubicBezTo>
                  <a:pt x="2417" y="96"/>
                  <a:pt x="2120" y="0"/>
                  <a:pt x="178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573">
          <p15:clr>
            <a:srgbClr val="E46962"/>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dark 2">
  <p:cSld name="TITLE_1_1_1_1_1">
    <p:bg>
      <p:bgPr>
        <a:solidFill>
          <a:schemeClr val="accent2"/>
        </a:solidFill>
      </p:bgPr>
    </p:bg>
    <p:spTree>
      <p:nvGrpSpPr>
        <p:cNvPr id="45" name="Shape 45"/>
        <p:cNvGrpSpPr/>
        <p:nvPr/>
      </p:nvGrpSpPr>
      <p:grpSpPr>
        <a:xfrm>
          <a:off x="0" y="0"/>
          <a:ext cx="0" cy="0"/>
          <a:chOff x="0" y="0"/>
          <a:chExt cx="0" cy="0"/>
        </a:xfrm>
      </p:grpSpPr>
      <p:sp>
        <p:nvSpPr>
          <p:cNvPr id="46" name="Google Shape;46;p7"/>
          <p:cNvSpPr/>
          <p:nvPr/>
        </p:nvSpPr>
        <p:spPr>
          <a:xfrm rot="1200001">
            <a:off x="4050004" y="5693589"/>
            <a:ext cx="14712449" cy="5364039"/>
          </a:xfrm>
          <a:custGeom>
            <a:rect b="b" l="l" r="r" t="t"/>
            <a:pathLst>
              <a:path extrusionOk="0" h="3573" w="9800">
                <a:moveTo>
                  <a:pt x="1786" y="0"/>
                </a:moveTo>
                <a:cubicBezTo>
                  <a:pt x="1477" y="0"/>
                  <a:pt x="1179" y="84"/>
                  <a:pt x="893" y="239"/>
                </a:cubicBezTo>
                <a:cubicBezTo>
                  <a:pt x="632" y="393"/>
                  <a:pt x="405" y="620"/>
                  <a:pt x="239" y="893"/>
                </a:cubicBezTo>
                <a:cubicBezTo>
                  <a:pt x="96" y="1167"/>
                  <a:pt x="0" y="1465"/>
                  <a:pt x="0" y="1786"/>
                </a:cubicBezTo>
                <a:cubicBezTo>
                  <a:pt x="0" y="2108"/>
                  <a:pt x="84" y="2405"/>
                  <a:pt x="239" y="2679"/>
                </a:cubicBezTo>
                <a:cubicBezTo>
                  <a:pt x="393" y="2953"/>
                  <a:pt x="620" y="3179"/>
                  <a:pt x="893" y="3334"/>
                </a:cubicBezTo>
                <a:cubicBezTo>
                  <a:pt x="1167" y="3489"/>
                  <a:pt x="1465" y="3572"/>
                  <a:pt x="1786" y="3572"/>
                </a:cubicBezTo>
                <a:cubicBezTo>
                  <a:pt x="2108" y="3572"/>
                  <a:pt x="2406" y="3501"/>
                  <a:pt x="2679" y="3334"/>
                </a:cubicBezTo>
                <a:cubicBezTo>
                  <a:pt x="2846" y="3251"/>
                  <a:pt x="3013" y="3108"/>
                  <a:pt x="3132" y="2965"/>
                </a:cubicBezTo>
                <a:cubicBezTo>
                  <a:pt x="3674" y="2346"/>
                  <a:pt x="4281" y="2036"/>
                  <a:pt x="4888" y="2036"/>
                </a:cubicBezTo>
                <a:cubicBezTo>
                  <a:pt x="5495" y="2036"/>
                  <a:pt x="6102" y="2346"/>
                  <a:pt x="6644" y="2965"/>
                </a:cubicBezTo>
                <a:cubicBezTo>
                  <a:pt x="6775" y="3108"/>
                  <a:pt x="6930" y="3251"/>
                  <a:pt x="7109" y="3334"/>
                </a:cubicBezTo>
                <a:cubicBezTo>
                  <a:pt x="7370" y="3489"/>
                  <a:pt x="7668" y="3572"/>
                  <a:pt x="8001" y="3572"/>
                </a:cubicBezTo>
                <a:cubicBezTo>
                  <a:pt x="8311" y="3572"/>
                  <a:pt x="8609" y="3501"/>
                  <a:pt x="8894" y="3334"/>
                </a:cubicBezTo>
                <a:cubicBezTo>
                  <a:pt x="9156" y="3191"/>
                  <a:pt x="9383" y="2965"/>
                  <a:pt x="9549" y="2679"/>
                </a:cubicBezTo>
                <a:cubicBezTo>
                  <a:pt x="9692" y="2417"/>
                  <a:pt x="9787" y="2120"/>
                  <a:pt x="9787" y="1786"/>
                </a:cubicBezTo>
                <a:cubicBezTo>
                  <a:pt x="9799" y="1489"/>
                  <a:pt x="9728" y="1191"/>
                  <a:pt x="9561" y="917"/>
                </a:cubicBezTo>
                <a:cubicBezTo>
                  <a:pt x="9406" y="643"/>
                  <a:pt x="9192" y="417"/>
                  <a:pt x="8906" y="262"/>
                </a:cubicBezTo>
                <a:cubicBezTo>
                  <a:pt x="8644" y="108"/>
                  <a:pt x="8347" y="24"/>
                  <a:pt x="8013" y="24"/>
                </a:cubicBezTo>
                <a:cubicBezTo>
                  <a:pt x="7704" y="24"/>
                  <a:pt x="7406" y="96"/>
                  <a:pt x="7120" y="262"/>
                </a:cubicBezTo>
                <a:cubicBezTo>
                  <a:pt x="6954" y="358"/>
                  <a:pt x="6799" y="477"/>
                  <a:pt x="6656" y="631"/>
                </a:cubicBezTo>
                <a:cubicBezTo>
                  <a:pt x="6114" y="1251"/>
                  <a:pt x="5507" y="1560"/>
                  <a:pt x="4900" y="1560"/>
                </a:cubicBezTo>
                <a:cubicBezTo>
                  <a:pt x="4293" y="1560"/>
                  <a:pt x="3685" y="1251"/>
                  <a:pt x="3144" y="631"/>
                </a:cubicBezTo>
                <a:cubicBezTo>
                  <a:pt x="3013" y="477"/>
                  <a:pt x="2858" y="346"/>
                  <a:pt x="2679" y="239"/>
                </a:cubicBezTo>
                <a:cubicBezTo>
                  <a:pt x="2417" y="96"/>
                  <a:pt x="2120" y="0"/>
                  <a:pt x="178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7"/>
          <p:cNvSpPr/>
          <p:nvPr/>
        </p:nvSpPr>
        <p:spPr>
          <a:xfrm rot="-1200026">
            <a:off x="-4719056" y="-2743168"/>
            <a:ext cx="14712436" cy="5364034"/>
          </a:xfrm>
          <a:custGeom>
            <a:rect b="b" l="l" r="r" t="t"/>
            <a:pathLst>
              <a:path extrusionOk="0" h="3573" w="9800">
                <a:moveTo>
                  <a:pt x="1786" y="0"/>
                </a:moveTo>
                <a:cubicBezTo>
                  <a:pt x="1477" y="0"/>
                  <a:pt x="1179" y="84"/>
                  <a:pt x="893" y="239"/>
                </a:cubicBezTo>
                <a:cubicBezTo>
                  <a:pt x="632" y="393"/>
                  <a:pt x="405" y="620"/>
                  <a:pt x="239" y="893"/>
                </a:cubicBezTo>
                <a:cubicBezTo>
                  <a:pt x="96" y="1167"/>
                  <a:pt x="0" y="1465"/>
                  <a:pt x="0" y="1786"/>
                </a:cubicBezTo>
                <a:cubicBezTo>
                  <a:pt x="0" y="2108"/>
                  <a:pt x="84" y="2405"/>
                  <a:pt x="239" y="2679"/>
                </a:cubicBezTo>
                <a:cubicBezTo>
                  <a:pt x="393" y="2953"/>
                  <a:pt x="620" y="3179"/>
                  <a:pt x="893" y="3334"/>
                </a:cubicBezTo>
                <a:cubicBezTo>
                  <a:pt x="1167" y="3489"/>
                  <a:pt x="1465" y="3572"/>
                  <a:pt x="1786" y="3572"/>
                </a:cubicBezTo>
                <a:cubicBezTo>
                  <a:pt x="2108" y="3572"/>
                  <a:pt x="2406" y="3501"/>
                  <a:pt x="2679" y="3334"/>
                </a:cubicBezTo>
                <a:cubicBezTo>
                  <a:pt x="2846" y="3251"/>
                  <a:pt x="3013" y="3108"/>
                  <a:pt x="3132" y="2965"/>
                </a:cubicBezTo>
                <a:cubicBezTo>
                  <a:pt x="3674" y="2346"/>
                  <a:pt x="4281" y="2036"/>
                  <a:pt x="4888" y="2036"/>
                </a:cubicBezTo>
                <a:cubicBezTo>
                  <a:pt x="5495" y="2036"/>
                  <a:pt x="6102" y="2346"/>
                  <a:pt x="6644" y="2965"/>
                </a:cubicBezTo>
                <a:cubicBezTo>
                  <a:pt x="6775" y="3108"/>
                  <a:pt x="6930" y="3251"/>
                  <a:pt x="7109" y="3334"/>
                </a:cubicBezTo>
                <a:cubicBezTo>
                  <a:pt x="7370" y="3489"/>
                  <a:pt x="7668" y="3572"/>
                  <a:pt x="8001" y="3572"/>
                </a:cubicBezTo>
                <a:cubicBezTo>
                  <a:pt x="8311" y="3572"/>
                  <a:pt x="8609" y="3501"/>
                  <a:pt x="8894" y="3334"/>
                </a:cubicBezTo>
                <a:cubicBezTo>
                  <a:pt x="9156" y="3191"/>
                  <a:pt x="9383" y="2965"/>
                  <a:pt x="9549" y="2679"/>
                </a:cubicBezTo>
                <a:cubicBezTo>
                  <a:pt x="9692" y="2417"/>
                  <a:pt x="9787" y="2120"/>
                  <a:pt x="9787" y="1786"/>
                </a:cubicBezTo>
                <a:cubicBezTo>
                  <a:pt x="9799" y="1489"/>
                  <a:pt x="9728" y="1191"/>
                  <a:pt x="9561" y="917"/>
                </a:cubicBezTo>
                <a:cubicBezTo>
                  <a:pt x="9406" y="643"/>
                  <a:pt x="9192" y="417"/>
                  <a:pt x="8906" y="262"/>
                </a:cubicBezTo>
                <a:cubicBezTo>
                  <a:pt x="8644" y="108"/>
                  <a:pt x="8347" y="24"/>
                  <a:pt x="8013" y="24"/>
                </a:cubicBezTo>
                <a:cubicBezTo>
                  <a:pt x="7704" y="24"/>
                  <a:pt x="7406" y="96"/>
                  <a:pt x="7120" y="262"/>
                </a:cubicBezTo>
                <a:cubicBezTo>
                  <a:pt x="6954" y="358"/>
                  <a:pt x="6799" y="477"/>
                  <a:pt x="6656" y="631"/>
                </a:cubicBezTo>
                <a:cubicBezTo>
                  <a:pt x="6114" y="1251"/>
                  <a:pt x="5507" y="1560"/>
                  <a:pt x="4900" y="1560"/>
                </a:cubicBezTo>
                <a:cubicBezTo>
                  <a:pt x="4293" y="1560"/>
                  <a:pt x="3685" y="1251"/>
                  <a:pt x="3144" y="631"/>
                </a:cubicBezTo>
                <a:cubicBezTo>
                  <a:pt x="3013" y="477"/>
                  <a:pt x="2858" y="346"/>
                  <a:pt x="2679" y="239"/>
                </a:cubicBezTo>
                <a:cubicBezTo>
                  <a:pt x="2417" y="96"/>
                  <a:pt x="2120" y="0"/>
                  <a:pt x="17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7"/>
          <p:cNvSpPr txBox="1"/>
          <p:nvPr>
            <p:ph idx="12" type="sldNum"/>
          </p:nvPr>
        </p:nvSpPr>
        <p:spPr>
          <a:xfrm>
            <a:off x="360650" y="4880150"/>
            <a:ext cx="3667800" cy="269700"/>
          </a:xfrm>
          <a:prstGeom prst="rect">
            <a:avLst/>
          </a:prstGeom>
          <a:noFill/>
          <a:ln>
            <a:noFill/>
          </a:ln>
        </p:spPr>
        <p:txBody>
          <a:bodyPr anchorCtr="0" anchor="t" bIns="0" lIns="0" spcFirstLastPara="1" rIns="0" wrap="square" tIns="0">
            <a:noAutofit/>
          </a:bodyPr>
          <a:lstStyle>
            <a:lvl1pPr lvl="0" rtl="0" algn="l">
              <a:buNone/>
              <a:defRPr sz="800">
                <a:solidFill>
                  <a:srgbClr val="FFFFFF"/>
                </a:solidFill>
                <a:latin typeface="Public Sans"/>
                <a:ea typeface="Public Sans"/>
                <a:cs typeface="Public Sans"/>
                <a:sym typeface="Public Sans"/>
              </a:defRPr>
            </a:lvl1pPr>
            <a:lvl2pPr lvl="1" rtl="0" algn="l">
              <a:buNone/>
              <a:defRPr sz="800">
                <a:solidFill>
                  <a:srgbClr val="FFFFFF"/>
                </a:solidFill>
                <a:latin typeface="Public Sans"/>
                <a:ea typeface="Public Sans"/>
                <a:cs typeface="Public Sans"/>
                <a:sym typeface="Public Sans"/>
              </a:defRPr>
            </a:lvl2pPr>
            <a:lvl3pPr lvl="2" rtl="0" algn="l">
              <a:buNone/>
              <a:defRPr sz="800">
                <a:solidFill>
                  <a:srgbClr val="FFFFFF"/>
                </a:solidFill>
                <a:latin typeface="Public Sans"/>
                <a:ea typeface="Public Sans"/>
                <a:cs typeface="Public Sans"/>
                <a:sym typeface="Public Sans"/>
              </a:defRPr>
            </a:lvl3pPr>
            <a:lvl4pPr lvl="3" rtl="0" algn="l">
              <a:buNone/>
              <a:defRPr sz="800">
                <a:solidFill>
                  <a:srgbClr val="FFFFFF"/>
                </a:solidFill>
                <a:latin typeface="Public Sans"/>
                <a:ea typeface="Public Sans"/>
                <a:cs typeface="Public Sans"/>
                <a:sym typeface="Public Sans"/>
              </a:defRPr>
            </a:lvl4pPr>
            <a:lvl5pPr lvl="4" rtl="0" algn="l">
              <a:buNone/>
              <a:defRPr sz="800">
                <a:solidFill>
                  <a:srgbClr val="FFFFFF"/>
                </a:solidFill>
                <a:latin typeface="Public Sans"/>
                <a:ea typeface="Public Sans"/>
                <a:cs typeface="Public Sans"/>
                <a:sym typeface="Public Sans"/>
              </a:defRPr>
            </a:lvl5pPr>
            <a:lvl6pPr lvl="5" rtl="0" algn="l">
              <a:buNone/>
              <a:defRPr sz="800">
                <a:solidFill>
                  <a:srgbClr val="FFFFFF"/>
                </a:solidFill>
                <a:latin typeface="Public Sans"/>
                <a:ea typeface="Public Sans"/>
                <a:cs typeface="Public Sans"/>
                <a:sym typeface="Public Sans"/>
              </a:defRPr>
            </a:lvl6pPr>
            <a:lvl7pPr lvl="6" rtl="0" algn="l">
              <a:buNone/>
              <a:defRPr sz="800">
                <a:solidFill>
                  <a:srgbClr val="FFFFFF"/>
                </a:solidFill>
                <a:latin typeface="Public Sans"/>
                <a:ea typeface="Public Sans"/>
                <a:cs typeface="Public Sans"/>
                <a:sym typeface="Public Sans"/>
              </a:defRPr>
            </a:lvl7pPr>
            <a:lvl8pPr lvl="7" rtl="0" algn="l">
              <a:buNone/>
              <a:defRPr sz="800">
                <a:solidFill>
                  <a:srgbClr val="FFFFFF"/>
                </a:solidFill>
                <a:latin typeface="Public Sans"/>
                <a:ea typeface="Public Sans"/>
                <a:cs typeface="Public Sans"/>
                <a:sym typeface="Public Sans"/>
              </a:defRPr>
            </a:lvl8pPr>
            <a:lvl9pPr lvl="8" rtl="0" algn="l">
              <a:buNone/>
              <a:defRPr sz="800">
                <a:solidFill>
                  <a:srgbClr val="FFFFFF"/>
                </a:solidFill>
                <a:latin typeface="Public Sans"/>
                <a:ea typeface="Public Sans"/>
                <a:cs typeface="Public Sans"/>
                <a:sym typeface="Public Sans"/>
              </a:defRPr>
            </a:lvl9pPr>
          </a:lstStyle>
          <a:p>
            <a:pPr indent="0" lvl="0" marL="0" rtl="0" algn="l">
              <a:spcBef>
                <a:spcPts val="0"/>
              </a:spcBef>
              <a:spcAft>
                <a:spcPts val="0"/>
              </a:spcAft>
              <a:buNone/>
            </a:pPr>
            <a:r>
              <a:rPr lang="en"/>
              <a:t>Neo4j Inc. All rights reserved 2023	</a:t>
            </a:r>
            <a:endParaRPr/>
          </a:p>
        </p:txBody>
      </p:sp>
      <p:sp>
        <p:nvSpPr>
          <p:cNvPr id="49" name="Google Shape;49;p7"/>
          <p:cNvSpPr txBox="1"/>
          <p:nvPr>
            <p:ph idx="2" type="sldNum"/>
          </p:nvPr>
        </p:nvSpPr>
        <p:spPr>
          <a:xfrm>
            <a:off x="0" y="4880150"/>
            <a:ext cx="265200" cy="269700"/>
          </a:xfrm>
          <a:prstGeom prst="rect">
            <a:avLst/>
          </a:prstGeom>
          <a:noFill/>
          <a:ln>
            <a:noFill/>
          </a:ln>
        </p:spPr>
        <p:txBody>
          <a:bodyPr anchorCtr="0" anchor="t" bIns="0" lIns="0" spcFirstLastPara="1" rIns="0" wrap="square" tIns="0">
            <a:noAutofit/>
          </a:bodyPr>
          <a:lstStyle>
            <a:lvl1pPr lvl="0" rtl="0" algn="r">
              <a:buNone/>
              <a:defRPr sz="800">
                <a:solidFill>
                  <a:srgbClr val="FFFFFF"/>
                </a:solidFill>
                <a:latin typeface="Public Sans"/>
                <a:ea typeface="Public Sans"/>
                <a:cs typeface="Public Sans"/>
                <a:sym typeface="Public Sans"/>
              </a:defRPr>
            </a:lvl1pPr>
            <a:lvl2pPr lvl="1" rtl="0" algn="r">
              <a:buNone/>
              <a:defRPr sz="800">
                <a:solidFill>
                  <a:srgbClr val="FFFFFF"/>
                </a:solidFill>
                <a:latin typeface="Public Sans"/>
                <a:ea typeface="Public Sans"/>
                <a:cs typeface="Public Sans"/>
                <a:sym typeface="Public Sans"/>
              </a:defRPr>
            </a:lvl2pPr>
            <a:lvl3pPr lvl="2" rtl="0" algn="r">
              <a:buNone/>
              <a:defRPr sz="800">
                <a:solidFill>
                  <a:srgbClr val="FFFFFF"/>
                </a:solidFill>
                <a:latin typeface="Public Sans"/>
                <a:ea typeface="Public Sans"/>
                <a:cs typeface="Public Sans"/>
                <a:sym typeface="Public Sans"/>
              </a:defRPr>
            </a:lvl3pPr>
            <a:lvl4pPr lvl="3" rtl="0" algn="r">
              <a:buNone/>
              <a:defRPr sz="800">
                <a:solidFill>
                  <a:srgbClr val="FFFFFF"/>
                </a:solidFill>
                <a:latin typeface="Public Sans"/>
                <a:ea typeface="Public Sans"/>
                <a:cs typeface="Public Sans"/>
                <a:sym typeface="Public Sans"/>
              </a:defRPr>
            </a:lvl4pPr>
            <a:lvl5pPr lvl="4" rtl="0" algn="r">
              <a:buNone/>
              <a:defRPr sz="800">
                <a:solidFill>
                  <a:srgbClr val="FFFFFF"/>
                </a:solidFill>
                <a:latin typeface="Public Sans"/>
                <a:ea typeface="Public Sans"/>
                <a:cs typeface="Public Sans"/>
                <a:sym typeface="Public Sans"/>
              </a:defRPr>
            </a:lvl5pPr>
            <a:lvl6pPr lvl="5" rtl="0" algn="r">
              <a:buNone/>
              <a:defRPr sz="800">
                <a:solidFill>
                  <a:srgbClr val="FFFFFF"/>
                </a:solidFill>
                <a:latin typeface="Public Sans"/>
                <a:ea typeface="Public Sans"/>
                <a:cs typeface="Public Sans"/>
                <a:sym typeface="Public Sans"/>
              </a:defRPr>
            </a:lvl6pPr>
            <a:lvl7pPr lvl="6" rtl="0" algn="r">
              <a:buNone/>
              <a:defRPr sz="800">
                <a:solidFill>
                  <a:srgbClr val="FFFFFF"/>
                </a:solidFill>
                <a:latin typeface="Public Sans"/>
                <a:ea typeface="Public Sans"/>
                <a:cs typeface="Public Sans"/>
                <a:sym typeface="Public Sans"/>
              </a:defRPr>
            </a:lvl7pPr>
            <a:lvl8pPr lvl="7" rtl="0" algn="r">
              <a:buNone/>
              <a:defRPr sz="800">
                <a:solidFill>
                  <a:srgbClr val="FFFFFF"/>
                </a:solidFill>
                <a:latin typeface="Public Sans"/>
                <a:ea typeface="Public Sans"/>
                <a:cs typeface="Public Sans"/>
                <a:sym typeface="Public Sans"/>
              </a:defRPr>
            </a:lvl8pPr>
            <a:lvl9pPr lvl="8" rtl="0" algn="r">
              <a:buNone/>
              <a:defRPr sz="800">
                <a:solidFill>
                  <a:srgbClr val="FFFFFF"/>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50" name="Google Shape;50;p7"/>
          <p:cNvSpPr txBox="1"/>
          <p:nvPr>
            <p:ph type="ctrTitle"/>
          </p:nvPr>
        </p:nvSpPr>
        <p:spPr>
          <a:xfrm>
            <a:off x="909908" y="1605476"/>
            <a:ext cx="7498200" cy="1746000"/>
          </a:xfrm>
          <a:prstGeom prst="rect">
            <a:avLst/>
          </a:prstGeom>
        </p:spPr>
        <p:txBody>
          <a:bodyPr anchorCtr="0" anchor="b" bIns="0" lIns="0" spcFirstLastPara="1" rIns="0" wrap="square" tIns="0">
            <a:noAutofit/>
          </a:bodyPr>
          <a:lstStyle>
            <a:lvl1pPr lvl="0" rtl="0">
              <a:lnSpc>
                <a:spcPct val="90000"/>
              </a:lnSpc>
              <a:spcBef>
                <a:spcPts val="0"/>
              </a:spcBef>
              <a:spcAft>
                <a:spcPts val="0"/>
              </a:spcAft>
              <a:buClr>
                <a:srgbClr val="FFFFFF"/>
              </a:buClr>
              <a:buSzPts val="4200"/>
              <a:buFont typeface="Syne"/>
              <a:buNone/>
              <a:defRPr b="1" sz="4200">
                <a:solidFill>
                  <a:srgbClr val="FFFFFF"/>
                </a:solidFill>
                <a:latin typeface="Syne"/>
                <a:ea typeface="Syne"/>
                <a:cs typeface="Syne"/>
                <a:sym typeface="Syne"/>
              </a:defRPr>
            </a:lvl1pPr>
            <a:lvl2pPr lvl="1" rtl="0" algn="ctr">
              <a:spcBef>
                <a:spcPts val="0"/>
              </a:spcBef>
              <a:spcAft>
                <a:spcPts val="0"/>
              </a:spcAft>
              <a:buClr>
                <a:srgbClr val="FFFFFF"/>
              </a:buClr>
              <a:buSzPts val="5200"/>
              <a:buNone/>
              <a:defRPr sz="5200">
                <a:solidFill>
                  <a:srgbClr val="FFFFFF"/>
                </a:solidFill>
              </a:defRPr>
            </a:lvl2pPr>
            <a:lvl3pPr lvl="2" rtl="0" algn="ctr">
              <a:spcBef>
                <a:spcPts val="0"/>
              </a:spcBef>
              <a:spcAft>
                <a:spcPts val="0"/>
              </a:spcAft>
              <a:buClr>
                <a:srgbClr val="FFFFFF"/>
              </a:buClr>
              <a:buSzPts val="5200"/>
              <a:buNone/>
              <a:defRPr sz="5200">
                <a:solidFill>
                  <a:srgbClr val="FFFFFF"/>
                </a:solidFill>
              </a:defRPr>
            </a:lvl3pPr>
            <a:lvl4pPr lvl="3" rtl="0" algn="ctr">
              <a:spcBef>
                <a:spcPts val="0"/>
              </a:spcBef>
              <a:spcAft>
                <a:spcPts val="0"/>
              </a:spcAft>
              <a:buClr>
                <a:srgbClr val="FFFFFF"/>
              </a:buClr>
              <a:buSzPts val="5200"/>
              <a:buNone/>
              <a:defRPr sz="5200">
                <a:solidFill>
                  <a:srgbClr val="FFFFFF"/>
                </a:solidFill>
              </a:defRPr>
            </a:lvl4pPr>
            <a:lvl5pPr lvl="4" rtl="0" algn="ctr">
              <a:spcBef>
                <a:spcPts val="0"/>
              </a:spcBef>
              <a:spcAft>
                <a:spcPts val="0"/>
              </a:spcAft>
              <a:buClr>
                <a:srgbClr val="FFFFFF"/>
              </a:buClr>
              <a:buSzPts val="5200"/>
              <a:buNone/>
              <a:defRPr sz="5200">
                <a:solidFill>
                  <a:srgbClr val="FFFFFF"/>
                </a:solidFill>
              </a:defRPr>
            </a:lvl5pPr>
            <a:lvl6pPr lvl="5" rtl="0" algn="ctr">
              <a:spcBef>
                <a:spcPts val="0"/>
              </a:spcBef>
              <a:spcAft>
                <a:spcPts val="0"/>
              </a:spcAft>
              <a:buClr>
                <a:srgbClr val="FFFFFF"/>
              </a:buClr>
              <a:buSzPts val="5200"/>
              <a:buNone/>
              <a:defRPr sz="5200">
                <a:solidFill>
                  <a:srgbClr val="FFFFFF"/>
                </a:solidFill>
              </a:defRPr>
            </a:lvl6pPr>
            <a:lvl7pPr lvl="6" rtl="0" algn="ctr">
              <a:spcBef>
                <a:spcPts val="0"/>
              </a:spcBef>
              <a:spcAft>
                <a:spcPts val="0"/>
              </a:spcAft>
              <a:buClr>
                <a:srgbClr val="FFFFFF"/>
              </a:buClr>
              <a:buSzPts val="5200"/>
              <a:buNone/>
              <a:defRPr sz="5200">
                <a:solidFill>
                  <a:srgbClr val="FFFFFF"/>
                </a:solidFill>
              </a:defRPr>
            </a:lvl7pPr>
            <a:lvl8pPr lvl="7" rtl="0" algn="ctr">
              <a:spcBef>
                <a:spcPts val="0"/>
              </a:spcBef>
              <a:spcAft>
                <a:spcPts val="0"/>
              </a:spcAft>
              <a:buClr>
                <a:srgbClr val="FFFFFF"/>
              </a:buClr>
              <a:buSzPts val="5200"/>
              <a:buNone/>
              <a:defRPr sz="5200">
                <a:solidFill>
                  <a:srgbClr val="FFFFFF"/>
                </a:solidFill>
              </a:defRPr>
            </a:lvl8pPr>
            <a:lvl9pPr lvl="8" rtl="0" algn="ctr">
              <a:spcBef>
                <a:spcPts val="0"/>
              </a:spcBef>
              <a:spcAft>
                <a:spcPts val="0"/>
              </a:spcAft>
              <a:buClr>
                <a:srgbClr val="FFFFFF"/>
              </a:buClr>
              <a:buSzPts val="5200"/>
              <a:buNone/>
              <a:defRPr sz="5200">
                <a:solidFill>
                  <a:srgbClr val="FFFFFF"/>
                </a:solidFill>
              </a:defRPr>
            </a:lvl9pPr>
          </a:lstStyle>
          <a:p/>
        </p:txBody>
      </p:sp>
      <p:sp>
        <p:nvSpPr>
          <p:cNvPr id="51" name="Google Shape;51;p7"/>
          <p:cNvSpPr txBox="1"/>
          <p:nvPr>
            <p:ph idx="1" type="subTitle"/>
          </p:nvPr>
        </p:nvSpPr>
        <p:spPr>
          <a:xfrm>
            <a:off x="922717" y="3457429"/>
            <a:ext cx="4206300" cy="8835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1600"/>
              <a:buNone/>
              <a:defRPr>
                <a:solidFill>
                  <a:srgbClr val="FFFFFF"/>
                </a:solidFill>
              </a:defRPr>
            </a:lvl1pPr>
            <a:lvl2pPr lvl="1" rtl="0">
              <a:spcBef>
                <a:spcPts val="0"/>
              </a:spcBef>
              <a:spcAft>
                <a:spcPts val="0"/>
              </a:spcAft>
              <a:buClr>
                <a:srgbClr val="FFFFFF"/>
              </a:buClr>
              <a:buSzPts val="1600"/>
              <a:buNone/>
              <a:defRPr>
                <a:solidFill>
                  <a:srgbClr val="FFFFFF"/>
                </a:solidFill>
              </a:defRPr>
            </a:lvl2pPr>
            <a:lvl3pPr lvl="2" rtl="0">
              <a:spcBef>
                <a:spcPts val="0"/>
              </a:spcBef>
              <a:spcAft>
                <a:spcPts val="0"/>
              </a:spcAft>
              <a:buClr>
                <a:srgbClr val="FFFFFF"/>
              </a:buClr>
              <a:buSzPts val="1600"/>
              <a:buNone/>
              <a:defRPr>
                <a:solidFill>
                  <a:srgbClr val="FFFFFF"/>
                </a:solidFill>
              </a:defRPr>
            </a:lvl3pPr>
            <a:lvl4pPr lvl="3" rtl="0">
              <a:spcBef>
                <a:spcPts val="0"/>
              </a:spcBef>
              <a:spcAft>
                <a:spcPts val="0"/>
              </a:spcAft>
              <a:buClr>
                <a:srgbClr val="FFFFFF"/>
              </a:buClr>
              <a:buSzPts val="1600"/>
              <a:buNone/>
              <a:defRPr>
                <a:solidFill>
                  <a:srgbClr val="FFFFFF"/>
                </a:solidFill>
              </a:defRPr>
            </a:lvl4pPr>
            <a:lvl5pPr lvl="4" rtl="0">
              <a:spcBef>
                <a:spcPts val="0"/>
              </a:spcBef>
              <a:spcAft>
                <a:spcPts val="0"/>
              </a:spcAft>
              <a:buClr>
                <a:srgbClr val="FFFFFF"/>
              </a:buClr>
              <a:buSzPts val="1600"/>
              <a:buNone/>
              <a:defRPr>
                <a:solidFill>
                  <a:srgbClr val="FFFFFF"/>
                </a:solidFill>
              </a:defRPr>
            </a:lvl5pPr>
            <a:lvl6pPr lvl="5" rtl="0">
              <a:spcBef>
                <a:spcPts val="0"/>
              </a:spcBef>
              <a:spcAft>
                <a:spcPts val="0"/>
              </a:spcAft>
              <a:buClr>
                <a:srgbClr val="FFFFFF"/>
              </a:buClr>
              <a:buSzPts val="1600"/>
              <a:buNone/>
              <a:defRPr>
                <a:solidFill>
                  <a:srgbClr val="FFFFFF"/>
                </a:solidFill>
              </a:defRPr>
            </a:lvl6pPr>
            <a:lvl7pPr lvl="6" rtl="0">
              <a:spcBef>
                <a:spcPts val="0"/>
              </a:spcBef>
              <a:spcAft>
                <a:spcPts val="0"/>
              </a:spcAft>
              <a:buClr>
                <a:srgbClr val="FFFFFF"/>
              </a:buClr>
              <a:buSzPts val="1600"/>
              <a:buNone/>
              <a:defRPr>
                <a:solidFill>
                  <a:srgbClr val="FFFFFF"/>
                </a:solidFill>
              </a:defRPr>
            </a:lvl7pPr>
            <a:lvl8pPr lvl="7" rtl="0">
              <a:spcBef>
                <a:spcPts val="0"/>
              </a:spcBef>
              <a:spcAft>
                <a:spcPts val="0"/>
              </a:spcAft>
              <a:buClr>
                <a:srgbClr val="FFFFFF"/>
              </a:buClr>
              <a:buSzPts val="1600"/>
              <a:buNone/>
              <a:defRPr>
                <a:solidFill>
                  <a:srgbClr val="FFFFFF"/>
                </a:solidFill>
              </a:defRPr>
            </a:lvl8pPr>
            <a:lvl9pPr lvl="8" rtl="0">
              <a:spcBef>
                <a:spcPts val="0"/>
              </a:spcBef>
              <a:spcAft>
                <a:spcPts val="0"/>
              </a:spcAft>
              <a:buClr>
                <a:srgbClr val="FFFFFF"/>
              </a:buClr>
              <a:buSzPts val="1600"/>
              <a:buNone/>
              <a:defRPr>
                <a:solidFill>
                  <a:srgbClr val="FFFFFF"/>
                </a:solidFill>
              </a:defRPr>
            </a:lvl9pPr>
          </a:lstStyle>
          <a:p/>
        </p:txBody>
      </p:sp>
    </p:spTree>
  </p:cSld>
  <p:clrMapOvr>
    <a:masterClrMapping/>
  </p:clrMapOvr>
  <p:extLst>
    <p:ext uri="{DCECCB84-F9BA-43D5-87BE-67443E8EF086}">
      <p15:sldGuideLst>
        <p15:guide id="1" pos="573">
          <p15:clr>
            <a:srgbClr val="E46962"/>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dark 3">
  <p:cSld name="TITLE_1_1_1_1_1_1">
    <p:bg>
      <p:bgPr>
        <a:solidFill>
          <a:schemeClr val="accent2"/>
        </a:solidFill>
      </p:bgPr>
    </p:bg>
    <p:spTree>
      <p:nvGrpSpPr>
        <p:cNvPr id="52" name="Shape 52"/>
        <p:cNvGrpSpPr/>
        <p:nvPr/>
      </p:nvGrpSpPr>
      <p:grpSpPr>
        <a:xfrm>
          <a:off x="0" y="0"/>
          <a:ext cx="0" cy="0"/>
          <a:chOff x="0" y="0"/>
          <a:chExt cx="0" cy="0"/>
        </a:xfrm>
      </p:grpSpPr>
      <p:sp>
        <p:nvSpPr>
          <p:cNvPr id="53" name="Google Shape;53;p8"/>
          <p:cNvSpPr/>
          <p:nvPr/>
        </p:nvSpPr>
        <p:spPr>
          <a:xfrm rot="1200001">
            <a:off x="4089229" y="5053039"/>
            <a:ext cx="14712449" cy="5364039"/>
          </a:xfrm>
          <a:custGeom>
            <a:rect b="b" l="l" r="r" t="t"/>
            <a:pathLst>
              <a:path extrusionOk="0" h="3573" w="9800">
                <a:moveTo>
                  <a:pt x="1786" y="0"/>
                </a:moveTo>
                <a:cubicBezTo>
                  <a:pt x="1477" y="0"/>
                  <a:pt x="1179" y="84"/>
                  <a:pt x="893" y="239"/>
                </a:cubicBezTo>
                <a:cubicBezTo>
                  <a:pt x="632" y="393"/>
                  <a:pt x="405" y="620"/>
                  <a:pt x="239" y="893"/>
                </a:cubicBezTo>
                <a:cubicBezTo>
                  <a:pt x="96" y="1167"/>
                  <a:pt x="0" y="1465"/>
                  <a:pt x="0" y="1786"/>
                </a:cubicBezTo>
                <a:cubicBezTo>
                  <a:pt x="0" y="2108"/>
                  <a:pt x="84" y="2405"/>
                  <a:pt x="239" y="2679"/>
                </a:cubicBezTo>
                <a:cubicBezTo>
                  <a:pt x="393" y="2953"/>
                  <a:pt x="620" y="3179"/>
                  <a:pt x="893" y="3334"/>
                </a:cubicBezTo>
                <a:cubicBezTo>
                  <a:pt x="1167" y="3489"/>
                  <a:pt x="1465" y="3572"/>
                  <a:pt x="1786" y="3572"/>
                </a:cubicBezTo>
                <a:cubicBezTo>
                  <a:pt x="2108" y="3572"/>
                  <a:pt x="2406" y="3501"/>
                  <a:pt x="2679" y="3334"/>
                </a:cubicBezTo>
                <a:cubicBezTo>
                  <a:pt x="2846" y="3251"/>
                  <a:pt x="3013" y="3108"/>
                  <a:pt x="3132" y="2965"/>
                </a:cubicBezTo>
                <a:cubicBezTo>
                  <a:pt x="3674" y="2346"/>
                  <a:pt x="4281" y="2036"/>
                  <a:pt x="4888" y="2036"/>
                </a:cubicBezTo>
                <a:cubicBezTo>
                  <a:pt x="5495" y="2036"/>
                  <a:pt x="6102" y="2346"/>
                  <a:pt x="6644" y="2965"/>
                </a:cubicBezTo>
                <a:cubicBezTo>
                  <a:pt x="6775" y="3108"/>
                  <a:pt x="6930" y="3251"/>
                  <a:pt x="7109" y="3334"/>
                </a:cubicBezTo>
                <a:cubicBezTo>
                  <a:pt x="7370" y="3489"/>
                  <a:pt x="7668" y="3572"/>
                  <a:pt x="8001" y="3572"/>
                </a:cubicBezTo>
                <a:cubicBezTo>
                  <a:pt x="8311" y="3572"/>
                  <a:pt x="8609" y="3501"/>
                  <a:pt x="8894" y="3334"/>
                </a:cubicBezTo>
                <a:cubicBezTo>
                  <a:pt x="9156" y="3191"/>
                  <a:pt x="9383" y="2965"/>
                  <a:pt x="9549" y="2679"/>
                </a:cubicBezTo>
                <a:cubicBezTo>
                  <a:pt x="9692" y="2417"/>
                  <a:pt x="9787" y="2120"/>
                  <a:pt x="9787" y="1786"/>
                </a:cubicBezTo>
                <a:cubicBezTo>
                  <a:pt x="9799" y="1489"/>
                  <a:pt x="9728" y="1191"/>
                  <a:pt x="9561" y="917"/>
                </a:cubicBezTo>
                <a:cubicBezTo>
                  <a:pt x="9406" y="643"/>
                  <a:pt x="9192" y="417"/>
                  <a:pt x="8906" y="262"/>
                </a:cubicBezTo>
                <a:cubicBezTo>
                  <a:pt x="8644" y="108"/>
                  <a:pt x="8347" y="24"/>
                  <a:pt x="8013" y="24"/>
                </a:cubicBezTo>
                <a:cubicBezTo>
                  <a:pt x="7704" y="24"/>
                  <a:pt x="7406" y="96"/>
                  <a:pt x="7120" y="262"/>
                </a:cubicBezTo>
                <a:cubicBezTo>
                  <a:pt x="6954" y="358"/>
                  <a:pt x="6799" y="477"/>
                  <a:pt x="6656" y="631"/>
                </a:cubicBezTo>
                <a:cubicBezTo>
                  <a:pt x="6114" y="1251"/>
                  <a:pt x="5507" y="1560"/>
                  <a:pt x="4900" y="1560"/>
                </a:cubicBezTo>
                <a:cubicBezTo>
                  <a:pt x="4293" y="1560"/>
                  <a:pt x="3685" y="1251"/>
                  <a:pt x="3144" y="631"/>
                </a:cubicBezTo>
                <a:cubicBezTo>
                  <a:pt x="3013" y="477"/>
                  <a:pt x="2858" y="346"/>
                  <a:pt x="2679" y="239"/>
                </a:cubicBezTo>
                <a:cubicBezTo>
                  <a:pt x="2417" y="96"/>
                  <a:pt x="2120" y="0"/>
                  <a:pt x="178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rot="7200001">
            <a:off x="-7210729" y="-94078"/>
            <a:ext cx="14712442" cy="5364036"/>
          </a:xfrm>
          <a:custGeom>
            <a:rect b="b" l="l" r="r" t="t"/>
            <a:pathLst>
              <a:path extrusionOk="0" h="3573" w="9800">
                <a:moveTo>
                  <a:pt x="1786" y="0"/>
                </a:moveTo>
                <a:cubicBezTo>
                  <a:pt x="1477" y="0"/>
                  <a:pt x="1179" y="84"/>
                  <a:pt x="893" y="239"/>
                </a:cubicBezTo>
                <a:cubicBezTo>
                  <a:pt x="632" y="393"/>
                  <a:pt x="405" y="620"/>
                  <a:pt x="239" y="893"/>
                </a:cubicBezTo>
                <a:cubicBezTo>
                  <a:pt x="96" y="1167"/>
                  <a:pt x="0" y="1465"/>
                  <a:pt x="0" y="1786"/>
                </a:cubicBezTo>
                <a:cubicBezTo>
                  <a:pt x="0" y="2108"/>
                  <a:pt x="84" y="2405"/>
                  <a:pt x="239" y="2679"/>
                </a:cubicBezTo>
                <a:cubicBezTo>
                  <a:pt x="393" y="2953"/>
                  <a:pt x="620" y="3179"/>
                  <a:pt x="893" y="3334"/>
                </a:cubicBezTo>
                <a:cubicBezTo>
                  <a:pt x="1167" y="3489"/>
                  <a:pt x="1465" y="3572"/>
                  <a:pt x="1786" y="3572"/>
                </a:cubicBezTo>
                <a:cubicBezTo>
                  <a:pt x="2108" y="3572"/>
                  <a:pt x="2406" y="3501"/>
                  <a:pt x="2679" y="3334"/>
                </a:cubicBezTo>
                <a:cubicBezTo>
                  <a:pt x="2846" y="3251"/>
                  <a:pt x="3013" y="3108"/>
                  <a:pt x="3132" y="2965"/>
                </a:cubicBezTo>
                <a:cubicBezTo>
                  <a:pt x="3674" y="2346"/>
                  <a:pt x="4281" y="2036"/>
                  <a:pt x="4888" y="2036"/>
                </a:cubicBezTo>
                <a:cubicBezTo>
                  <a:pt x="5495" y="2036"/>
                  <a:pt x="6102" y="2346"/>
                  <a:pt x="6644" y="2965"/>
                </a:cubicBezTo>
                <a:cubicBezTo>
                  <a:pt x="6775" y="3108"/>
                  <a:pt x="6930" y="3251"/>
                  <a:pt x="7109" y="3334"/>
                </a:cubicBezTo>
                <a:cubicBezTo>
                  <a:pt x="7370" y="3489"/>
                  <a:pt x="7668" y="3572"/>
                  <a:pt x="8001" y="3572"/>
                </a:cubicBezTo>
                <a:cubicBezTo>
                  <a:pt x="8311" y="3572"/>
                  <a:pt x="8609" y="3501"/>
                  <a:pt x="8894" y="3334"/>
                </a:cubicBezTo>
                <a:cubicBezTo>
                  <a:pt x="9156" y="3191"/>
                  <a:pt x="9383" y="2965"/>
                  <a:pt x="9549" y="2679"/>
                </a:cubicBezTo>
                <a:cubicBezTo>
                  <a:pt x="9692" y="2417"/>
                  <a:pt x="9787" y="2120"/>
                  <a:pt x="9787" y="1786"/>
                </a:cubicBezTo>
                <a:cubicBezTo>
                  <a:pt x="9799" y="1489"/>
                  <a:pt x="9728" y="1191"/>
                  <a:pt x="9561" y="917"/>
                </a:cubicBezTo>
                <a:cubicBezTo>
                  <a:pt x="9406" y="643"/>
                  <a:pt x="9192" y="417"/>
                  <a:pt x="8906" y="262"/>
                </a:cubicBezTo>
                <a:cubicBezTo>
                  <a:pt x="8644" y="108"/>
                  <a:pt x="8347" y="24"/>
                  <a:pt x="8013" y="24"/>
                </a:cubicBezTo>
                <a:cubicBezTo>
                  <a:pt x="7704" y="24"/>
                  <a:pt x="7406" y="96"/>
                  <a:pt x="7120" y="262"/>
                </a:cubicBezTo>
                <a:cubicBezTo>
                  <a:pt x="6954" y="358"/>
                  <a:pt x="6799" y="477"/>
                  <a:pt x="6656" y="631"/>
                </a:cubicBezTo>
                <a:cubicBezTo>
                  <a:pt x="6114" y="1251"/>
                  <a:pt x="5507" y="1560"/>
                  <a:pt x="4900" y="1560"/>
                </a:cubicBezTo>
                <a:cubicBezTo>
                  <a:pt x="4293" y="1560"/>
                  <a:pt x="3685" y="1251"/>
                  <a:pt x="3144" y="631"/>
                </a:cubicBezTo>
                <a:cubicBezTo>
                  <a:pt x="3013" y="477"/>
                  <a:pt x="2858" y="346"/>
                  <a:pt x="2679" y="239"/>
                </a:cubicBezTo>
                <a:cubicBezTo>
                  <a:pt x="2417" y="96"/>
                  <a:pt x="2120" y="0"/>
                  <a:pt x="178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txBox="1"/>
          <p:nvPr>
            <p:ph idx="12" type="sldNum"/>
          </p:nvPr>
        </p:nvSpPr>
        <p:spPr>
          <a:xfrm>
            <a:off x="360650" y="4880150"/>
            <a:ext cx="3667800" cy="269700"/>
          </a:xfrm>
          <a:prstGeom prst="rect">
            <a:avLst/>
          </a:prstGeom>
          <a:noFill/>
          <a:ln>
            <a:noFill/>
          </a:ln>
        </p:spPr>
        <p:txBody>
          <a:bodyPr anchorCtr="0" anchor="t" bIns="0" lIns="0" spcFirstLastPara="1" rIns="0" wrap="square" tIns="0">
            <a:noAutofit/>
          </a:bodyPr>
          <a:lstStyle>
            <a:lvl1pPr lvl="0" rtl="0" algn="l">
              <a:buNone/>
              <a:defRPr sz="800">
                <a:solidFill>
                  <a:srgbClr val="FFFFFF"/>
                </a:solidFill>
                <a:latin typeface="Public Sans"/>
                <a:ea typeface="Public Sans"/>
                <a:cs typeface="Public Sans"/>
                <a:sym typeface="Public Sans"/>
              </a:defRPr>
            </a:lvl1pPr>
            <a:lvl2pPr lvl="1" rtl="0" algn="l">
              <a:buNone/>
              <a:defRPr sz="800">
                <a:solidFill>
                  <a:srgbClr val="FFFFFF"/>
                </a:solidFill>
                <a:latin typeface="Public Sans"/>
                <a:ea typeface="Public Sans"/>
                <a:cs typeface="Public Sans"/>
                <a:sym typeface="Public Sans"/>
              </a:defRPr>
            </a:lvl2pPr>
            <a:lvl3pPr lvl="2" rtl="0" algn="l">
              <a:buNone/>
              <a:defRPr sz="800">
                <a:solidFill>
                  <a:srgbClr val="FFFFFF"/>
                </a:solidFill>
                <a:latin typeface="Public Sans"/>
                <a:ea typeface="Public Sans"/>
                <a:cs typeface="Public Sans"/>
                <a:sym typeface="Public Sans"/>
              </a:defRPr>
            </a:lvl3pPr>
            <a:lvl4pPr lvl="3" rtl="0" algn="l">
              <a:buNone/>
              <a:defRPr sz="800">
                <a:solidFill>
                  <a:srgbClr val="FFFFFF"/>
                </a:solidFill>
                <a:latin typeface="Public Sans"/>
                <a:ea typeface="Public Sans"/>
                <a:cs typeface="Public Sans"/>
                <a:sym typeface="Public Sans"/>
              </a:defRPr>
            </a:lvl4pPr>
            <a:lvl5pPr lvl="4" rtl="0" algn="l">
              <a:buNone/>
              <a:defRPr sz="800">
                <a:solidFill>
                  <a:srgbClr val="FFFFFF"/>
                </a:solidFill>
                <a:latin typeface="Public Sans"/>
                <a:ea typeface="Public Sans"/>
                <a:cs typeface="Public Sans"/>
                <a:sym typeface="Public Sans"/>
              </a:defRPr>
            </a:lvl5pPr>
            <a:lvl6pPr lvl="5" rtl="0" algn="l">
              <a:buNone/>
              <a:defRPr sz="800">
                <a:solidFill>
                  <a:srgbClr val="FFFFFF"/>
                </a:solidFill>
                <a:latin typeface="Public Sans"/>
                <a:ea typeface="Public Sans"/>
                <a:cs typeface="Public Sans"/>
                <a:sym typeface="Public Sans"/>
              </a:defRPr>
            </a:lvl6pPr>
            <a:lvl7pPr lvl="6" rtl="0" algn="l">
              <a:buNone/>
              <a:defRPr sz="800">
                <a:solidFill>
                  <a:srgbClr val="FFFFFF"/>
                </a:solidFill>
                <a:latin typeface="Public Sans"/>
                <a:ea typeface="Public Sans"/>
                <a:cs typeface="Public Sans"/>
                <a:sym typeface="Public Sans"/>
              </a:defRPr>
            </a:lvl7pPr>
            <a:lvl8pPr lvl="7" rtl="0" algn="l">
              <a:buNone/>
              <a:defRPr sz="800">
                <a:solidFill>
                  <a:srgbClr val="FFFFFF"/>
                </a:solidFill>
                <a:latin typeface="Public Sans"/>
                <a:ea typeface="Public Sans"/>
                <a:cs typeface="Public Sans"/>
                <a:sym typeface="Public Sans"/>
              </a:defRPr>
            </a:lvl8pPr>
            <a:lvl9pPr lvl="8" rtl="0" algn="l">
              <a:buNone/>
              <a:defRPr sz="800">
                <a:solidFill>
                  <a:srgbClr val="FFFFFF"/>
                </a:solidFill>
                <a:latin typeface="Public Sans"/>
                <a:ea typeface="Public Sans"/>
                <a:cs typeface="Public Sans"/>
                <a:sym typeface="Public Sans"/>
              </a:defRPr>
            </a:lvl9pPr>
          </a:lstStyle>
          <a:p>
            <a:pPr indent="0" lvl="0" marL="0" rtl="0" algn="l">
              <a:spcBef>
                <a:spcPts val="0"/>
              </a:spcBef>
              <a:spcAft>
                <a:spcPts val="0"/>
              </a:spcAft>
              <a:buNone/>
            </a:pPr>
            <a:r>
              <a:rPr lang="en"/>
              <a:t>Neo4j Inc. All rights reserved 2023	</a:t>
            </a:r>
            <a:endParaRPr/>
          </a:p>
        </p:txBody>
      </p:sp>
      <p:sp>
        <p:nvSpPr>
          <p:cNvPr id="56" name="Google Shape;56;p8"/>
          <p:cNvSpPr txBox="1"/>
          <p:nvPr>
            <p:ph idx="2" type="sldNum"/>
          </p:nvPr>
        </p:nvSpPr>
        <p:spPr>
          <a:xfrm>
            <a:off x="0" y="4880150"/>
            <a:ext cx="265200" cy="269700"/>
          </a:xfrm>
          <a:prstGeom prst="rect">
            <a:avLst/>
          </a:prstGeom>
          <a:noFill/>
          <a:ln>
            <a:noFill/>
          </a:ln>
        </p:spPr>
        <p:txBody>
          <a:bodyPr anchorCtr="0" anchor="t" bIns="0" lIns="0" spcFirstLastPara="1" rIns="0" wrap="square" tIns="0">
            <a:noAutofit/>
          </a:bodyPr>
          <a:lstStyle>
            <a:lvl1pPr lvl="0" rtl="0" algn="r">
              <a:buNone/>
              <a:defRPr sz="800">
                <a:solidFill>
                  <a:srgbClr val="FFFFFF"/>
                </a:solidFill>
                <a:latin typeface="Public Sans"/>
                <a:ea typeface="Public Sans"/>
                <a:cs typeface="Public Sans"/>
                <a:sym typeface="Public Sans"/>
              </a:defRPr>
            </a:lvl1pPr>
            <a:lvl2pPr lvl="1" rtl="0" algn="r">
              <a:buNone/>
              <a:defRPr sz="800">
                <a:solidFill>
                  <a:srgbClr val="FFFFFF"/>
                </a:solidFill>
                <a:latin typeface="Public Sans"/>
                <a:ea typeface="Public Sans"/>
                <a:cs typeface="Public Sans"/>
                <a:sym typeface="Public Sans"/>
              </a:defRPr>
            </a:lvl2pPr>
            <a:lvl3pPr lvl="2" rtl="0" algn="r">
              <a:buNone/>
              <a:defRPr sz="800">
                <a:solidFill>
                  <a:srgbClr val="FFFFFF"/>
                </a:solidFill>
                <a:latin typeface="Public Sans"/>
                <a:ea typeface="Public Sans"/>
                <a:cs typeface="Public Sans"/>
                <a:sym typeface="Public Sans"/>
              </a:defRPr>
            </a:lvl3pPr>
            <a:lvl4pPr lvl="3" rtl="0" algn="r">
              <a:buNone/>
              <a:defRPr sz="800">
                <a:solidFill>
                  <a:srgbClr val="FFFFFF"/>
                </a:solidFill>
                <a:latin typeface="Public Sans"/>
                <a:ea typeface="Public Sans"/>
                <a:cs typeface="Public Sans"/>
                <a:sym typeface="Public Sans"/>
              </a:defRPr>
            </a:lvl4pPr>
            <a:lvl5pPr lvl="4" rtl="0" algn="r">
              <a:buNone/>
              <a:defRPr sz="800">
                <a:solidFill>
                  <a:srgbClr val="FFFFFF"/>
                </a:solidFill>
                <a:latin typeface="Public Sans"/>
                <a:ea typeface="Public Sans"/>
                <a:cs typeface="Public Sans"/>
                <a:sym typeface="Public Sans"/>
              </a:defRPr>
            </a:lvl5pPr>
            <a:lvl6pPr lvl="5" rtl="0" algn="r">
              <a:buNone/>
              <a:defRPr sz="800">
                <a:solidFill>
                  <a:srgbClr val="FFFFFF"/>
                </a:solidFill>
                <a:latin typeface="Public Sans"/>
                <a:ea typeface="Public Sans"/>
                <a:cs typeface="Public Sans"/>
                <a:sym typeface="Public Sans"/>
              </a:defRPr>
            </a:lvl6pPr>
            <a:lvl7pPr lvl="6" rtl="0" algn="r">
              <a:buNone/>
              <a:defRPr sz="800">
                <a:solidFill>
                  <a:srgbClr val="FFFFFF"/>
                </a:solidFill>
                <a:latin typeface="Public Sans"/>
                <a:ea typeface="Public Sans"/>
                <a:cs typeface="Public Sans"/>
                <a:sym typeface="Public Sans"/>
              </a:defRPr>
            </a:lvl7pPr>
            <a:lvl8pPr lvl="7" rtl="0" algn="r">
              <a:buNone/>
              <a:defRPr sz="800">
                <a:solidFill>
                  <a:srgbClr val="FFFFFF"/>
                </a:solidFill>
                <a:latin typeface="Public Sans"/>
                <a:ea typeface="Public Sans"/>
                <a:cs typeface="Public Sans"/>
                <a:sym typeface="Public Sans"/>
              </a:defRPr>
            </a:lvl8pPr>
            <a:lvl9pPr lvl="8" rtl="0" algn="r">
              <a:buNone/>
              <a:defRPr sz="800">
                <a:solidFill>
                  <a:srgbClr val="FFFFFF"/>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57" name="Google Shape;57;p8"/>
          <p:cNvSpPr txBox="1"/>
          <p:nvPr>
            <p:ph type="ctrTitle"/>
          </p:nvPr>
        </p:nvSpPr>
        <p:spPr>
          <a:xfrm>
            <a:off x="909908" y="1605476"/>
            <a:ext cx="7498200" cy="1746000"/>
          </a:xfrm>
          <a:prstGeom prst="rect">
            <a:avLst/>
          </a:prstGeom>
        </p:spPr>
        <p:txBody>
          <a:bodyPr anchorCtr="0" anchor="b" bIns="0" lIns="0" spcFirstLastPara="1" rIns="0" wrap="square" tIns="0">
            <a:noAutofit/>
          </a:bodyPr>
          <a:lstStyle>
            <a:lvl1pPr lvl="0" rtl="0">
              <a:lnSpc>
                <a:spcPct val="90000"/>
              </a:lnSpc>
              <a:spcBef>
                <a:spcPts val="0"/>
              </a:spcBef>
              <a:spcAft>
                <a:spcPts val="0"/>
              </a:spcAft>
              <a:buClr>
                <a:srgbClr val="FFFFFF"/>
              </a:buClr>
              <a:buSzPts val="4200"/>
              <a:buFont typeface="Syne"/>
              <a:buNone/>
              <a:defRPr b="1" sz="4200">
                <a:solidFill>
                  <a:srgbClr val="FFFFFF"/>
                </a:solidFill>
                <a:latin typeface="Syne"/>
                <a:ea typeface="Syne"/>
                <a:cs typeface="Syne"/>
                <a:sym typeface="Syne"/>
              </a:defRPr>
            </a:lvl1pPr>
            <a:lvl2pPr lvl="1" rtl="0" algn="ctr">
              <a:spcBef>
                <a:spcPts val="0"/>
              </a:spcBef>
              <a:spcAft>
                <a:spcPts val="0"/>
              </a:spcAft>
              <a:buClr>
                <a:srgbClr val="FFFFFF"/>
              </a:buClr>
              <a:buSzPts val="5200"/>
              <a:buNone/>
              <a:defRPr sz="5200">
                <a:solidFill>
                  <a:srgbClr val="FFFFFF"/>
                </a:solidFill>
              </a:defRPr>
            </a:lvl2pPr>
            <a:lvl3pPr lvl="2" rtl="0" algn="ctr">
              <a:spcBef>
                <a:spcPts val="0"/>
              </a:spcBef>
              <a:spcAft>
                <a:spcPts val="0"/>
              </a:spcAft>
              <a:buClr>
                <a:srgbClr val="FFFFFF"/>
              </a:buClr>
              <a:buSzPts val="5200"/>
              <a:buNone/>
              <a:defRPr sz="5200">
                <a:solidFill>
                  <a:srgbClr val="FFFFFF"/>
                </a:solidFill>
              </a:defRPr>
            </a:lvl3pPr>
            <a:lvl4pPr lvl="3" rtl="0" algn="ctr">
              <a:spcBef>
                <a:spcPts val="0"/>
              </a:spcBef>
              <a:spcAft>
                <a:spcPts val="0"/>
              </a:spcAft>
              <a:buClr>
                <a:srgbClr val="FFFFFF"/>
              </a:buClr>
              <a:buSzPts val="5200"/>
              <a:buNone/>
              <a:defRPr sz="5200">
                <a:solidFill>
                  <a:srgbClr val="FFFFFF"/>
                </a:solidFill>
              </a:defRPr>
            </a:lvl4pPr>
            <a:lvl5pPr lvl="4" rtl="0" algn="ctr">
              <a:spcBef>
                <a:spcPts val="0"/>
              </a:spcBef>
              <a:spcAft>
                <a:spcPts val="0"/>
              </a:spcAft>
              <a:buClr>
                <a:srgbClr val="FFFFFF"/>
              </a:buClr>
              <a:buSzPts val="5200"/>
              <a:buNone/>
              <a:defRPr sz="5200">
                <a:solidFill>
                  <a:srgbClr val="FFFFFF"/>
                </a:solidFill>
              </a:defRPr>
            </a:lvl5pPr>
            <a:lvl6pPr lvl="5" rtl="0" algn="ctr">
              <a:spcBef>
                <a:spcPts val="0"/>
              </a:spcBef>
              <a:spcAft>
                <a:spcPts val="0"/>
              </a:spcAft>
              <a:buClr>
                <a:srgbClr val="FFFFFF"/>
              </a:buClr>
              <a:buSzPts val="5200"/>
              <a:buNone/>
              <a:defRPr sz="5200">
                <a:solidFill>
                  <a:srgbClr val="FFFFFF"/>
                </a:solidFill>
              </a:defRPr>
            </a:lvl6pPr>
            <a:lvl7pPr lvl="6" rtl="0" algn="ctr">
              <a:spcBef>
                <a:spcPts val="0"/>
              </a:spcBef>
              <a:spcAft>
                <a:spcPts val="0"/>
              </a:spcAft>
              <a:buClr>
                <a:srgbClr val="FFFFFF"/>
              </a:buClr>
              <a:buSzPts val="5200"/>
              <a:buNone/>
              <a:defRPr sz="5200">
                <a:solidFill>
                  <a:srgbClr val="FFFFFF"/>
                </a:solidFill>
              </a:defRPr>
            </a:lvl7pPr>
            <a:lvl8pPr lvl="7" rtl="0" algn="ctr">
              <a:spcBef>
                <a:spcPts val="0"/>
              </a:spcBef>
              <a:spcAft>
                <a:spcPts val="0"/>
              </a:spcAft>
              <a:buClr>
                <a:srgbClr val="FFFFFF"/>
              </a:buClr>
              <a:buSzPts val="5200"/>
              <a:buNone/>
              <a:defRPr sz="5200">
                <a:solidFill>
                  <a:srgbClr val="FFFFFF"/>
                </a:solidFill>
              </a:defRPr>
            </a:lvl8pPr>
            <a:lvl9pPr lvl="8" rtl="0" algn="ctr">
              <a:spcBef>
                <a:spcPts val="0"/>
              </a:spcBef>
              <a:spcAft>
                <a:spcPts val="0"/>
              </a:spcAft>
              <a:buClr>
                <a:srgbClr val="FFFFFF"/>
              </a:buClr>
              <a:buSzPts val="5200"/>
              <a:buNone/>
              <a:defRPr sz="5200">
                <a:solidFill>
                  <a:srgbClr val="FFFFFF"/>
                </a:solidFill>
              </a:defRPr>
            </a:lvl9pPr>
          </a:lstStyle>
          <a:p/>
        </p:txBody>
      </p:sp>
      <p:sp>
        <p:nvSpPr>
          <p:cNvPr id="58" name="Google Shape;58;p8"/>
          <p:cNvSpPr txBox="1"/>
          <p:nvPr>
            <p:ph idx="1" type="subTitle"/>
          </p:nvPr>
        </p:nvSpPr>
        <p:spPr>
          <a:xfrm>
            <a:off x="922717" y="3457429"/>
            <a:ext cx="4206300" cy="8835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1600"/>
              <a:buNone/>
              <a:defRPr>
                <a:solidFill>
                  <a:srgbClr val="FFFFFF"/>
                </a:solidFill>
              </a:defRPr>
            </a:lvl1pPr>
            <a:lvl2pPr lvl="1" rtl="0">
              <a:spcBef>
                <a:spcPts val="0"/>
              </a:spcBef>
              <a:spcAft>
                <a:spcPts val="0"/>
              </a:spcAft>
              <a:buClr>
                <a:srgbClr val="FFFFFF"/>
              </a:buClr>
              <a:buSzPts val="1600"/>
              <a:buNone/>
              <a:defRPr>
                <a:solidFill>
                  <a:srgbClr val="FFFFFF"/>
                </a:solidFill>
              </a:defRPr>
            </a:lvl2pPr>
            <a:lvl3pPr lvl="2" rtl="0">
              <a:spcBef>
                <a:spcPts val="0"/>
              </a:spcBef>
              <a:spcAft>
                <a:spcPts val="0"/>
              </a:spcAft>
              <a:buClr>
                <a:srgbClr val="FFFFFF"/>
              </a:buClr>
              <a:buSzPts val="1600"/>
              <a:buNone/>
              <a:defRPr>
                <a:solidFill>
                  <a:srgbClr val="FFFFFF"/>
                </a:solidFill>
              </a:defRPr>
            </a:lvl3pPr>
            <a:lvl4pPr lvl="3" rtl="0">
              <a:spcBef>
                <a:spcPts val="0"/>
              </a:spcBef>
              <a:spcAft>
                <a:spcPts val="0"/>
              </a:spcAft>
              <a:buClr>
                <a:srgbClr val="FFFFFF"/>
              </a:buClr>
              <a:buSzPts val="1600"/>
              <a:buNone/>
              <a:defRPr>
                <a:solidFill>
                  <a:srgbClr val="FFFFFF"/>
                </a:solidFill>
              </a:defRPr>
            </a:lvl4pPr>
            <a:lvl5pPr lvl="4" rtl="0">
              <a:spcBef>
                <a:spcPts val="0"/>
              </a:spcBef>
              <a:spcAft>
                <a:spcPts val="0"/>
              </a:spcAft>
              <a:buClr>
                <a:srgbClr val="FFFFFF"/>
              </a:buClr>
              <a:buSzPts val="1600"/>
              <a:buNone/>
              <a:defRPr>
                <a:solidFill>
                  <a:srgbClr val="FFFFFF"/>
                </a:solidFill>
              </a:defRPr>
            </a:lvl5pPr>
            <a:lvl6pPr lvl="5" rtl="0">
              <a:spcBef>
                <a:spcPts val="0"/>
              </a:spcBef>
              <a:spcAft>
                <a:spcPts val="0"/>
              </a:spcAft>
              <a:buClr>
                <a:srgbClr val="FFFFFF"/>
              </a:buClr>
              <a:buSzPts val="1600"/>
              <a:buNone/>
              <a:defRPr>
                <a:solidFill>
                  <a:srgbClr val="FFFFFF"/>
                </a:solidFill>
              </a:defRPr>
            </a:lvl6pPr>
            <a:lvl7pPr lvl="6" rtl="0">
              <a:spcBef>
                <a:spcPts val="0"/>
              </a:spcBef>
              <a:spcAft>
                <a:spcPts val="0"/>
              </a:spcAft>
              <a:buClr>
                <a:srgbClr val="FFFFFF"/>
              </a:buClr>
              <a:buSzPts val="1600"/>
              <a:buNone/>
              <a:defRPr>
                <a:solidFill>
                  <a:srgbClr val="FFFFFF"/>
                </a:solidFill>
              </a:defRPr>
            </a:lvl7pPr>
            <a:lvl8pPr lvl="7" rtl="0">
              <a:spcBef>
                <a:spcPts val="0"/>
              </a:spcBef>
              <a:spcAft>
                <a:spcPts val="0"/>
              </a:spcAft>
              <a:buClr>
                <a:srgbClr val="FFFFFF"/>
              </a:buClr>
              <a:buSzPts val="1600"/>
              <a:buNone/>
              <a:defRPr>
                <a:solidFill>
                  <a:srgbClr val="FFFFFF"/>
                </a:solidFill>
              </a:defRPr>
            </a:lvl8pPr>
            <a:lvl9pPr lvl="8" rtl="0">
              <a:spcBef>
                <a:spcPts val="0"/>
              </a:spcBef>
              <a:spcAft>
                <a:spcPts val="0"/>
              </a:spcAft>
              <a:buClr>
                <a:srgbClr val="FFFFFF"/>
              </a:buClr>
              <a:buSzPts val="1600"/>
              <a:buNone/>
              <a:defRPr>
                <a:solidFill>
                  <a:srgbClr val="FFFFFF"/>
                </a:solidFill>
              </a:defRPr>
            </a:lvl9pPr>
          </a:lstStyle>
          <a:p/>
        </p:txBody>
      </p:sp>
      <p:sp>
        <p:nvSpPr>
          <p:cNvPr id="59" name="Google Shape;59;p8"/>
          <p:cNvSpPr/>
          <p:nvPr/>
        </p:nvSpPr>
        <p:spPr>
          <a:xfrm>
            <a:off x="-93900" y="-130000"/>
            <a:ext cx="361200" cy="23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extLst>
    <p:ext uri="{DCECCB84-F9BA-43D5-87BE-67443E8EF086}">
      <p15:sldGuideLst>
        <p15:guide id="1" pos="573">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ple two cols bright" type="tx">
  <p:cSld name="TITLE_AND_BODY">
    <p:bg>
      <p:bgPr>
        <a:solidFill>
          <a:srgbClr val="FFFFFF"/>
        </a:solidFill>
      </p:bgPr>
    </p:bg>
    <p:spTree>
      <p:nvGrpSpPr>
        <p:cNvPr id="60" name="Shape 60"/>
        <p:cNvGrpSpPr/>
        <p:nvPr/>
      </p:nvGrpSpPr>
      <p:grpSpPr>
        <a:xfrm>
          <a:off x="0" y="0"/>
          <a:ext cx="0" cy="0"/>
          <a:chOff x="0" y="0"/>
          <a:chExt cx="0" cy="0"/>
        </a:xfrm>
      </p:grpSpPr>
      <p:sp>
        <p:nvSpPr>
          <p:cNvPr id="61" name="Google Shape;61;p9"/>
          <p:cNvSpPr txBox="1"/>
          <p:nvPr>
            <p:ph type="title"/>
          </p:nvPr>
        </p:nvSpPr>
        <p:spPr>
          <a:xfrm>
            <a:off x="365750" y="274325"/>
            <a:ext cx="8412600" cy="548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2800"/>
              <a:buFont typeface="Public Sans SemiBold"/>
              <a:buNone/>
              <a:defRPr b="0">
                <a:solidFill>
                  <a:schemeClr val="dk1"/>
                </a:solidFill>
                <a:latin typeface="Public Sans SemiBold"/>
                <a:ea typeface="Public Sans SemiBold"/>
                <a:cs typeface="Public Sans SemiBold"/>
                <a:sym typeface="Public Sans SemiBol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2" name="Google Shape;62;p9"/>
          <p:cNvSpPr txBox="1"/>
          <p:nvPr>
            <p:ph idx="1" type="body"/>
          </p:nvPr>
        </p:nvSpPr>
        <p:spPr>
          <a:xfrm>
            <a:off x="365750" y="1188725"/>
            <a:ext cx="3657600" cy="3430800"/>
          </a:xfrm>
          <a:prstGeom prst="rect">
            <a:avLst/>
          </a:prstGeom>
        </p:spPr>
        <p:txBody>
          <a:bodyPr anchorCtr="0" anchor="t" bIns="0" lIns="0" spcFirstLastPara="1" rIns="0" wrap="square" tIns="0">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63" name="Google Shape;63;p9"/>
          <p:cNvSpPr txBox="1"/>
          <p:nvPr>
            <p:ph idx="2" type="body"/>
          </p:nvPr>
        </p:nvSpPr>
        <p:spPr>
          <a:xfrm>
            <a:off x="4937760" y="1188725"/>
            <a:ext cx="3657600" cy="3430800"/>
          </a:xfrm>
          <a:prstGeom prst="rect">
            <a:avLst/>
          </a:prstGeom>
        </p:spPr>
        <p:txBody>
          <a:bodyPr anchorCtr="0" anchor="t" bIns="0" lIns="0" spcFirstLastPara="1" rIns="0" wrap="square" tIns="0">
            <a:noAutofit/>
          </a:bodyPr>
          <a:lstStyle>
            <a:lvl1pPr indent="-330200" lvl="0" marL="457200" rtl="0">
              <a:spcBef>
                <a:spcPts val="0"/>
              </a:spcBef>
              <a:spcAft>
                <a:spcPts val="0"/>
              </a:spcAft>
              <a:buSzPts val="1600"/>
              <a:buChar char="●"/>
              <a:defRPr/>
            </a:lvl1pPr>
            <a:lvl2pPr indent="-330200" lvl="1" marL="914400" rtl="0">
              <a:spcBef>
                <a:spcPts val="0"/>
              </a:spcBef>
              <a:spcAft>
                <a:spcPts val="0"/>
              </a:spcAft>
              <a:buSzPts val="1600"/>
              <a:buChar char="﹣"/>
              <a:defRPr/>
            </a:lvl2pPr>
            <a:lvl3pPr indent="-330200" lvl="2" marL="1371600" rtl="0">
              <a:spcBef>
                <a:spcPts val="0"/>
              </a:spcBef>
              <a:spcAft>
                <a:spcPts val="0"/>
              </a:spcAft>
              <a:buSzPts val="1600"/>
              <a:buChar char="﹣"/>
              <a:defRPr/>
            </a:lvl3pPr>
            <a:lvl4pPr indent="-330200" lvl="3" marL="1828800" rtl="0">
              <a:spcBef>
                <a:spcPts val="0"/>
              </a:spcBef>
              <a:spcAft>
                <a:spcPts val="0"/>
              </a:spcAft>
              <a:buSzPts val="1600"/>
              <a:buChar char="﹣"/>
              <a:defRPr/>
            </a:lvl4pPr>
            <a:lvl5pPr indent="-330200" lvl="4" marL="2286000" rtl="0">
              <a:spcBef>
                <a:spcPts val="0"/>
              </a:spcBef>
              <a:spcAft>
                <a:spcPts val="0"/>
              </a:spcAft>
              <a:buSzPts val="1600"/>
              <a:buChar char="﹣"/>
              <a:defRPr/>
            </a:lvl5pPr>
            <a:lvl6pPr indent="-330200" lvl="5" marL="2743200" rtl="0">
              <a:spcBef>
                <a:spcPts val="0"/>
              </a:spcBef>
              <a:spcAft>
                <a:spcPts val="0"/>
              </a:spcAft>
              <a:buSzPts val="1600"/>
              <a:buChar char="﹣"/>
              <a:defRPr/>
            </a:lvl6pPr>
            <a:lvl7pPr indent="-330200" lvl="6" marL="3200400" rtl="0">
              <a:spcBef>
                <a:spcPts val="0"/>
              </a:spcBef>
              <a:spcAft>
                <a:spcPts val="0"/>
              </a:spcAft>
              <a:buSzPts val="1600"/>
              <a:buChar char="﹣"/>
              <a:defRPr/>
            </a:lvl7pPr>
            <a:lvl8pPr indent="-330200" lvl="7" marL="3657600" rtl="0">
              <a:spcBef>
                <a:spcPts val="0"/>
              </a:spcBef>
              <a:spcAft>
                <a:spcPts val="0"/>
              </a:spcAft>
              <a:buSzPts val="1600"/>
              <a:buChar char="﹣"/>
              <a:defRPr/>
            </a:lvl8pPr>
            <a:lvl9pPr indent="-330200" lvl="8" marL="4114800" rtl="0">
              <a:spcBef>
                <a:spcPts val="0"/>
              </a:spcBef>
              <a:spcAft>
                <a:spcPts val="0"/>
              </a:spcAft>
              <a:buSzPts val="1600"/>
              <a:buChar char="﹣"/>
              <a:defRPr/>
            </a:lvl9pPr>
          </a:lstStyle>
          <a:p/>
        </p:txBody>
      </p:sp>
      <p:sp>
        <p:nvSpPr>
          <p:cNvPr id="64" name="Google Shape;64;p9"/>
          <p:cNvSpPr txBox="1"/>
          <p:nvPr>
            <p:ph idx="12" type="sldNum"/>
          </p:nvPr>
        </p:nvSpPr>
        <p:spPr>
          <a:xfrm>
            <a:off x="360650" y="4880150"/>
            <a:ext cx="3667800" cy="269700"/>
          </a:xfrm>
          <a:prstGeom prst="rect">
            <a:avLst/>
          </a:prstGeom>
          <a:noFill/>
          <a:ln>
            <a:noFill/>
          </a:ln>
        </p:spPr>
        <p:txBody>
          <a:bodyPr anchorCtr="0" anchor="t" bIns="0" lIns="0" spcFirstLastPara="1" rIns="0" wrap="square" tIns="0">
            <a:noAutofit/>
          </a:bodyPr>
          <a:lstStyle>
            <a:lvl1pPr lvl="0" rtl="0" algn="l">
              <a:buNone/>
              <a:defRPr sz="800">
                <a:solidFill>
                  <a:schemeClr val="dk1"/>
                </a:solidFill>
                <a:latin typeface="Public Sans"/>
                <a:ea typeface="Public Sans"/>
                <a:cs typeface="Public Sans"/>
                <a:sym typeface="Public Sans"/>
              </a:defRPr>
            </a:lvl1pPr>
            <a:lvl2pPr lvl="1" rtl="0" algn="l">
              <a:buNone/>
              <a:defRPr sz="800">
                <a:solidFill>
                  <a:schemeClr val="dk1"/>
                </a:solidFill>
                <a:latin typeface="Public Sans"/>
                <a:ea typeface="Public Sans"/>
                <a:cs typeface="Public Sans"/>
                <a:sym typeface="Public Sans"/>
              </a:defRPr>
            </a:lvl2pPr>
            <a:lvl3pPr lvl="2" rtl="0" algn="l">
              <a:buNone/>
              <a:defRPr sz="800">
                <a:solidFill>
                  <a:schemeClr val="dk1"/>
                </a:solidFill>
                <a:latin typeface="Public Sans"/>
                <a:ea typeface="Public Sans"/>
                <a:cs typeface="Public Sans"/>
                <a:sym typeface="Public Sans"/>
              </a:defRPr>
            </a:lvl3pPr>
            <a:lvl4pPr lvl="3" rtl="0" algn="l">
              <a:buNone/>
              <a:defRPr sz="800">
                <a:solidFill>
                  <a:schemeClr val="dk1"/>
                </a:solidFill>
                <a:latin typeface="Public Sans"/>
                <a:ea typeface="Public Sans"/>
                <a:cs typeface="Public Sans"/>
                <a:sym typeface="Public Sans"/>
              </a:defRPr>
            </a:lvl4pPr>
            <a:lvl5pPr lvl="4" rtl="0" algn="l">
              <a:buNone/>
              <a:defRPr sz="800">
                <a:solidFill>
                  <a:schemeClr val="dk1"/>
                </a:solidFill>
                <a:latin typeface="Public Sans"/>
                <a:ea typeface="Public Sans"/>
                <a:cs typeface="Public Sans"/>
                <a:sym typeface="Public Sans"/>
              </a:defRPr>
            </a:lvl5pPr>
            <a:lvl6pPr lvl="5" rtl="0" algn="l">
              <a:buNone/>
              <a:defRPr sz="800">
                <a:solidFill>
                  <a:schemeClr val="dk1"/>
                </a:solidFill>
                <a:latin typeface="Public Sans"/>
                <a:ea typeface="Public Sans"/>
                <a:cs typeface="Public Sans"/>
                <a:sym typeface="Public Sans"/>
              </a:defRPr>
            </a:lvl6pPr>
            <a:lvl7pPr lvl="6" rtl="0" algn="l">
              <a:buNone/>
              <a:defRPr sz="800">
                <a:solidFill>
                  <a:schemeClr val="dk1"/>
                </a:solidFill>
                <a:latin typeface="Public Sans"/>
                <a:ea typeface="Public Sans"/>
                <a:cs typeface="Public Sans"/>
                <a:sym typeface="Public Sans"/>
              </a:defRPr>
            </a:lvl7pPr>
            <a:lvl8pPr lvl="7" rtl="0" algn="l">
              <a:buNone/>
              <a:defRPr sz="800">
                <a:solidFill>
                  <a:schemeClr val="dk1"/>
                </a:solidFill>
                <a:latin typeface="Public Sans"/>
                <a:ea typeface="Public Sans"/>
                <a:cs typeface="Public Sans"/>
                <a:sym typeface="Public Sans"/>
              </a:defRPr>
            </a:lvl8pPr>
            <a:lvl9pPr lvl="8" rtl="0" algn="l">
              <a:buNone/>
              <a:defRPr sz="800">
                <a:solidFill>
                  <a:schemeClr val="dk1"/>
                </a:solidFill>
                <a:latin typeface="Public Sans"/>
                <a:ea typeface="Public Sans"/>
                <a:cs typeface="Public Sans"/>
                <a:sym typeface="Public Sans"/>
              </a:defRPr>
            </a:lvl9pPr>
          </a:lstStyle>
          <a:p>
            <a:pPr indent="0" lvl="0" marL="0" rtl="0" algn="l">
              <a:spcBef>
                <a:spcPts val="0"/>
              </a:spcBef>
              <a:spcAft>
                <a:spcPts val="0"/>
              </a:spcAft>
              <a:buNone/>
            </a:pPr>
            <a:r>
              <a:rPr lang="en"/>
              <a:t>Neo4j Inc. All rights reserved 2023	</a:t>
            </a:r>
            <a:endParaRPr/>
          </a:p>
        </p:txBody>
      </p:sp>
      <p:sp>
        <p:nvSpPr>
          <p:cNvPr id="65" name="Google Shape;65;p9"/>
          <p:cNvSpPr txBox="1"/>
          <p:nvPr>
            <p:ph idx="3" type="sldNum"/>
          </p:nvPr>
        </p:nvSpPr>
        <p:spPr>
          <a:xfrm>
            <a:off x="0" y="4880150"/>
            <a:ext cx="265200" cy="269700"/>
          </a:xfrm>
          <a:prstGeom prst="rect">
            <a:avLst/>
          </a:prstGeom>
          <a:noFill/>
          <a:ln>
            <a:noFill/>
          </a:ln>
        </p:spPr>
        <p:txBody>
          <a:bodyPr anchorCtr="0" anchor="t" bIns="0" lIns="0" spcFirstLastPara="1" rIns="0" wrap="square" tIns="0">
            <a:noAutofit/>
          </a:bodyPr>
          <a:lstStyle>
            <a:lvl1pPr lvl="0" rtl="0" algn="r">
              <a:buNone/>
              <a:defRPr sz="800">
                <a:solidFill>
                  <a:schemeClr val="dk1"/>
                </a:solidFill>
                <a:latin typeface="Public Sans"/>
                <a:ea typeface="Public Sans"/>
                <a:cs typeface="Public Sans"/>
                <a:sym typeface="Public Sans"/>
              </a:defRPr>
            </a:lvl1pPr>
            <a:lvl2pPr lvl="1" rtl="0" algn="r">
              <a:buNone/>
              <a:defRPr sz="800">
                <a:solidFill>
                  <a:schemeClr val="dk1"/>
                </a:solidFill>
                <a:latin typeface="Public Sans"/>
                <a:ea typeface="Public Sans"/>
                <a:cs typeface="Public Sans"/>
                <a:sym typeface="Public Sans"/>
              </a:defRPr>
            </a:lvl2pPr>
            <a:lvl3pPr lvl="2" rtl="0" algn="r">
              <a:buNone/>
              <a:defRPr sz="800">
                <a:solidFill>
                  <a:schemeClr val="dk1"/>
                </a:solidFill>
                <a:latin typeface="Public Sans"/>
                <a:ea typeface="Public Sans"/>
                <a:cs typeface="Public Sans"/>
                <a:sym typeface="Public Sans"/>
              </a:defRPr>
            </a:lvl3pPr>
            <a:lvl4pPr lvl="3" rtl="0" algn="r">
              <a:buNone/>
              <a:defRPr sz="800">
                <a:solidFill>
                  <a:schemeClr val="dk1"/>
                </a:solidFill>
                <a:latin typeface="Public Sans"/>
                <a:ea typeface="Public Sans"/>
                <a:cs typeface="Public Sans"/>
                <a:sym typeface="Public Sans"/>
              </a:defRPr>
            </a:lvl4pPr>
            <a:lvl5pPr lvl="4" rtl="0" algn="r">
              <a:buNone/>
              <a:defRPr sz="800">
                <a:solidFill>
                  <a:schemeClr val="dk1"/>
                </a:solidFill>
                <a:latin typeface="Public Sans"/>
                <a:ea typeface="Public Sans"/>
                <a:cs typeface="Public Sans"/>
                <a:sym typeface="Public Sans"/>
              </a:defRPr>
            </a:lvl5pPr>
            <a:lvl6pPr lvl="5" rtl="0" algn="r">
              <a:buNone/>
              <a:defRPr sz="800">
                <a:solidFill>
                  <a:schemeClr val="dk1"/>
                </a:solidFill>
                <a:latin typeface="Public Sans"/>
                <a:ea typeface="Public Sans"/>
                <a:cs typeface="Public Sans"/>
                <a:sym typeface="Public Sans"/>
              </a:defRPr>
            </a:lvl6pPr>
            <a:lvl7pPr lvl="6" rtl="0" algn="r">
              <a:buNone/>
              <a:defRPr sz="800">
                <a:solidFill>
                  <a:schemeClr val="dk1"/>
                </a:solidFill>
                <a:latin typeface="Public Sans"/>
                <a:ea typeface="Public Sans"/>
                <a:cs typeface="Public Sans"/>
                <a:sym typeface="Public Sans"/>
              </a:defRPr>
            </a:lvl7pPr>
            <a:lvl8pPr lvl="7" rtl="0" algn="r">
              <a:buNone/>
              <a:defRPr sz="800">
                <a:solidFill>
                  <a:schemeClr val="dk1"/>
                </a:solidFill>
                <a:latin typeface="Public Sans"/>
                <a:ea typeface="Public Sans"/>
                <a:cs typeface="Public Sans"/>
                <a:sym typeface="Public Sans"/>
              </a:defRPr>
            </a:lvl8pPr>
            <a:lvl9pPr lvl="8" rtl="0" algn="r">
              <a:buNone/>
              <a:defRPr sz="800">
                <a:solidFill>
                  <a:schemeClr val="dk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2650">
          <p15:clr>
            <a:srgbClr val="E46962"/>
          </p15:clr>
        </p15:guide>
        <p15:guide id="2" orient="horz" pos="749">
          <p15:clr>
            <a:srgbClr val="E46962"/>
          </p15:clr>
        </p15:guide>
        <p15:guide id="3" pos="3110">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ple two cols bright deco">
  <p:cSld name="TITLE_AND_BODY_3">
    <p:bg>
      <p:bgPr>
        <a:solidFill>
          <a:srgbClr val="FFFFFF"/>
        </a:solidFill>
      </p:bgPr>
    </p:bg>
    <p:spTree>
      <p:nvGrpSpPr>
        <p:cNvPr id="66" name="Shape 66"/>
        <p:cNvGrpSpPr/>
        <p:nvPr/>
      </p:nvGrpSpPr>
      <p:grpSpPr>
        <a:xfrm>
          <a:off x="0" y="0"/>
          <a:ext cx="0" cy="0"/>
          <a:chOff x="0" y="0"/>
          <a:chExt cx="0" cy="0"/>
        </a:xfrm>
      </p:grpSpPr>
      <p:sp>
        <p:nvSpPr>
          <p:cNvPr id="67" name="Google Shape;67;p10"/>
          <p:cNvSpPr/>
          <p:nvPr/>
        </p:nvSpPr>
        <p:spPr>
          <a:xfrm rot="1793545">
            <a:off x="4426827" y="-1288239"/>
            <a:ext cx="7544827" cy="2750779"/>
          </a:xfrm>
          <a:custGeom>
            <a:rect b="b" l="l" r="r" t="t"/>
            <a:pathLst>
              <a:path extrusionOk="0" h="3573" w="9800">
                <a:moveTo>
                  <a:pt x="1786" y="0"/>
                </a:moveTo>
                <a:cubicBezTo>
                  <a:pt x="1477" y="0"/>
                  <a:pt x="1179" y="84"/>
                  <a:pt x="893" y="239"/>
                </a:cubicBezTo>
                <a:cubicBezTo>
                  <a:pt x="632" y="393"/>
                  <a:pt x="405" y="620"/>
                  <a:pt x="239" y="893"/>
                </a:cubicBezTo>
                <a:cubicBezTo>
                  <a:pt x="96" y="1167"/>
                  <a:pt x="0" y="1465"/>
                  <a:pt x="0" y="1786"/>
                </a:cubicBezTo>
                <a:cubicBezTo>
                  <a:pt x="0" y="2108"/>
                  <a:pt x="84" y="2405"/>
                  <a:pt x="239" y="2679"/>
                </a:cubicBezTo>
                <a:cubicBezTo>
                  <a:pt x="393" y="2953"/>
                  <a:pt x="620" y="3179"/>
                  <a:pt x="893" y="3334"/>
                </a:cubicBezTo>
                <a:cubicBezTo>
                  <a:pt x="1167" y="3489"/>
                  <a:pt x="1465" y="3572"/>
                  <a:pt x="1786" y="3572"/>
                </a:cubicBezTo>
                <a:cubicBezTo>
                  <a:pt x="2108" y="3572"/>
                  <a:pt x="2406" y="3501"/>
                  <a:pt x="2679" y="3334"/>
                </a:cubicBezTo>
                <a:cubicBezTo>
                  <a:pt x="2846" y="3251"/>
                  <a:pt x="3013" y="3108"/>
                  <a:pt x="3132" y="2965"/>
                </a:cubicBezTo>
                <a:cubicBezTo>
                  <a:pt x="3674" y="2346"/>
                  <a:pt x="4281" y="2036"/>
                  <a:pt x="4888" y="2036"/>
                </a:cubicBezTo>
                <a:cubicBezTo>
                  <a:pt x="5495" y="2036"/>
                  <a:pt x="6102" y="2346"/>
                  <a:pt x="6644" y="2965"/>
                </a:cubicBezTo>
                <a:cubicBezTo>
                  <a:pt x="6775" y="3108"/>
                  <a:pt x="6930" y="3251"/>
                  <a:pt x="7109" y="3334"/>
                </a:cubicBezTo>
                <a:cubicBezTo>
                  <a:pt x="7370" y="3489"/>
                  <a:pt x="7668" y="3572"/>
                  <a:pt x="8001" y="3572"/>
                </a:cubicBezTo>
                <a:cubicBezTo>
                  <a:pt x="8311" y="3572"/>
                  <a:pt x="8609" y="3501"/>
                  <a:pt x="8894" y="3334"/>
                </a:cubicBezTo>
                <a:cubicBezTo>
                  <a:pt x="9156" y="3191"/>
                  <a:pt x="9383" y="2965"/>
                  <a:pt x="9549" y="2679"/>
                </a:cubicBezTo>
                <a:cubicBezTo>
                  <a:pt x="9692" y="2417"/>
                  <a:pt x="9787" y="2120"/>
                  <a:pt x="9787" y="1786"/>
                </a:cubicBezTo>
                <a:cubicBezTo>
                  <a:pt x="9799" y="1489"/>
                  <a:pt x="9728" y="1191"/>
                  <a:pt x="9561" y="917"/>
                </a:cubicBezTo>
                <a:cubicBezTo>
                  <a:pt x="9406" y="643"/>
                  <a:pt x="9192" y="417"/>
                  <a:pt x="8906" y="262"/>
                </a:cubicBezTo>
                <a:cubicBezTo>
                  <a:pt x="8644" y="108"/>
                  <a:pt x="8347" y="24"/>
                  <a:pt x="8013" y="24"/>
                </a:cubicBezTo>
                <a:cubicBezTo>
                  <a:pt x="7704" y="24"/>
                  <a:pt x="7406" y="96"/>
                  <a:pt x="7120" y="262"/>
                </a:cubicBezTo>
                <a:cubicBezTo>
                  <a:pt x="6954" y="358"/>
                  <a:pt x="6799" y="477"/>
                  <a:pt x="6656" y="631"/>
                </a:cubicBezTo>
                <a:cubicBezTo>
                  <a:pt x="6114" y="1251"/>
                  <a:pt x="5507" y="1560"/>
                  <a:pt x="4900" y="1560"/>
                </a:cubicBezTo>
                <a:cubicBezTo>
                  <a:pt x="4293" y="1560"/>
                  <a:pt x="3685" y="1251"/>
                  <a:pt x="3144" y="631"/>
                </a:cubicBezTo>
                <a:cubicBezTo>
                  <a:pt x="3013" y="477"/>
                  <a:pt x="2858" y="346"/>
                  <a:pt x="2679" y="239"/>
                </a:cubicBezTo>
                <a:cubicBezTo>
                  <a:pt x="2417" y="96"/>
                  <a:pt x="2120" y="0"/>
                  <a:pt x="178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0"/>
          <p:cNvSpPr/>
          <p:nvPr/>
        </p:nvSpPr>
        <p:spPr>
          <a:xfrm>
            <a:off x="8367100" y="-47700"/>
            <a:ext cx="1116000" cy="269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0"/>
          <p:cNvSpPr/>
          <p:nvPr/>
        </p:nvSpPr>
        <p:spPr>
          <a:xfrm rot="1793710">
            <a:off x="-4105351" y="3244235"/>
            <a:ext cx="7544837" cy="2750779"/>
          </a:xfrm>
          <a:custGeom>
            <a:rect b="b" l="l" r="r" t="t"/>
            <a:pathLst>
              <a:path extrusionOk="0" h="3573" w="9800">
                <a:moveTo>
                  <a:pt x="1786" y="0"/>
                </a:moveTo>
                <a:cubicBezTo>
                  <a:pt x="1477" y="0"/>
                  <a:pt x="1179" y="84"/>
                  <a:pt x="893" y="239"/>
                </a:cubicBezTo>
                <a:cubicBezTo>
                  <a:pt x="632" y="393"/>
                  <a:pt x="405" y="620"/>
                  <a:pt x="239" y="893"/>
                </a:cubicBezTo>
                <a:cubicBezTo>
                  <a:pt x="96" y="1167"/>
                  <a:pt x="0" y="1465"/>
                  <a:pt x="0" y="1786"/>
                </a:cubicBezTo>
                <a:cubicBezTo>
                  <a:pt x="0" y="2108"/>
                  <a:pt x="84" y="2405"/>
                  <a:pt x="239" y="2679"/>
                </a:cubicBezTo>
                <a:cubicBezTo>
                  <a:pt x="393" y="2953"/>
                  <a:pt x="620" y="3179"/>
                  <a:pt x="893" y="3334"/>
                </a:cubicBezTo>
                <a:cubicBezTo>
                  <a:pt x="1167" y="3489"/>
                  <a:pt x="1465" y="3572"/>
                  <a:pt x="1786" y="3572"/>
                </a:cubicBezTo>
                <a:cubicBezTo>
                  <a:pt x="2108" y="3572"/>
                  <a:pt x="2406" y="3501"/>
                  <a:pt x="2679" y="3334"/>
                </a:cubicBezTo>
                <a:cubicBezTo>
                  <a:pt x="2846" y="3251"/>
                  <a:pt x="3013" y="3108"/>
                  <a:pt x="3132" y="2965"/>
                </a:cubicBezTo>
                <a:cubicBezTo>
                  <a:pt x="3674" y="2346"/>
                  <a:pt x="4281" y="2036"/>
                  <a:pt x="4888" y="2036"/>
                </a:cubicBezTo>
                <a:cubicBezTo>
                  <a:pt x="5495" y="2036"/>
                  <a:pt x="6102" y="2346"/>
                  <a:pt x="6644" y="2965"/>
                </a:cubicBezTo>
                <a:cubicBezTo>
                  <a:pt x="6775" y="3108"/>
                  <a:pt x="6930" y="3251"/>
                  <a:pt x="7109" y="3334"/>
                </a:cubicBezTo>
                <a:cubicBezTo>
                  <a:pt x="7370" y="3489"/>
                  <a:pt x="7668" y="3572"/>
                  <a:pt x="8001" y="3572"/>
                </a:cubicBezTo>
                <a:cubicBezTo>
                  <a:pt x="8311" y="3572"/>
                  <a:pt x="8609" y="3501"/>
                  <a:pt x="8894" y="3334"/>
                </a:cubicBezTo>
                <a:cubicBezTo>
                  <a:pt x="9156" y="3191"/>
                  <a:pt x="9383" y="2965"/>
                  <a:pt x="9549" y="2679"/>
                </a:cubicBezTo>
                <a:cubicBezTo>
                  <a:pt x="9692" y="2417"/>
                  <a:pt x="9787" y="2120"/>
                  <a:pt x="9787" y="1786"/>
                </a:cubicBezTo>
                <a:cubicBezTo>
                  <a:pt x="9799" y="1489"/>
                  <a:pt x="9728" y="1191"/>
                  <a:pt x="9561" y="917"/>
                </a:cubicBezTo>
                <a:cubicBezTo>
                  <a:pt x="9406" y="643"/>
                  <a:pt x="9192" y="417"/>
                  <a:pt x="8906" y="262"/>
                </a:cubicBezTo>
                <a:cubicBezTo>
                  <a:pt x="8644" y="108"/>
                  <a:pt x="8347" y="24"/>
                  <a:pt x="8013" y="24"/>
                </a:cubicBezTo>
                <a:cubicBezTo>
                  <a:pt x="7704" y="24"/>
                  <a:pt x="7406" y="96"/>
                  <a:pt x="7120" y="262"/>
                </a:cubicBezTo>
                <a:cubicBezTo>
                  <a:pt x="6954" y="358"/>
                  <a:pt x="6799" y="477"/>
                  <a:pt x="6656" y="631"/>
                </a:cubicBezTo>
                <a:cubicBezTo>
                  <a:pt x="6114" y="1251"/>
                  <a:pt x="5507" y="1560"/>
                  <a:pt x="4900" y="1560"/>
                </a:cubicBezTo>
                <a:cubicBezTo>
                  <a:pt x="4293" y="1560"/>
                  <a:pt x="3685" y="1251"/>
                  <a:pt x="3144" y="631"/>
                </a:cubicBezTo>
                <a:cubicBezTo>
                  <a:pt x="3013" y="477"/>
                  <a:pt x="2858" y="346"/>
                  <a:pt x="2679" y="239"/>
                </a:cubicBezTo>
                <a:cubicBezTo>
                  <a:pt x="2417" y="96"/>
                  <a:pt x="2120" y="0"/>
                  <a:pt x="178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0"/>
          <p:cNvSpPr txBox="1"/>
          <p:nvPr>
            <p:ph type="title"/>
          </p:nvPr>
        </p:nvSpPr>
        <p:spPr>
          <a:xfrm>
            <a:off x="365750" y="274325"/>
            <a:ext cx="8412600" cy="5487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2800"/>
              <a:buFont typeface="Public Sans SemiBold"/>
              <a:buNone/>
              <a:defRPr b="0">
                <a:solidFill>
                  <a:schemeClr val="dk1"/>
                </a:solidFill>
                <a:latin typeface="Public Sans SemiBold"/>
                <a:ea typeface="Public Sans SemiBold"/>
                <a:cs typeface="Public Sans SemiBold"/>
                <a:sym typeface="Public Sans Semi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1" name="Google Shape;71;p10"/>
          <p:cNvSpPr txBox="1"/>
          <p:nvPr>
            <p:ph idx="1" type="body"/>
          </p:nvPr>
        </p:nvSpPr>
        <p:spPr>
          <a:xfrm>
            <a:off x="365750" y="1188725"/>
            <a:ext cx="3657600" cy="3430800"/>
          </a:xfrm>
          <a:prstGeom prst="rect">
            <a:avLst/>
          </a:prstGeom>
        </p:spPr>
        <p:txBody>
          <a:bodyPr anchorCtr="0" anchor="t" bIns="0" lIns="0" spcFirstLastPara="1" rIns="0" wrap="square" tIns="0">
            <a:noAutofit/>
          </a:bodyPr>
          <a:lstStyle>
            <a:lvl1pPr indent="-330200" lvl="0" marL="457200" rtl="0">
              <a:spcBef>
                <a:spcPts val="0"/>
              </a:spcBef>
              <a:spcAft>
                <a:spcPts val="0"/>
              </a:spcAft>
              <a:buSzPts val="1600"/>
              <a:buChar char="●"/>
              <a:defRPr/>
            </a:lvl1pPr>
            <a:lvl2pPr indent="-330200" lvl="1" marL="914400" rtl="0">
              <a:spcBef>
                <a:spcPts val="0"/>
              </a:spcBef>
              <a:spcAft>
                <a:spcPts val="0"/>
              </a:spcAft>
              <a:buSzPts val="1600"/>
              <a:buChar char="﹣"/>
              <a:defRPr/>
            </a:lvl2pPr>
            <a:lvl3pPr indent="-330200" lvl="2" marL="1371600" rtl="0">
              <a:spcBef>
                <a:spcPts val="0"/>
              </a:spcBef>
              <a:spcAft>
                <a:spcPts val="0"/>
              </a:spcAft>
              <a:buSzPts val="1600"/>
              <a:buChar char="﹣"/>
              <a:defRPr/>
            </a:lvl3pPr>
            <a:lvl4pPr indent="-330200" lvl="3" marL="1828800" rtl="0">
              <a:spcBef>
                <a:spcPts val="0"/>
              </a:spcBef>
              <a:spcAft>
                <a:spcPts val="0"/>
              </a:spcAft>
              <a:buSzPts val="1600"/>
              <a:buChar char="﹣"/>
              <a:defRPr/>
            </a:lvl4pPr>
            <a:lvl5pPr indent="-330200" lvl="4" marL="2286000" rtl="0">
              <a:spcBef>
                <a:spcPts val="0"/>
              </a:spcBef>
              <a:spcAft>
                <a:spcPts val="0"/>
              </a:spcAft>
              <a:buSzPts val="1600"/>
              <a:buChar char="﹣"/>
              <a:defRPr/>
            </a:lvl5pPr>
            <a:lvl6pPr indent="-330200" lvl="5" marL="2743200" rtl="0">
              <a:spcBef>
                <a:spcPts val="0"/>
              </a:spcBef>
              <a:spcAft>
                <a:spcPts val="0"/>
              </a:spcAft>
              <a:buSzPts val="1600"/>
              <a:buChar char="﹣"/>
              <a:defRPr/>
            </a:lvl6pPr>
            <a:lvl7pPr indent="-330200" lvl="6" marL="3200400" rtl="0">
              <a:spcBef>
                <a:spcPts val="0"/>
              </a:spcBef>
              <a:spcAft>
                <a:spcPts val="0"/>
              </a:spcAft>
              <a:buSzPts val="1600"/>
              <a:buChar char="﹣"/>
              <a:defRPr/>
            </a:lvl7pPr>
            <a:lvl8pPr indent="-330200" lvl="7" marL="3657600" rtl="0">
              <a:spcBef>
                <a:spcPts val="0"/>
              </a:spcBef>
              <a:spcAft>
                <a:spcPts val="0"/>
              </a:spcAft>
              <a:buSzPts val="1600"/>
              <a:buChar char="﹣"/>
              <a:defRPr/>
            </a:lvl8pPr>
            <a:lvl9pPr indent="-330200" lvl="8" marL="4114800" rtl="0">
              <a:spcBef>
                <a:spcPts val="0"/>
              </a:spcBef>
              <a:spcAft>
                <a:spcPts val="0"/>
              </a:spcAft>
              <a:buSzPts val="1600"/>
              <a:buChar char="﹣"/>
              <a:defRPr/>
            </a:lvl9pPr>
          </a:lstStyle>
          <a:p/>
        </p:txBody>
      </p:sp>
      <p:sp>
        <p:nvSpPr>
          <p:cNvPr id="72" name="Google Shape;72;p10"/>
          <p:cNvSpPr txBox="1"/>
          <p:nvPr>
            <p:ph idx="2" type="body"/>
          </p:nvPr>
        </p:nvSpPr>
        <p:spPr>
          <a:xfrm>
            <a:off x="4937760" y="1188725"/>
            <a:ext cx="3657600" cy="3430800"/>
          </a:xfrm>
          <a:prstGeom prst="rect">
            <a:avLst/>
          </a:prstGeom>
        </p:spPr>
        <p:txBody>
          <a:bodyPr anchorCtr="0" anchor="t" bIns="0" lIns="0" spcFirstLastPara="1" rIns="0" wrap="square" tIns="0">
            <a:noAutofit/>
          </a:bodyPr>
          <a:lstStyle>
            <a:lvl1pPr indent="-330200" lvl="0" marL="457200" rtl="0">
              <a:spcBef>
                <a:spcPts val="0"/>
              </a:spcBef>
              <a:spcAft>
                <a:spcPts val="0"/>
              </a:spcAft>
              <a:buSzPts val="1600"/>
              <a:buChar char="●"/>
              <a:defRPr/>
            </a:lvl1pPr>
            <a:lvl2pPr indent="-330200" lvl="1" marL="914400" rtl="0">
              <a:spcBef>
                <a:spcPts val="0"/>
              </a:spcBef>
              <a:spcAft>
                <a:spcPts val="0"/>
              </a:spcAft>
              <a:buSzPts val="1600"/>
              <a:buChar char="﹣"/>
              <a:defRPr/>
            </a:lvl2pPr>
            <a:lvl3pPr indent="-330200" lvl="2" marL="1371600" rtl="0">
              <a:spcBef>
                <a:spcPts val="0"/>
              </a:spcBef>
              <a:spcAft>
                <a:spcPts val="0"/>
              </a:spcAft>
              <a:buSzPts val="1600"/>
              <a:buChar char="﹣"/>
              <a:defRPr/>
            </a:lvl3pPr>
            <a:lvl4pPr indent="-330200" lvl="3" marL="1828800" rtl="0">
              <a:spcBef>
                <a:spcPts val="0"/>
              </a:spcBef>
              <a:spcAft>
                <a:spcPts val="0"/>
              </a:spcAft>
              <a:buSzPts val="1600"/>
              <a:buChar char="﹣"/>
              <a:defRPr/>
            </a:lvl4pPr>
            <a:lvl5pPr indent="-330200" lvl="4" marL="2286000" rtl="0">
              <a:spcBef>
                <a:spcPts val="0"/>
              </a:spcBef>
              <a:spcAft>
                <a:spcPts val="0"/>
              </a:spcAft>
              <a:buSzPts val="1600"/>
              <a:buChar char="﹣"/>
              <a:defRPr/>
            </a:lvl5pPr>
            <a:lvl6pPr indent="-330200" lvl="5" marL="2743200" rtl="0">
              <a:spcBef>
                <a:spcPts val="0"/>
              </a:spcBef>
              <a:spcAft>
                <a:spcPts val="0"/>
              </a:spcAft>
              <a:buSzPts val="1600"/>
              <a:buChar char="﹣"/>
              <a:defRPr/>
            </a:lvl6pPr>
            <a:lvl7pPr indent="-330200" lvl="6" marL="3200400" rtl="0">
              <a:spcBef>
                <a:spcPts val="0"/>
              </a:spcBef>
              <a:spcAft>
                <a:spcPts val="0"/>
              </a:spcAft>
              <a:buSzPts val="1600"/>
              <a:buChar char="﹣"/>
              <a:defRPr/>
            </a:lvl7pPr>
            <a:lvl8pPr indent="-330200" lvl="7" marL="3657600" rtl="0">
              <a:spcBef>
                <a:spcPts val="0"/>
              </a:spcBef>
              <a:spcAft>
                <a:spcPts val="0"/>
              </a:spcAft>
              <a:buSzPts val="1600"/>
              <a:buChar char="﹣"/>
              <a:defRPr/>
            </a:lvl8pPr>
            <a:lvl9pPr indent="-330200" lvl="8" marL="4114800" rtl="0">
              <a:spcBef>
                <a:spcPts val="0"/>
              </a:spcBef>
              <a:spcAft>
                <a:spcPts val="0"/>
              </a:spcAft>
              <a:buSzPts val="1600"/>
              <a:buChar char="﹣"/>
              <a:defRPr/>
            </a:lvl9pPr>
          </a:lstStyle>
          <a:p/>
        </p:txBody>
      </p:sp>
      <p:sp>
        <p:nvSpPr>
          <p:cNvPr id="73" name="Google Shape;73;p10"/>
          <p:cNvSpPr txBox="1"/>
          <p:nvPr>
            <p:ph idx="12" type="sldNum"/>
          </p:nvPr>
        </p:nvSpPr>
        <p:spPr>
          <a:xfrm>
            <a:off x="360650" y="4880150"/>
            <a:ext cx="3667800" cy="269700"/>
          </a:xfrm>
          <a:prstGeom prst="rect">
            <a:avLst/>
          </a:prstGeom>
          <a:noFill/>
          <a:ln>
            <a:noFill/>
          </a:ln>
        </p:spPr>
        <p:txBody>
          <a:bodyPr anchorCtr="0" anchor="t" bIns="0" lIns="0" spcFirstLastPara="1" rIns="0" wrap="square" tIns="0">
            <a:noAutofit/>
          </a:bodyPr>
          <a:lstStyle>
            <a:lvl1pPr lvl="0" rtl="0" algn="l">
              <a:buNone/>
              <a:defRPr sz="800">
                <a:solidFill>
                  <a:srgbClr val="FFFFFF"/>
                </a:solidFill>
                <a:latin typeface="Public Sans"/>
                <a:ea typeface="Public Sans"/>
                <a:cs typeface="Public Sans"/>
                <a:sym typeface="Public Sans"/>
              </a:defRPr>
            </a:lvl1pPr>
            <a:lvl2pPr lvl="1" rtl="0" algn="l">
              <a:buNone/>
              <a:defRPr sz="800">
                <a:solidFill>
                  <a:srgbClr val="FFFFFF"/>
                </a:solidFill>
                <a:latin typeface="Public Sans"/>
                <a:ea typeface="Public Sans"/>
                <a:cs typeface="Public Sans"/>
                <a:sym typeface="Public Sans"/>
              </a:defRPr>
            </a:lvl2pPr>
            <a:lvl3pPr lvl="2" rtl="0" algn="l">
              <a:buNone/>
              <a:defRPr sz="800">
                <a:solidFill>
                  <a:srgbClr val="FFFFFF"/>
                </a:solidFill>
                <a:latin typeface="Public Sans"/>
                <a:ea typeface="Public Sans"/>
                <a:cs typeface="Public Sans"/>
                <a:sym typeface="Public Sans"/>
              </a:defRPr>
            </a:lvl3pPr>
            <a:lvl4pPr lvl="3" rtl="0" algn="l">
              <a:buNone/>
              <a:defRPr sz="800">
                <a:solidFill>
                  <a:srgbClr val="FFFFFF"/>
                </a:solidFill>
                <a:latin typeface="Public Sans"/>
                <a:ea typeface="Public Sans"/>
                <a:cs typeface="Public Sans"/>
                <a:sym typeface="Public Sans"/>
              </a:defRPr>
            </a:lvl4pPr>
            <a:lvl5pPr lvl="4" rtl="0" algn="l">
              <a:buNone/>
              <a:defRPr sz="800">
                <a:solidFill>
                  <a:srgbClr val="FFFFFF"/>
                </a:solidFill>
                <a:latin typeface="Public Sans"/>
                <a:ea typeface="Public Sans"/>
                <a:cs typeface="Public Sans"/>
                <a:sym typeface="Public Sans"/>
              </a:defRPr>
            </a:lvl5pPr>
            <a:lvl6pPr lvl="5" rtl="0" algn="l">
              <a:buNone/>
              <a:defRPr sz="800">
                <a:solidFill>
                  <a:srgbClr val="FFFFFF"/>
                </a:solidFill>
                <a:latin typeface="Public Sans"/>
                <a:ea typeface="Public Sans"/>
                <a:cs typeface="Public Sans"/>
                <a:sym typeface="Public Sans"/>
              </a:defRPr>
            </a:lvl6pPr>
            <a:lvl7pPr lvl="6" rtl="0" algn="l">
              <a:buNone/>
              <a:defRPr sz="800">
                <a:solidFill>
                  <a:srgbClr val="FFFFFF"/>
                </a:solidFill>
                <a:latin typeface="Public Sans"/>
                <a:ea typeface="Public Sans"/>
                <a:cs typeface="Public Sans"/>
                <a:sym typeface="Public Sans"/>
              </a:defRPr>
            </a:lvl7pPr>
            <a:lvl8pPr lvl="7" rtl="0" algn="l">
              <a:buNone/>
              <a:defRPr sz="800">
                <a:solidFill>
                  <a:srgbClr val="FFFFFF"/>
                </a:solidFill>
                <a:latin typeface="Public Sans"/>
                <a:ea typeface="Public Sans"/>
                <a:cs typeface="Public Sans"/>
                <a:sym typeface="Public Sans"/>
              </a:defRPr>
            </a:lvl8pPr>
            <a:lvl9pPr lvl="8" rtl="0" algn="l">
              <a:buNone/>
              <a:defRPr sz="800">
                <a:solidFill>
                  <a:srgbClr val="FFFFFF"/>
                </a:solidFill>
                <a:latin typeface="Public Sans"/>
                <a:ea typeface="Public Sans"/>
                <a:cs typeface="Public Sans"/>
                <a:sym typeface="Public Sans"/>
              </a:defRPr>
            </a:lvl9pPr>
          </a:lstStyle>
          <a:p>
            <a:pPr indent="0" lvl="0" marL="0" rtl="0" algn="l">
              <a:spcBef>
                <a:spcPts val="0"/>
              </a:spcBef>
              <a:spcAft>
                <a:spcPts val="0"/>
              </a:spcAft>
              <a:buNone/>
            </a:pPr>
            <a:r>
              <a:rPr lang="en"/>
              <a:t>Neo4j Inc. All rights reserved 2023	</a:t>
            </a:r>
            <a:endParaRPr/>
          </a:p>
        </p:txBody>
      </p:sp>
      <p:sp>
        <p:nvSpPr>
          <p:cNvPr id="74" name="Google Shape;74;p10"/>
          <p:cNvSpPr txBox="1"/>
          <p:nvPr>
            <p:ph idx="3" type="sldNum"/>
          </p:nvPr>
        </p:nvSpPr>
        <p:spPr>
          <a:xfrm>
            <a:off x="0" y="4880150"/>
            <a:ext cx="265200" cy="269700"/>
          </a:xfrm>
          <a:prstGeom prst="rect">
            <a:avLst/>
          </a:prstGeom>
          <a:noFill/>
          <a:ln>
            <a:noFill/>
          </a:ln>
        </p:spPr>
        <p:txBody>
          <a:bodyPr anchorCtr="0" anchor="t" bIns="0" lIns="0" spcFirstLastPara="1" rIns="0" wrap="square" tIns="0">
            <a:noAutofit/>
          </a:bodyPr>
          <a:lstStyle>
            <a:lvl1pPr lvl="0" rtl="0" algn="r">
              <a:buNone/>
              <a:defRPr sz="800">
                <a:solidFill>
                  <a:srgbClr val="FFFFFF"/>
                </a:solidFill>
                <a:latin typeface="Public Sans"/>
                <a:ea typeface="Public Sans"/>
                <a:cs typeface="Public Sans"/>
                <a:sym typeface="Public Sans"/>
              </a:defRPr>
            </a:lvl1pPr>
            <a:lvl2pPr lvl="1" rtl="0" algn="r">
              <a:buNone/>
              <a:defRPr sz="800">
                <a:solidFill>
                  <a:srgbClr val="FFFFFF"/>
                </a:solidFill>
                <a:latin typeface="Public Sans"/>
                <a:ea typeface="Public Sans"/>
                <a:cs typeface="Public Sans"/>
                <a:sym typeface="Public Sans"/>
              </a:defRPr>
            </a:lvl2pPr>
            <a:lvl3pPr lvl="2" rtl="0" algn="r">
              <a:buNone/>
              <a:defRPr sz="800">
                <a:solidFill>
                  <a:srgbClr val="FFFFFF"/>
                </a:solidFill>
                <a:latin typeface="Public Sans"/>
                <a:ea typeface="Public Sans"/>
                <a:cs typeface="Public Sans"/>
                <a:sym typeface="Public Sans"/>
              </a:defRPr>
            </a:lvl3pPr>
            <a:lvl4pPr lvl="3" rtl="0" algn="r">
              <a:buNone/>
              <a:defRPr sz="800">
                <a:solidFill>
                  <a:srgbClr val="FFFFFF"/>
                </a:solidFill>
                <a:latin typeface="Public Sans"/>
                <a:ea typeface="Public Sans"/>
                <a:cs typeface="Public Sans"/>
                <a:sym typeface="Public Sans"/>
              </a:defRPr>
            </a:lvl4pPr>
            <a:lvl5pPr lvl="4" rtl="0" algn="r">
              <a:buNone/>
              <a:defRPr sz="800">
                <a:solidFill>
                  <a:srgbClr val="FFFFFF"/>
                </a:solidFill>
                <a:latin typeface="Public Sans"/>
                <a:ea typeface="Public Sans"/>
                <a:cs typeface="Public Sans"/>
                <a:sym typeface="Public Sans"/>
              </a:defRPr>
            </a:lvl5pPr>
            <a:lvl6pPr lvl="5" rtl="0" algn="r">
              <a:buNone/>
              <a:defRPr sz="800">
                <a:solidFill>
                  <a:srgbClr val="FFFFFF"/>
                </a:solidFill>
                <a:latin typeface="Public Sans"/>
                <a:ea typeface="Public Sans"/>
                <a:cs typeface="Public Sans"/>
                <a:sym typeface="Public Sans"/>
              </a:defRPr>
            </a:lvl6pPr>
            <a:lvl7pPr lvl="6" rtl="0" algn="r">
              <a:buNone/>
              <a:defRPr sz="800">
                <a:solidFill>
                  <a:srgbClr val="FFFFFF"/>
                </a:solidFill>
                <a:latin typeface="Public Sans"/>
                <a:ea typeface="Public Sans"/>
                <a:cs typeface="Public Sans"/>
                <a:sym typeface="Public Sans"/>
              </a:defRPr>
            </a:lvl7pPr>
            <a:lvl8pPr lvl="7" rtl="0" algn="r">
              <a:buNone/>
              <a:defRPr sz="800">
                <a:solidFill>
                  <a:srgbClr val="FFFFFF"/>
                </a:solidFill>
                <a:latin typeface="Public Sans"/>
                <a:ea typeface="Public Sans"/>
                <a:cs typeface="Public Sans"/>
                <a:sym typeface="Public Sans"/>
              </a:defRPr>
            </a:lvl8pPr>
            <a:lvl9pPr lvl="8" rtl="0" algn="r">
              <a:buNone/>
              <a:defRPr sz="800">
                <a:solidFill>
                  <a:srgbClr val="FFFFFF"/>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2650">
          <p15:clr>
            <a:srgbClr val="E46962"/>
          </p15:clr>
        </p15:guide>
        <p15:guide id="2" orient="horz" pos="749">
          <p15:clr>
            <a:srgbClr val="E46962"/>
          </p15:clr>
        </p15:guide>
        <p15:guide id="3" pos="3110">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ple two cols dark deco">
  <p:cSld name="TITLE_AND_BODY_3_1">
    <p:bg>
      <p:bgPr>
        <a:solidFill>
          <a:schemeClr val="accent2"/>
        </a:solidFill>
      </p:bgPr>
    </p:bg>
    <p:spTree>
      <p:nvGrpSpPr>
        <p:cNvPr id="75" name="Shape 75"/>
        <p:cNvGrpSpPr/>
        <p:nvPr/>
      </p:nvGrpSpPr>
      <p:grpSpPr>
        <a:xfrm>
          <a:off x="0" y="0"/>
          <a:ext cx="0" cy="0"/>
          <a:chOff x="0" y="0"/>
          <a:chExt cx="0" cy="0"/>
        </a:xfrm>
      </p:grpSpPr>
      <p:sp>
        <p:nvSpPr>
          <p:cNvPr id="76" name="Google Shape;76;p11"/>
          <p:cNvSpPr/>
          <p:nvPr/>
        </p:nvSpPr>
        <p:spPr>
          <a:xfrm rot="1793545">
            <a:off x="4426827" y="-1288239"/>
            <a:ext cx="7544827" cy="2750779"/>
          </a:xfrm>
          <a:custGeom>
            <a:rect b="b" l="l" r="r" t="t"/>
            <a:pathLst>
              <a:path extrusionOk="0" h="3573" w="9800">
                <a:moveTo>
                  <a:pt x="1786" y="0"/>
                </a:moveTo>
                <a:cubicBezTo>
                  <a:pt x="1477" y="0"/>
                  <a:pt x="1179" y="84"/>
                  <a:pt x="893" y="239"/>
                </a:cubicBezTo>
                <a:cubicBezTo>
                  <a:pt x="632" y="393"/>
                  <a:pt x="405" y="620"/>
                  <a:pt x="239" y="893"/>
                </a:cubicBezTo>
                <a:cubicBezTo>
                  <a:pt x="96" y="1167"/>
                  <a:pt x="0" y="1465"/>
                  <a:pt x="0" y="1786"/>
                </a:cubicBezTo>
                <a:cubicBezTo>
                  <a:pt x="0" y="2108"/>
                  <a:pt x="84" y="2405"/>
                  <a:pt x="239" y="2679"/>
                </a:cubicBezTo>
                <a:cubicBezTo>
                  <a:pt x="393" y="2953"/>
                  <a:pt x="620" y="3179"/>
                  <a:pt x="893" y="3334"/>
                </a:cubicBezTo>
                <a:cubicBezTo>
                  <a:pt x="1167" y="3489"/>
                  <a:pt x="1465" y="3572"/>
                  <a:pt x="1786" y="3572"/>
                </a:cubicBezTo>
                <a:cubicBezTo>
                  <a:pt x="2108" y="3572"/>
                  <a:pt x="2406" y="3501"/>
                  <a:pt x="2679" y="3334"/>
                </a:cubicBezTo>
                <a:cubicBezTo>
                  <a:pt x="2846" y="3251"/>
                  <a:pt x="3013" y="3108"/>
                  <a:pt x="3132" y="2965"/>
                </a:cubicBezTo>
                <a:cubicBezTo>
                  <a:pt x="3674" y="2346"/>
                  <a:pt x="4281" y="2036"/>
                  <a:pt x="4888" y="2036"/>
                </a:cubicBezTo>
                <a:cubicBezTo>
                  <a:pt x="5495" y="2036"/>
                  <a:pt x="6102" y="2346"/>
                  <a:pt x="6644" y="2965"/>
                </a:cubicBezTo>
                <a:cubicBezTo>
                  <a:pt x="6775" y="3108"/>
                  <a:pt x="6930" y="3251"/>
                  <a:pt x="7109" y="3334"/>
                </a:cubicBezTo>
                <a:cubicBezTo>
                  <a:pt x="7370" y="3489"/>
                  <a:pt x="7668" y="3572"/>
                  <a:pt x="8001" y="3572"/>
                </a:cubicBezTo>
                <a:cubicBezTo>
                  <a:pt x="8311" y="3572"/>
                  <a:pt x="8609" y="3501"/>
                  <a:pt x="8894" y="3334"/>
                </a:cubicBezTo>
                <a:cubicBezTo>
                  <a:pt x="9156" y="3191"/>
                  <a:pt x="9383" y="2965"/>
                  <a:pt x="9549" y="2679"/>
                </a:cubicBezTo>
                <a:cubicBezTo>
                  <a:pt x="9692" y="2417"/>
                  <a:pt x="9787" y="2120"/>
                  <a:pt x="9787" y="1786"/>
                </a:cubicBezTo>
                <a:cubicBezTo>
                  <a:pt x="9799" y="1489"/>
                  <a:pt x="9728" y="1191"/>
                  <a:pt x="9561" y="917"/>
                </a:cubicBezTo>
                <a:cubicBezTo>
                  <a:pt x="9406" y="643"/>
                  <a:pt x="9192" y="417"/>
                  <a:pt x="8906" y="262"/>
                </a:cubicBezTo>
                <a:cubicBezTo>
                  <a:pt x="8644" y="108"/>
                  <a:pt x="8347" y="24"/>
                  <a:pt x="8013" y="24"/>
                </a:cubicBezTo>
                <a:cubicBezTo>
                  <a:pt x="7704" y="24"/>
                  <a:pt x="7406" y="96"/>
                  <a:pt x="7120" y="262"/>
                </a:cubicBezTo>
                <a:cubicBezTo>
                  <a:pt x="6954" y="358"/>
                  <a:pt x="6799" y="477"/>
                  <a:pt x="6656" y="631"/>
                </a:cubicBezTo>
                <a:cubicBezTo>
                  <a:pt x="6114" y="1251"/>
                  <a:pt x="5507" y="1560"/>
                  <a:pt x="4900" y="1560"/>
                </a:cubicBezTo>
                <a:cubicBezTo>
                  <a:pt x="4293" y="1560"/>
                  <a:pt x="3685" y="1251"/>
                  <a:pt x="3144" y="631"/>
                </a:cubicBezTo>
                <a:cubicBezTo>
                  <a:pt x="3013" y="477"/>
                  <a:pt x="2858" y="346"/>
                  <a:pt x="2679" y="239"/>
                </a:cubicBezTo>
                <a:cubicBezTo>
                  <a:pt x="2417" y="96"/>
                  <a:pt x="2120" y="0"/>
                  <a:pt x="178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1"/>
          <p:cNvSpPr/>
          <p:nvPr/>
        </p:nvSpPr>
        <p:spPr>
          <a:xfrm>
            <a:off x="8367100" y="-47700"/>
            <a:ext cx="1116000" cy="2697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1"/>
          <p:cNvSpPr/>
          <p:nvPr/>
        </p:nvSpPr>
        <p:spPr>
          <a:xfrm rot="1793710">
            <a:off x="-4105351" y="3244235"/>
            <a:ext cx="7544837" cy="2750779"/>
          </a:xfrm>
          <a:custGeom>
            <a:rect b="b" l="l" r="r" t="t"/>
            <a:pathLst>
              <a:path extrusionOk="0" h="3573" w="9800">
                <a:moveTo>
                  <a:pt x="1786" y="0"/>
                </a:moveTo>
                <a:cubicBezTo>
                  <a:pt x="1477" y="0"/>
                  <a:pt x="1179" y="84"/>
                  <a:pt x="893" y="239"/>
                </a:cubicBezTo>
                <a:cubicBezTo>
                  <a:pt x="632" y="393"/>
                  <a:pt x="405" y="620"/>
                  <a:pt x="239" y="893"/>
                </a:cubicBezTo>
                <a:cubicBezTo>
                  <a:pt x="96" y="1167"/>
                  <a:pt x="0" y="1465"/>
                  <a:pt x="0" y="1786"/>
                </a:cubicBezTo>
                <a:cubicBezTo>
                  <a:pt x="0" y="2108"/>
                  <a:pt x="84" y="2405"/>
                  <a:pt x="239" y="2679"/>
                </a:cubicBezTo>
                <a:cubicBezTo>
                  <a:pt x="393" y="2953"/>
                  <a:pt x="620" y="3179"/>
                  <a:pt x="893" y="3334"/>
                </a:cubicBezTo>
                <a:cubicBezTo>
                  <a:pt x="1167" y="3489"/>
                  <a:pt x="1465" y="3572"/>
                  <a:pt x="1786" y="3572"/>
                </a:cubicBezTo>
                <a:cubicBezTo>
                  <a:pt x="2108" y="3572"/>
                  <a:pt x="2406" y="3501"/>
                  <a:pt x="2679" y="3334"/>
                </a:cubicBezTo>
                <a:cubicBezTo>
                  <a:pt x="2846" y="3251"/>
                  <a:pt x="3013" y="3108"/>
                  <a:pt x="3132" y="2965"/>
                </a:cubicBezTo>
                <a:cubicBezTo>
                  <a:pt x="3674" y="2346"/>
                  <a:pt x="4281" y="2036"/>
                  <a:pt x="4888" y="2036"/>
                </a:cubicBezTo>
                <a:cubicBezTo>
                  <a:pt x="5495" y="2036"/>
                  <a:pt x="6102" y="2346"/>
                  <a:pt x="6644" y="2965"/>
                </a:cubicBezTo>
                <a:cubicBezTo>
                  <a:pt x="6775" y="3108"/>
                  <a:pt x="6930" y="3251"/>
                  <a:pt x="7109" y="3334"/>
                </a:cubicBezTo>
                <a:cubicBezTo>
                  <a:pt x="7370" y="3489"/>
                  <a:pt x="7668" y="3572"/>
                  <a:pt x="8001" y="3572"/>
                </a:cubicBezTo>
                <a:cubicBezTo>
                  <a:pt x="8311" y="3572"/>
                  <a:pt x="8609" y="3501"/>
                  <a:pt x="8894" y="3334"/>
                </a:cubicBezTo>
                <a:cubicBezTo>
                  <a:pt x="9156" y="3191"/>
                  <a:pt x="9383" y="2965"/>
                  <a:pt x="9549" y="2679"/>
                </a:cubicBezTo>
                <a:cubicBezTo>
                  <a:pt x="9692" y="2417"/>
                  <a:pt x="9787" y="2120"/>
                  <a:pt x="9787" y="1786"/>
                </a:cubicBezTo>
                <a:cubicBezTo>
                  <a:pt x="9799" y="1489"/>
                  <a:pt x="9728" y="1191"/>
                  <a:pt x="9561" y="917"/>
                </a:cubicBezTo>
                <a:cubicBezTo>
                  <a:pt x="9406" y="643"/>
                  <a:pt x="9192" y="417"/>
                  <a:pt x="8906" y="262"/>
                </a:cubicBezTo>
                <a:cubicBezTo>
                  <a:pt x="8644" y="108"/>
                  <a:pt x="8347" y="24"/>
                  <a:pt x="8013" y="24"/>
                </a:cubicBezTo>
                <a:cubicBezTo>
                  <a:pt x="7704" y="24"/>
                  <a:pt x="7406" y="96"/>
                  <a:pt x="7120" y="262"/>
                </a:cubicBezTo>
                <a:cubicBezTo>
                  <a:pt x="6954" y="358"/>
                  <a:pt x="6799" y="477"/>
                  <a:pt x="6656" y="631"/>
                </a:cubicBezTo>
                <a:cubicBezTo>
                  <a:pt x="6114" y="1251"/>
                  <a:pt x="5507" y="1560"/>
                  <a:pt x="4900" y="1560"/>
                </a:cubicBezTo>
                <a:cubicBezTo>
                  <a:pt x="4293" y="1560"/>
                  <a:pt x="3685" y="1251"/>
                  <a:pt x="3144" y="631"/>
                </a:cubicBezTo>
                <a:cubicBezTo>
                  <a:pt x="3013" y="477"/>
                  <a:pt x="2858" y="346"/>
                  <a:pt x="2679" y="239"/>
                </a:cubicBezTo>
                <a:cubicBezTo>
                  <a:pt x="2417" y="96"/>
                  <a:pt x="2120" y="0"/>
                  <a:pt x="178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1"/>
          <p:cNvSpPr txBox="1"/>
          <p:nvPr>
            <p:ph type="title"/>
          </p:nvPr>
        </p:nvSpPr>
        <p:spPr>
          <a:xfrm>
            <a:off x="365750" y="274325"/>
            <a:ext cx="8412600" cy="5487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2800"/>
              <a:buFont typeface="Public Sans SemiBold"/>
              <a:buNone/>
              <a:defRPr b="0">
                <a:solidFill>
                  <a:srgbClr val="FFFFFF"/>
                </a:solidFill>
                <a:latin typeface="Public Sans SemiBold"/>
                <a:ea typeface="Public Sans SemiBold"/>
                <a:cs typeface="Public Sans SemiBold"/>
                <a:sym typeface="Public Sans SemiBold"/>
              </a:defRPr>
            </a:lvl1pPr>
            <a:lvl2pPr lvl="1" rtl="0">
              <a:spcBef>
                <a:spcPts val="0"/>
              </a:spcBef>
              <a:spcAft>
                <a:spcPts val="0"/>
              </a:spcAft>
              <a:buClr>
                <a:srgbClr val="FFFFFF"/>
              </a:buClr>
              <a:buSzPts val="2800"/>
              <a:buNone/>
              <a:defRPr>
                <a:solidFill>
                  <a:srgbClr val="FFFFFF"/>
                </a:solidFill>
              </a:defRPr>
            </a:lvl2pPr>
            <a:lvl3pPr lvl="2" rtl="0">
              <a:spcBef>
                <a:spcPts val="0"/>
              </a:spcBef>
              <a:spcAft>
                <a:spcPts val="0"/>
              </a:spcAft>
              <a:buClr>
                <a:srgbClr val="FFFFFF"/>
              </a:buClr>
              <a:buSzPts val="2800"/>
              <a:buNone/>
              <a:defRPr>
                <a:solidFill>
                  <a:srgbClr val="FFFFFF"/>
                </a:solidFill>
              </a:defRPr>
            </a:lvl3pPr>
            <a:lvl4pPr lvl="3" rtl="0">
              <a:spcBef>
                <a:spcPts val="0"/>
              </a:spcBef>
              <a:spcAft>
                <a:spcPts val="0"/>
              </a:spcAft>
              <a:buClr>
                <a:srgbClr val="FFFFFF"/>
              </a:buClr>
              <a:buSzPts val="2800"/>
              <a:buNone/>
              <a:defRPr>
                <a:solidFill>
                  <a:srgbClr val="FFFFFF"/>
                </a:solidFill>
              </a:defRPr>
            </a:lvl4pPr>
            <a:lvl5pPr lvl="4" rtl="0">
              <a:spcBef>
                <a:spcPts val="0"/>
              </a:spcBef>
              <a:spcAft>
                <a:spcPts val="0"/>
              </a:spcAft>
              <a:buClr>
                <a:srgbClr val="FFFFFF"/>
              </a:buClr>
              <a:buSzPts val="2800"/>
              <a:buNone/>
              <a:defRPr>
                <a:solidFill>
                  <a:srgbClr val="FFFFFF"/>
                </a:solidFill>
              </a:defRPr>
            </a:lvl5pPr>
            <a:lvl6pPr lvl="5" rtl="0">
              <a:spcBef>
                <a:spcPts val="0"/>
              </a:spcBef>
              <a:spcAft>
                <a:spcPts val="0"/>
              </a:spcAft>
              <a:buClr>
                <a:srgbClr val="FFFFFF"/>
              </a:buClr>
              <a:buSzPts val="2800"/>
              <a:buNone/>
              <a:defRPr>
                <a:solidFill>
                  <a:srgbClr val="FFFFFF"/>
                </a:solidFill>
              </a:defRPr>
            </a:lvl6pPr>
            <a:lvl7pPr lvl="6" rtl="0">
              <a:spcBef>
                <a:spcPts val="0"/>
              </a:spcBef>
              <a:spcAft>
                <a:spcPts val="0"/>
              </a:spcAft>
              <a:buClr>
                <a:srgbClr val="FFFFFF"/>
              </a:buClr>
              <a:buSzPts val="2800"/>
              <a:buNone/>
              <a:defRPr>
                <a:solidFill>
                  <a:srgbClr val="FFFFFF"/>
                </a:solidFill>
              </a:defRPr>
            </a:lvl7pPr>
            <a:lvl8pPr lvl="7" rtl="0">
              <a:spcBef>
                <a:spcPts val="0"/>
              </a:spcBef>
              <a:spcAft>
                <a:spcPts val="0"/>
              </a:spcAft>
              <a:buClr>
                <a:srgbClr val="FFFFFF"/>
              </a:buClr>
              <a:buSzPts val="2800"/>
              <a:buNone/>
              <a:defRPr>
                <a:solidFill>
                  <a:srgbClr val="FFFFFF"/>
                </a:solidFill>
              </a:defRPr>
            </a:lvl8pPr>
            <a:lvl9pPr lvl="8" rtl="0">
              <a:spcBef>
                <a:spcPts val="0"/>
              </a:spcBef>
              <a:spcAft>
                <a:spcPts val="0"/>
              </a:spcAft>
              <a:buClr>
                <a:srgbClr val="FFFFFF"/>
              </a:buClr>
              <a:buSzPts val="2800"/>
              <a:buNone/>
              <a:defRPr>
                <a:solidFill>
                  <a:srgbClr val="FFFFFF"/>
                </a:solidFill>
              </a:defRPr>
            </a:lvl9pPr>
          </a:lstStyle>
          <a:p/>
        </p:txBody>
      </p:sp>
      <p:sp>
        <p:nvSpPr>
          <p:cNvPr id="80" name="Google Shape;80;p11"/>
          <p:cNvSpPr txBox="1"/>
          <p:nvPr>
            <p:ph idx="1" type="body"/>
          </p:nvPr>
        </p:nvSpPr>
        <p:spPr>
          <a:xfrm>
            <a:off x="365750" y="1188725"/>
            <a:ext cx="3657600" cy="3430800"/>
          </a:xfrm>
          <a:prstGeom prst="rect">
            <a:avLst/>
          </a:prstGeom>
        </p:spPr>
        <p:txBody>
          <a:bodyPr anchorCtr="0" anchor="t" bIns="0" lIns="0" spcFirstLastPara="1" rIns="0" wrap="square" tIns="0">
            <a:noAutofit/>
          </a:bodyPr>
          <a:lstStyle>
            <a:lvl1pPr indent="-330200" lvl="0" marL="457200" rtl="0">
              <a:spcBef>
                <a:spcPts val="0"/>
              </a:spcBef>
              <a:spcAft>
                <a:spcPts val="0"/>
              </a:spcAft>
              <a:buClr>
                <a:srgbClr val="FFFFFF"/>
              </a:buClr>
              <a:buSzPts val="1600"/>
              <a:buChar char="●"/>
              <a:defRPr>
                <a:solidFill>
                  <a:srgbClr val="FFFFFF"/>
                </a:solidFill>
              </a:defRPr>
            </a:lvl1pPr>
            <a:lvl2pPr indent="-330200" lvl="1" marL="914400" rtl="0">
              <a:spcBef>
                <a:spcPts val="0"/>
              </a:spcBef>
              <a:spcAft>
                <a:spcPts val="0"/>
              </a:spcAft>
              <a:buClr>
                <a:srgbClr val="FFFFFF"/>
              </a:buClr>
              <a:buSzPts val="1600"/>
              <a:buChar char="﹣"/>
              <a:defRPr>
                <a:solidFill>
                  <a:srgbClr val="FFFFFF"/>
                </a:solidFill>
              </a:defRPr>
            </a:lvl2pPr>
            <a:lvl3pPr indent="-330200" lvl="2" marL="1371600" rtl="0">
              <a:spcBef>
                <a:spcPts val="0"/>
              </a:spcBef>
              <a:spcAft>
                <a:spcPts val="0"/>
              </a:spcAft>
              <a:buClr>
                <a:srgbClr val="FFFFFF"/>
              </a:buClr>
              <a:buSzPts val="1600"/>
              <a:buChar char="﹣"/>
              <a:defRPr>
                <a:solidFill>
                  <a:srgbClr val="FFFFFF"/>
                </a:solidFill>
              </a:defRPr>
            </a:lvl3pPr>
            <a:lvl4pPr indent="-330200" lvl="3" marL="1828800" rtl="0">
              <a:spcBef>
                <a:spcPts val="0"/>
              </a:spcBef>
              <a:spcAft>
                <a:spcPts val="0"/>
              </a:spcAft>
              <a:buClr>
                <a:srgbClr val="FFFFFF"/>
              </a:buClr>
              <a:buSzPts val="1600"/>
              <a:buChar char="﹣"/>
              <a:defRPr>
                <a:solidFill>
                  <a:srgbClr val="FFFFFF"/>
                </a:solidFill>
              </a:defRPr>
            </a:lvl4pPr>
            <a:lvl5pPr indent="-330200" lvl="4" marL="2286000" rtl="0">
              <a:spcBef>
                <a:spcPts val="0"/>
              </a:spcBef>
              <a:spcAft>
                <a:spcPts val="0"/>
              </a:spcAft>
              <a:buClr>
                <a:srgbClr val="FFFFFF"/>
              </a:buClr>
              <a:buSzPts val="1600"/>
              <a:buChar char="﹣"/>
              <a:defRPr>
                <a:solidFill>
                  <a:srgbClr val="FFFFFF"/>
                </a:solidFill>
              </a:defRPr>
            </a:lvl5pPr>
            <a:lvl6pPr indent="-330200" lvl="5" marL="2743200" rtl="0">
              <a:spcBef>
                <a:spcPts val="0"/>
              </a:spcBef>
              <a:spcAft>
                <a:spcPts val="0"/>
              </a:spcAft>
              <a:buClr>
                <a:srgbClr val="FFFFFF"/>
              </a:buClr>
              <a:buSzPts val="1600"/>
              <a:buChar char="﹣"/>
              <a:defRPr>
                <a:solidFill>
                  <a:srgbClr val="FFFFFF"/>
                </a:solidFill>
              </a:defRPr>
            </a:lvl6pPr>
            <a:lvl7pPr indent="-330200" lvl="6" marL="3200400" rtl="0">
              <a:spcBef>
                <a:spcPts val="0"/>
              </a:spcBef>
              <a:spcAft>
                <a:spcPts val="0"/>
              </a:spcAft>
              <a:buClr>
                <a:srgbClr val="FFFFFF"/>
              </a:buClr>
              <a:buSzPts val="1600"/>
              <a:buChar char="﹣"/>
              <a:defRPr>
                <a:solidFill>
                  <a:srgbClr val="FFFFFF"/>
                </a:solidFill>
              </a:defRPr>
            </a:lvl7pPr>
            <a:lvl8pPr indent="-330200" lvl="7" marL="3657600" rtl="0">
              <a:spcBef>
                <a:spcPts val="0"/>
              </a:spcBef>
              <a:spcAft>
                <a:spcPts val="0"/>
              </a:spcAft>
              <a:buClr>
                <a:srgbClr val="FFFFFF"/>
              </a:buClr>
              <a:buSzPts val="1600"/>
              <a:buChar char="﹣"/>
              <a:defRPr>
                <a:solidFill>
                  <a:srgbClr val="FFFFFF"/>
                </a:solidFill>
              </a:defRPr>
            </a:lvl8pPr>
            <a:lvl9pPr indent="-330200" lvl="8" marL="4114800" rtl="0">
              <a:spcBef>
                <a:spcPts val="0"/>
              </a:spcBef>
              <a:spcAft>
                <a:spcPts val="0"/>
              </a:spcAft>
              <a:buClr>
                <a:srgbClr val="FFFFFF"/>
              </a:buClr>
              <a:buSzPts val="1600"/>
              <a:buChar char="﹣"/>
              <a:defRPr>
                <a:solidFill>
                  <a:srgbClr val="FFFFFF"/>
                </a:solidFill>
              </a:defRPr>
            </a:lvl9pPr>
          </a:lstStyle>
          <a:p/>
        </p:txBody>
      </p:sp>
      <p:sp>
        <p:nvSpPr>
          <p:cNvPr id="81" name="Google Shape;81;p11"/>
          <p:cNvSpPr txBox="1"/>
          <p:nvPr>
            <p:ph idx="2" type="body"/>
          </p:nvPr>
        </p:nvSpPr>
        <p:spPr>
          <a:xfrm>
            <a:off x="4937760" y="1188725"/>
            <a:ext cx="3657600" cy="3430800"/>
          </a:xfrm>
          <a:prstGeom prst="rect">
            <a:avLst/>
          </a:prstGeom>
        </p:spPr>
        <p:txBody>
          <a:bodyPr anchorCtr="0" anchor="t" bIns="0" lIns="0" spcFirstLastPara="1" rIns="0" wrap="square" tIns="0">
            <a:noAutofit/>
          </a:bodyPr>
          <a:lstStyle>
            <a:lvl1pPr indent="-330200" lvl="0" marL="457200" rtl="0">
              <a:spcBef>
                <a:spcPts val="0"/>
              </a:spcBef>
              <a:spcAft>
                <a:spcPts val="0"/>
              </a:spcAft>
              <a:buClr>
                <a:srgbClr val="FFFFFF"/>
              </a:buClr>
              <a:buSzPts val="1600"/>
              <a:buChar char="●"/>
              <a:defRPr>
                <a:solidFill>
                  <a:srgbClr val="FFFFFF"/>
                </a:solidFill>
              </a:defRPr>
            </a:lvl1pPr>
            <a:lvl2pPr indent="-330200" lvl="1" marL="914400" rtl="0">
              <a:spcBef>
                <a:spcPts val="0"/>
              </a:spcBef>
              <a:spcAft>
                <a:spcPts val="0"/>
              </a:spcAft>
              <a:buClr>
                <a:srgbClr val="FFFFFF"/>
              </a:buClr>
              <a:buSzPts val="1600"/>
              <a:buChar char="﹣"/>
              <a:defRPr>
                <a:solidFill>
                  <a:srgbClr val="FFFFFF"/>
                </a:solidFill>
              </a:defRPr>
            </a:lvl2pPr>
            <a:lvl3pPr indent="-330200" lvl="2" marL="1371600" rtl="0">
              <a:spcBef>
                <a:spcPts val="0"/>
              </a:spcBef>
              <a:spcAft>
                <a:spcPts val="0"/>
              </a:spcAft>
              <a:buClr>
                <a:srgbClr val="FFFFFF"/>
              </a:buClr>
              <a:buSzPts val="1600"/>
              <a:buChar char="﹣"/>
              <a:defRPr>
                <a:solidFill>
                  <a:srgbClr val="FFFFFF"/>
                </a:solidFill>
              </a:defRPr>
            </a:lvl3pPr>
            <a:lvl4pPr indent="-330200" lvl="3" marL="1828800" rtl="0">
              <a:spcBef>
                <a:spcPts val="0"/>
              </a:spcBef>
              <a:spcAft>
                <a:spcPts val="0"/>
              </a:spcAft>
              <a:buClr>
                <a:srgbClr val="FFFFFF"/>
              </a:buClr>
              <a:buSzPts val="1600"/>
              <a:buChar char="﹣"/>
              <a:defRPr>
                <a:solidFill>
                  <a:srgbClr val="FFFFFF"/>
                </a:solidFill>
              </a:defRPr>
            </a:lvl4pPr>
            <a:lvl5pPr indent="-330200" lvl="4" marL="2286000" rtl="0">
              <a:spcBef>
                <a:spcPts val="0"/>
              </a:spcBef>
              <a:spcAft>
                <a:spcPts val="0"/>
              </a:spcAft>
              <a:buClr>
                <a:srgbClr val="FFFFFF"/>
              </a:buClr>
              <a:buSzPts val="1600"/>
              <a:buChar char="﹣"/>
              <a:defRPr>
                <a:solidFill>
                  <a:srgbClr val="FFFFFF"/>
                </a:solidFill>
              </a:defRPr>
            </a:lvl5pPr>
            <a:lvl6pPr indent="-330200" lvl="5" marL="2743200" rtl="0">
              <a:spcBef>
                <a:spcPts val="0"/>
              </a:spcBef>
              <a:spcAft>
                <a:spcPts val="0"/>
              </a:spcAft>
              <a:buClr>
                <a:srgbClr val="FFFFFF"/>
              </a:buClr>
              <a:buSzPts val="1600"/>
              <a:buChar char="﹣"/>
              <a:defRPr>
                <a:solidFill>
                  <a:srgbClr val="FFFFFF"/>
                </a:solidFill>
              </a:defRPr>
            </a:lvl6pPr>
            <a:lvl7pPr indent="-330200" lvl="6" marL="3200400" rtl="0">
              <a:spcBef>
                <a:spcPts val="0"/>
              </a:spcBef>
              <a:spcAft>
                <a:spcPts val="0"/>
              </a:spcAft>
              <a:buClr>
                <a:srgbClr val="FFFFFF"/>
              </a:buClr>
              <a:buSzPts val="1600"/>
              <a:buChar char="﹣"/>
              <a:defRPr>
                <a:solidFill>
                  <a:srgbClr val="FFFFFF"/>
                </a:solidFill>
              </a:defRPr>
            </a:lvl7pPr>
            <a:lvl8pPr indent="-330200" lvl="7" marL="3657600" rtl="0">
              <a:spcBef>
                <a:spcPts val="0"/>
              </a:spcBef>
              <a:spcAft>
                <a:spcPts val="0"/>
              </a:spcAft>
              <a:buClr>
                <a:srgbClr val="FFFFFF"/>
              </a:buClr>
              <a:buSzPts val="1600"/>
              <a:buChar char="﹣"/>
              <a:defRPr>
                <a:solidFill>
                  <a:srgbClr val="FFFFFF"/>
                </a:solidFill>
              </a:defRPr>
            </a:lvl8pPr>
            <a:lvl9pPr indent="-330200" lvl="8" marL="4114800" rtl="0">
              <a:spcBef>
                <a:spcPts val="0"/>
              </a:spcBef>
              <a:spcAft>
                <a:spcPts val="0"/>
              </a:spcAft>
              <a:buClr>
                <a:srgbClr val="FFFFFF"/>
              </a:buClr>
              <a:buSzPts val="1600"/>
              <a:buChar char="﹣"/>
              <a:defRPr>
                <a:solidFill>
                  <a:srgbClr val="FFFFFF"/>
                </a:solidFill>
              </a:defRPr>
            </a:lvl9pPr>
          </a:lstStyle>
          <a:p/>
        </p:txBody>
      </p:sp>
      <p:sp>
        <p:nvSpPr>
          <p:cNvPr id="82" name="Google Shape;82;p11"/>
          <p:cNvSpPr txBox="1"/>
          <p:nvPr>
            <p:ph idx="12" type="sldNum"/>
          </p:nvPr>
        </p:nvSpPr>
        <p:spPr>
          <a:xfrm>
            <a:off x="360650" y="4880150"/>
            <a:ext cx="3667800" cy="269700"/>
          </a:xfrm>
          <a:prstGeom prst="rect">
            <a:avLst/>
          </a:prstGeom>
          <a:noFill/>
          <a:ln>
            <a:noFill/>
          </a:ln>
        </p:spPr>
        <p:txBody>
          <a:bodyPr anchorCtr="0" anchor="t" bIns="0" lIns="0" spcFirstLastPara="1" rIns="0" wrap="square" tIns="0">
            <a:noAutofit/>
          </a:bodyPr>
          <a:lstStyle>
            <a:lvl1pPr lvl="0" rtl="0" algn="l">
              <a:buNone/>
              <a:defRPr sz="800">
                <a:solidFill>
                  <a:schemeClr val="dk1"/>
                </a:solidFill>
                <a:latin typeface="Public Sans"/>
                <a:ea typeface="Public Sans"/>
                <a:cs typeface="Public Sans"/>
                <a:sym typeface="Public Sans"/>
              </a:defRPr>
            </a:lvl1pPr>
            <a:lvl2pPr lvl="1" rtl="0" algn="l">
              <a:buNone/>
              <a:defRPr sz="800">
                <a:solidFill>
                  <a:schemeClr val="dk1"/>
                </a:solidFill>
                <a:latin typeface="Public Sans"/>
                <a:ea typeface="Public Sans"/>
                <a:cs typeface="Public Sans"/>
                <a:sym typeface="Public Sans"/>
              </a:defRPr>
            </a:lvl2pPr>
            <a:lvl3pPr lvl="2" rtl="0" algn="l">
              <a:buNone/>
              <a:defRPr sz="800">
                <a:solidFill>
                  <a:schemeClr val="dk1"/>
                </a:solidFill>
                <a:latin typeface="Public Sans"/>
                <a:ea typeface="Public Sans"/>
                <a:cs typeface="Public Sans"/>
                <a:sym typeface="Public Sans"/>
              </a:defRPr>
            </a:lvl3pPr>
            <a:lvl4pPr lvl="3" rtl="0" algn="l">
              <a:buNone/>
              <a:defRPr sz="800">
                <a:solidFill>
                  <a:schemeClr val="dk1"/>
                </a:solidFill>
                <a:latin typeface="Public Sans"/>
                <a:ea typeface="Public Sans"/>
                <a:cs typeface="Public Sans"/>
                <a:sym typeface="Public Sans"/>
              </a:defRPr>
            </a:lvl4pPr>
            <a:lvl5pPr lvl="4" rtl="0" algn="l">
              <a:buNone/>
              <a:defRPr sz="800">
                <a:solidFill>
                  <a:schemeClr val="dk1"/>
                </a:solidFill>
                <a:latin typeface="Public Sans"/>
                <a:ea typeface="Public Sans"/>
                <a:cs typeface="Public Sans"/>
                <a:sym typeface="Public Sans"/>
              </a:defRPr>
            </a:lvl5pPr>
            <a:lvl6pPr lvl="5" rtl="0" algn="l">
              <a:buNone/>
              <a:defRPr sz="800">
                <a:solidFill>
                  <a:schemeClr val="dk1"/>
                </a:solidFill>
                <a:latin typeface="Public Sans"/>
                <a:ea typeface="Public Sans"/>
                <a:cs typeface="Public Sans"/>
                <a:sym typeface="Public Sans"/>
              </a:defRPr>
            </a:lvl6pPr>
            <a:lvl7pPr lvl="6" rtl="0" algn="l">
              <a:buNone/>
              <a:defRPr sz="800">
                <a:solidFill>
                  <a:schemeClr val="dk1"/>
                </a:solidFill>
                <a:latin typeface="Public Sans"/>
                <a:ea typeface="Public Sans"/>
                <a:cs typeface="Public Sans"/>
                <a:sym typeface="Public Sans"/>
              </a:defRPr>
            </a:lvl7pPr>
            <a:lvl8pPr lvl="7" rtl="0" algn="l">
              <a:buNone/>
              <a:defRPr sz="800">
                <a:solidFill>
                  <a:schemeClr val="dk1"/>
                </a:solidFill>
                <a:latin typeface="Public Sans"/>
                <a:ea typeface="Public Sans"/>
                <a:cs typeface="Public Sans"/>
                <a:sym typeface="Public Sans"/>
              </a:defRPr>
            </a:lvl8pPr>
            <a:lvl9pPr lvl="8" rtl="0" algn="l">
              <a:buNone/>
              <a:defRPr sz="800">
                <a:solidFill>
                  <a:schemeClr val="dk1"/>
                </a:solidFill>
                <a:latin typeface="Public Sans"/>
                <a:ea typeface="Public Sans"/>
                <a:cs typeface="Public Sans"/>
                <a:sym typeface="Public Sans"/>
              </a:defRPr>
            </a:lvl9pPr>
          </a:lstStyle>
          <a:p>
            <a:pPr indent="0" lvl="0" marL="0" rtl="0" algn="l">
              <a:spcBef>
                <a:spcPts val="0"/>
              </a:spcBef>
              <a:spcAft>
                <a:spcPts val="0"/>
              </a:spcAft>
              <a:buNone/>
            </a:pPr>
            <a:r>
              <a:rPr lang="en"/>
              <a:t>Neo4j Inc. All rights reserved 2023	</a:t>
            </a:r>
            <a:endParaRPr/>
          </a:p>
        </p:txBody>
      </p:sp>
      <p:sp>
        <p:nvSpPr>
          <p:cNvPr id="83" name="Google Shape;83;p11"/>
          <p:cNvSpPr txBox="1"/>
          <p:nvPr>
            <p:ph idx="3" type="sldNum"/>
          </p:nvPr>
        </p:nvSpPr>
        <p:spPr>
          <a:xfrm>
            <a:off x="0" y="4880150"/>
            <a:ext cx="265200" cy="269700"/>
          </a:xfrm>
          <a:prstGeom prst="rect">
            <a:avLst/>
          </a:prstGeom>
          <a:noFill/>
          <a:ln>
            <a:noFill/>
          </a:ln>
        </p:spPr>
        <p:txBody>
          <a:bodyPr anchorCtr="0" anchor="t" bIns="0" lIns="0" spcFirstLastPara="1" rIns="0" wrap="square" tIns="0">
            <a:noAutofit/>
          </a:bodyPr>
          <a:lstStyle>
            <a:lvl1pPr lvl="0" rtl="0" algn="r">
              <a:buNone/>
              <a:defRPr sz="800">
                <a:solidFill>
                  <a:schemeClr val="dk1"/>
                </a:solidFill>
                <a:latin typeface="Public Sans"/>
                <a:ea typeface="Public Sans"/>
                <a:cs typeface="Public Sans"/>
                <a:sym typeface="Public Sans"/>
              </a:defRPr>
            </a:lvl1pPr>
            <a:lvl2pPr lvl="1" rtl="0" algn="r">
              <a:buNone/>
              <a:defRPr sz="800">
                <a:solidFill>
                  <a:schemeClr val="dk1"/>
                </a:solidFill>
                <a:latin typeface="Public Sans"/>
                <a:ea typeface="Public Sans"/>
                <a:cs typeface="Public Sans"/>
                <a:sym typeface="Public Sans"/>
              </a:defRPr>
            </a:lvl2pPr>
            <a:lvl3pPr lvl="2" rtl="0" algn="r">
              <a:buNone/>
              <a:defRPr sz="800">
                <a:solidFill>
                  <a:schemeClr val="dk1"/>
                </a:solidFill>
                <a:latin typeface="Public Sans"/>
                <a:ea typeface="Public Sans"/>
                <a:cs typeface="Public Sans"/>
                <a:sym typeface="Public Sans"/>
              </a:defRPr>
            </a:lvl3pPr>
            <a:lvl4pPr lvl="3" rtl="0" algn="r">
              <a:buNone/>
              <a:defRPr sz="800">
                <a:solidFill>
                  <a:schemeClr val="dk1"/>
                </a:solidFill>
                <a:latin typeface="Public Sans"/>
                <a:ea typeface="Public Sans"/>
                <a:cs typeface="Public Sans"/>
                <a:sym typeface="Public Sans"/>
              </a:defRPr>
            </a:lvl4pPr>
            <a:lvl5pPr lvl="4" rtl="0" algn="r">
              <a:buNone/>
              <a:defRPr sz="800">
                <a:solidFill>
                  <a:schemeClr val="dk1"/>
                </a:solidFill>
                <a:latin typeface="Public Sans"/>
                <a:ea typeface="Public Sans"/>
                <a:cs typeface="Public Sans"/>
                <a:sym typeface="Public Sans"/>
              </a:defRPr>
            </a:lvl5pPr>
            <a:lvl6pPr lvl="5" rtl="0" algn="r">
              <a:buNone/>
              <a:defRPr sz="800">
                <a:solidFill>
                  <a:schemeClr val="dk1"/>
                </a:solidFill>
                <a:latin typeface="Public Sans"/>
                <a:ea typeface="Public Sans"/>
                <a:cs typeface="Public Sans"/>
                <a:sym typeface="Public Sans"/>
              </a:defRPr>
            </a:lvl6pPr>
            <a:lvl7pPr lvl="6" rtl="0" algn="r">
              <a:buNone/>
              <a:defRPr sz="800">
                <a:solidFill>
                  <a:schemeClr val="dk1"/>
                </a:solidFill>
                <a:latin typeface="Public Sans"/>
                <a:ea typeface="Public Sans"/>
                <a:cs typeface="Public Sans"/>
                <a:sym typeface="Public Sans"/>
              </a:defRPr>
            </a:lvl7pPr>
            <a:lvl8pPr lvl="7" rtl="0" algn="r">
              <a:buNone/>
              <a:defRPr sz="800">
                <a:solidFill>
                  <a:schemeClr val="dk1"/>
                </a:solidFill>
                <a:latin typeface="Public Sans"/>
                <a:ea typeface="Public Sans"/>
                <a:cs typeface="Public Sans"/>
                <a:sym typeface="Public Sans"/>
              </a:defRPr>
            </a:lvl8pPr>
            <a:lvl9pPr lvl="8" rtl="0" algn="r">
              <a:buNone/>
              <a:defRPr sz="800">
                <a:solidFill>
                  <a:schemeClr val="dk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2650">
          <p15:clr>
            <a:srgbClr val="E46962"/>
          </p15:clr>
        </p15:guide>
        <p15:guide id="2" orient="horz" pos="749">
          <p15:clr>
            <a:srgbClr val="E46962"/>
          </p15:clr>
        </p15:guide>
        <p15:guide id="3" pos="3110">
          <p15:clr>
            <a:srgbClr val="E46962"/>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ple three cols bright">
  <p:cSld name="TITLE_AND_BODY_2">
    <p:bg>
      <p:bgPr>
        <a:solidFill>
          <a:srgbClr val="FFFFFF"/>
        </a:solidFill>
      </p:bgPr>
    </p:bg>
    <p:spTree>
      <p:nvGrpSpPr>
        <p:cNvPr id="84" name="Shape 84"/>
        <p:cNvGrpSpPr/>
        <p:nvPr/>
      </p:nvGrpSpPr>
      <p:grpSpPr>
        <a:xfrm>
          <a:off x="0" y="0"/>
          <a:ext cx="0" cy="0"/>
          <a:chOff x="0" y="0"/>
          <a:chExt cx="0" cy="0"/>
        </a:xfrm>
      </p:grpSpPr>
      <p:sp>
        <p:nvSpPr>
          <p:cNvPr id="85" name="Google Shape;85;p12"/>
          <p:cNvSpPr txBox="1"/>
          <p:nvPr>
            <p:ph type="title"/>
          </p:nvPr>
        </p:nvSpPr>
        <p:spPr>
          <a:xfrm>
            <a:off x="365750" y="274325"/>
            <a:ext cx="8412600" cy="5487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2800"/>
              <a:buFont typeface="Public Sans SemiBold"/>
              <a:buNone/>
              <a:defRPr b="0">
                <a:solidFill>
                  <a:schemeClr val="dk1"/>
                </a:solidFill>
                <a:latin typeface="Public Sans SemiBold"/>
                <a:ea typeface="Public Sans SemiBold"/>
                <a:cs typeface="Public Sans SemiBold"/>
                <a:sym typeface="Public Sans Semi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6" name="Google Shape;86;p12"/>
          <p:cNvSpPr txBox="1"/>
          <p:nvPr>
            <p:ph idx="1" type="body"/>
          </p:nvPr>
        </p:nvSpPr>
        <p:spPr>
          <a:xfrm>
            <a:off x="365750" y="1188725"/>
            <a:ext cx="2377500" cy="3430800"/>
          </a:xfrm>
          <a:prstGeom prst="rect">
            <a:avLst/>
          </a:prstGeom>
        </p:spPr>
        <p:txBody>
          <a:bodyPr anchorCtr="0" anchor="t" bIns="0" lIns="0" spcFirstLastPara="1" rIns="0" wrap="square" tIns="0">
            <a:noAutofit/>
          </a:bodyPr>
          <a:lstStyle>
            <a:lvl1pPr indent="-330200" lvl="0" marL="457200" rtl="0">
              <a:spcBef>
                <a:spcPts val="0"/>
              </a:spcBef>
              <a:spcAft>
                <a:spcPts val="0"/>
              </a:spcAft>
              <a:buSzPts val="1600"/>
              <a:buChar char="●"/>
              <a:defRPr/>
            </a:lvl1pPr>
            <a:lvl2pPr indent="-330200" lvl="1" marL="914400" rtl="0">
              <a:spcBef>
                <a:spcPts val="0"/>
              </a:spcBef>
              <a:spcAft>
                <a:spcPts val="0"/>
              </a:spcAft>
              <a:buSzPts val="1600"/>
              <a:buChar char="﹣"/>
              <a:defRPr/>
            </a:lvl2pPr>
            <a:lvl3pPr indent="-330200" lvl="2" marL="1371600" rtl="0">
              <a:spcBef>
                <a:spcPts val="0"/>
              </a:spcBef>
              <a:spcAft>
                <a:spcPts val="0"/>
              </a:spcAft>
              <a:buSzPts val="1600"/>
              <a:buChar char="﹣"/>
              <a:defRPr/>
            </a:lvl3pPr>
            <a:lvl4pPr indent="-330200" lvl="3" marL="1828800" rtl="0">
              <a:spcBef>
                <a:spcPts val="0"/>
              </a:spcBef>
              <a:spcAft>
                <a:spcPts val="0"/>
              </a:spcAft>
              <a:buSzPts val="1600"/>
              <a:buChar char="﹣"/>
              <a:defRPr/>
            </a:lvl4pPr>
            <a:lvl5pPr indent="-330200" lvl="4" marL="2286000" rtl="0">
              <a:spcBef>
                <a:spcPts val="0"/>
              </a:spcBef>
              <a:spcAft>
                <a:spcPts val="0"/>
              </a:spcAft>
              <a:buSzPts val="1600"/>
              <a:buChar char="﹣"/>
              <a:defRPr/>
            </a:lvl5pPr>
            <a:lvl6pPr indent="-330200" lvl="5" marL="2743200" rtl="0">
              <a:spcBef>
                <a:spcPts val="0"/>
              </a:spcBef>
              <a:spcAft>
                <a:spcPts val="0"/>
              </a:spcAft>
              <a:buSzPts val="1600"/>
              <a:buChar char="﹣"/>
              <a:defRPr/>
            </a:lvl6pPr>
            <a:lvl7pPr indent="-330200" lvl="6" marL="3200400" rtl="0">
              <a:spcBef>
                <a:spcPts val="0"/>
              </a:spcBef>
              <a:spcAft>
                <a:spcPts val="0"/>
              </a:spcAft>
              <a:buSzPts val="1600"/>
              <a:buChar char="﹣"/>
              <a:defRPr/>
            </a:lvl7pPr>
            <a:lvl8pPr indent="-330200" lvl="7" marL="3657600" rtl="0">
              <a:spcBef>
                <a:spcPts val="0"/>
              </a:spcBef>
              <a:spcAft>
                <a:spcPts val="0"/>
              </a:spcAft>
              <a:buSzPts val="1600"/>
              <a:buChar char="﹣"/>
              <a:defRPr/>
            </a:lvl8pPr>
            <a:lvl9pPr indent="-330200" lvl="8" marL="4114800" rtl="0">
              <a:spcBef>
                <a:spcPts val="0"/>
              </a:spcBef>
              <a:spcAft>
                <a:spcPts val="0"/>
              </a:spcAft>
              <a:buSzPts val="1600"/>
              <a:buChar char="﹣"/>
              <a:defRPr/>
            </a:lvl9pPr>
          </a:lstStyle>
          <a:p/>
        </p:txBody>
      </p:sp>
      <p:sp>
        <p:nvSpPr>
          <p:cNvPr id="87" name="Google Shape;87;p12"/>
          <p:cNvSpPr txBox="1"/>
          <p:nvPr>
            <p:ph idx="2" type="body"/>
          </p:nvPr>
        </p:nvSpPr>
        <p:spPr>
          <a:xfrm>
            <a:off x="6217810" y="1188725"/>
            <a:ext cx="2377500" cy="3430800"/>
          </a:xfrm>
          <a:prstGeom prst="rect">
            <a:avLst/>
          </a:prstGeom>
        </p:spPr>
        <p:txBody>
          <a:bodyPr anchorCtr="0" anchor="t" bIns="0" lIns="0" spcFirstLastPara="1" rIns="0" wrap="square" tIns="0">
            <a:noAutofit/>
          </a:bodyPr>
          <a:lstStyle>
            <a:lvl1pPr indent="-330200" lvl="0" marL="457200" rtl="0">
              <a:spcBef>
                <a:spcPts val="0"/>
              </a:spcBef>
              <a:spcAft>
                <a:spcPts val="0"/>
              </a:spcAft>
              <a:buSzPts val="1600"/>
              <a:buChar char="●"/>
              <a:defRPr/>
            </a:lvl1pPr>
            <a:lvl2pPr indent="-330200" lvl="1" marL="914400" rtl="0">
              <a:spcBef>
                <a:spcPts val="0"/>
              </a:spcBef>
              <a:spcAft>
                <a:spcPts val="0"/>
              </a:spcAft>
              <a:buSzPts val="1600"/>
              <a:buChar char="﹣"/>
              <a:defRPr/>
            </a:lvl2pPr>
            <a:lvl3pPr indent="-330200" lvl="2" marL="1371600" rtl="0">
              <a:spcBef>
                <a:spcPts val="0"/>
              </a:spcBef>
              <a:spcAft>
                <a:spcPts val="0"/>
              </a:spcAft>
              <a:buSzPts val="1600"/>
              <a:buChar char="﹣"/>
              <a:defRPr/>
            </a:lvl3pPr>
            <a:lvl4pPr indent="-330200" lvl="3" marL="1828800" rtl="0">
              <a:spcBef>
                <a:spcPts val="0"/>
              </a:spcBef>
              <a:spcAft>
                <a:spcPts val="0"/>
              </a:spcAft>
              <a:buSzPts val="1600"/>
              <a:buChar char="﹣"/>
              <a:defRPr/>
            </a:lvl4pPr>
            <a:lvl5pPr indent="-330200" lvl="4" marL="2286000" rtl="0">
              <a:spcBef>
                <a:spcPts val="0"/>
              </a:spcBef>
              <a:spcAft>
                <a:spcPts val="0"/>
              </a:spcAft>
              <a:buSzPts val="1600"/>
              <a:buChar char="﹣"/>
              <a:defRPr/>
            </a:lvl5pPr>
            <a:lvl6pPr indent="-330200" lvl="5" marL="2743200" rtl="0">
              <a:spcBef>
                <a:spcPts val="0"/>
              </a:spcBef>
              <a:spcAft>
                <a:spcPts val="0"/>
              </a:spcAft>
              <a:buSzPts val="1600"/>
              <a:buChar char="﹣"/>
              <a:defRPr/>
            </a:lvl6pPr>
            <a:lvl7pPr indent="-330200" lvl="6" marL="3200400" rtl="0">
              <a:spcBef>
                <a:spcPts val="0"/>
              </a:spcBef>
              <a:spcAft>
                <a:spcPts val="0"/>
              </a:spcAft>
              <a:buSzPts val="1600"/>
              <a:buChar char="﹣"/>
              <a:defRPr/>
            </a:lvl7pPr>
            <a:lvl8pPr indent="-330200" lvl="7" marL="3657600" rtl="0">
              <a:spcBef>
                <a:spcPts val="0"/>
              </a:spcBef>
              <a:spcAft>
                <a:spcPts val="0"/>
              </a:spcAft>
              <a:buSzPts val="1600"/>
              <a:buChar char="﹣"/>
              <a:defRPr/>
            </a:lvl8pPr>
            <a:lvl9pPr indent="-330200" lvl="8" marL="4114800" rtl="0">
              <a:spcBef>
                <a:spcPts val="0"/>
              </a:spcBef>
              <a:spcAft>
                <a:spcPts val="0"/>
              </a:spcAft>
              <a:buSzPts val="1600"/>
              <a:buChar char="﹣"/>
              <a:defRPr/>
            </a:lvl9pPr>
          </a:lstStyle>
          <a:p/>
        </p:txBody>
      </p:sp>
      <p:sp>
        <p:nvSpPr>
          <p:cNvPr id="88" name="Google Shape;88;p12"/>
          <p:cNvSpPr txBox="1"/>
          <p:nvPr>
            <p:ph idx="12" type="sldNum"/>
          </p:nvPr>
        </p:nvSpPr>
        <p:spPr>
          <a:xfrm>
            <a:off x="360650" y="4880150"/>
            <a:ext cx="3667800" cy="269700"/>
          </a:xfrm>
          <a:prstGeom prst="rect">
            <a:avLst/>
          </a:prstGeom>
          <a:noFill/>
          <a:ln>
            <a:noFill/>
          </a:ln>
        </p:spPr>
        <p:txBody>
          <a:bodyPr anchorCtr="0" anchor="t" bIns="0" lIns="0" spcFirstLastPara="1" rIns="0" wrap="square" tIns="0">
            <a:noAutofit/>
          </a:bodyPr>
          <a:lstStyle>
            <a:lvl1pPr lvl="0" rtl="0" algn="l">
              <a:buNone/>
              <a:defRPr sz="800">
                <a:solidFill>
                  <a:schemeClr val="dk1"/>
                </a:solidFill>
                <a:latin typeface="Public Sans"/>
                <a:ea typeface="Public Sans"/>
                <a:cs typeface="Public Sans"/>
                <a:sym typeface="Public Sans"/>
              </a:defRPr>
            </a:lvl1pPr>
            <a:lvl2pPr lvl="1" rtl="0" algn="l">
              <a:buNone/>
              <a:defRPr sz="800">
                <a:solidFill>
                  <a:schemeClr val="dk1"/>
                </a:solidFill>
                <a:latin typeface="Public Sans"/>
                <a:ea typeface="Public Sans"/>
                <a:cs typeface="Public Sans"/>
                <a:sym typeface="Public Sans"/>
              </a:defRPr>
            </a:lvl2pPr>
            <a:lvl3pPr lvl="2" rtl="0" algn="l">
              <a:buNone/>
              <a:defRPr sz="800">
                <a:solidFill>
                  <a:schemeClr val="dk1"/>
                </a:solidFill>
                <a:latin typeface="Public Sans"/>
                <a:ea typeface="Public Sans"/>
                <a:cs typeface="Public Sans"/>
                <a:sym typeface="Public Sans"/>
              </a:defRPr>
            </a:lvl3pPr>
            <a:lvl4pPr lvl="3" rtl="0" algn="l">
              <a:buNone/>
              <a:defRPr sz="800">
                <a:solidFill>
                  <a:schemeClr val="dk1"/>
                </a:solidFill>
                <a:latin typeface="Public Sans"/>
                <a:ea typeface="Public Sans"/>
                <a:cs typeface="Public Sans"/>
                <a:sym typeface="Public Sans"/>
              </a:defRPr>
            </a:lvl4pPr>
            <a:lvl5pPr lvl="4" rtl="0" algn="l">
              <a:buNone/>
              <a:defRPr sz="800">
                <a:solidFill>
                  <a:schemeClr val="dk1"/>
                </a:solidFill>
                <a:latin typeface="Public Sans"/>
                <a:ea typeface="Public Sans"/>
                <a:cs typeface="Public Sans"/>
                <a:sym typeface="Public Sans"/>
              </a:defRPr>
            </a:lvl5pPr>
            <a:lvl6pPr lvl="5" rtl="0" algn="l">
              <a:buNone/>
              <a:defRPr sz="800">
                <a:solidFill>
                  <a:schemeClr val="dk1"/>
                </a:solidFill>
                <a:latin typeface="Public Sans"/>
                <a:ea typeface="Public Sans"/>
                <a:cs typeface="Public Sans"/>
                <a:sym typeface="Public Sans"/>
              </a:defRPr>
            </a:lvl6pPr>
            <a:lvl7pPr lvl="6" rtl="0" algn="l">
              <a:buNone/>
              <a:defRPr sz="800">
                <a:solidFill>
                  <a:schemeClr val="dk1"/>
                </a:solidFill>
                <a:latin typeface="Public Sans"/>
                <a:ea typeface="Public Sans"/>
                <a:cs typeface="Public Sans"/>
                <a:sym typeface="Public Sans"/>
              </a:defRPr>
            </a:lvl7pPr>
            <a:lvl8pPr lvl="7" rtl="0" algn="l">
              <a:buNone/>
              <a:defRPr sz="800">
                <a:solidFill>
                  <a:schemeClr val="dk1"/>
                </a:solidFill>
                <a:latin typeface="Public Sans"/>
                <a:ea typeface="Public Sans"/>
                <a:cs typeface="Public Sans"/>
                <a:sym typeface="Public Sans"/>
              </a:defRPr>
            </a:lvl8pPr>
            <a:lvl9pPr lvl="8" rtl="0" algn="l">
              <a:buNone/>
              <a:defRPr sz="800">
                <a:solidFill>
                  <a:schemeClr val="dk1"/>
                </a:solidFill>
                <a:latin typeface="Public Sans"/>
                <a:ea typeface="Public Sans"/>
                <a:cs typeface="Public Sans"/>
                <a:sym typeface="Public Sans"/>
              </a:defRPr>
            </a:lvl9pPr>
          </a:lstStyle>
          <a:p>
            <a:pPr indent="0" lvl="0" marL="0" rtl="0" algn="l">
              <a:spcBef>
                <a:spcPts val="0"/>
              </a:spcBef>
              <a:spcAft>
                <a:spcPts val="0"/>
              </a:spcAft>
              <a:buNone/>
            </a:pPr>
            <a:r>
              <a:rPr lang="en"/>
              <a:t>Neo4j Inc. All rights reserved 2023	</a:t>
            </a:r>
            <a:endParaRPr/>
          </a:p>
        </p:txBody>
      </p:sp>
      <p:sp>
        <p:nvSpPr>
          <p:cNvPr id="89" name="Google Shape;89;p12"/>
          <p:cNvSpPr txBox="1"/>
          <p:nvPr>
            <p:ph idx="3" type="sldNum"/>
          </p:nvPr>
        </p:nvSpPr>
        <p:spPr>
          <a:xfrm>
            <a:off x="0" y="4880150"/>
            <a:ext cx="265200" cy="269700"/>
          </a:xfrm>
          <a:prstGeom prst="rect">
            <a:avLst/>
          </a:prstGeom>
          <a:noFill/>
          <a:ln>
            <a:noFill/>
          </a:ln>
        </p:spPr>
        <p:txBody>
          <a:bodyPr anchorCtr="0" anchor="t" bIns="0" lIns="0" spcFirstLastPara="1" rIns="0" wrap="square" tIns="0">
            <a:noAutofit/>
          </a:bodyPr>
          <a:lstStyle>
            <a:lvl1pPr lvl="0" rtl="0" algn="r">
              <a:buNone/>
              <a:defRPr sz="800">
                <a:solidFill>
                  <a:schemeClr val="dk1"/>
                </a:solidFill>
                <a:latin typeface="Public Sans"/>
                <a:ea typeface="Public Sans"/>
                <a:cs typeface="Public Sans"/>
                <a:sym typeface="Public Sans"/>
              </a:defRPr>
            </a:lvl1pPr>
            <a:lvl2pPr lvl="1" rtl="0" algn="r">
              <a:buNone/>
              <a:defRPr sz="800">
                <a:solidFill>
                  <a:schemeClr val="dk1"/>
                </a:solidFill>
                <a:latin typeface="Public Sans"/>
                <a:ea typeface="Public Sans"/>
                <a:cs typeface="Public Sans"/>
                <a:sym typeface="Public Sans"/>
              </a:defRPr>
            </a:lvl2pPr>
            <a:lvl3pPr lvl="2" rtl="0" algn="r">
              <a:buNone/>
              <a:defRPr sz="800">
                <a:solidFill>
                  <a:schemeClr val="dk1"/>
                </a:solidFill>
                <a:latin typeface="Public Sans"/>
                <a:ea typeface="Public Sans"/>
                <a:cs typeface="Public Sans"/>
                <a:sym typeface="Public Sans"/>
              </a:defRPr>
            </a:lvl3pPr>
            <a:lvl4pPr lvl="3" rtl="0" algn="r">
              <a:buNone/>
              <a:defRPr sz="800">
                <a:solidFill>
                  <a:schemeClr val="dk1"/>
                </a:solidFill>
                <a:latin typeface="Public Sans"/>
                <a:ea typeface="Public Sans"/>
                <a:cs typeface="Public Sans"/>
                <a:sym typeface="Public Sans"/>
              </a:defRPr>
            </a:lvl4pPr>
            <a:lvl5pPr lvl="4" rtl="0" algn="r">
              <a:buNone/>
              <a:defRPr sz="800">
                <a:solidFill>
                  <a:schemeClr val="dk1"/>
                </a:solidFill>
                <a:latin typeface="Public Sans"/>
                <a:ea typeface="Public Sans"/>
                <a:cs typeface="Public Sans"/>
                <a:sym typeface="Public Sans"/>
              </a:defRPr>
            </a:lvl5pPr>
            <a:lvl6pPr lvl="5" rtl="0" algn="r">
              <a:buNone/>
              <a:defRPr sz="800">
                <a:solidFill>
                  <a:schemeClr val="dk1"/>
                </a:solidFill>
                <a:latin typeface="Public Sans"/>
                <a:ea typeface="Public Sans"/>
                <a:cs typeface="Public Sans"/>
                <a:sym typeface="Public Sans"/>
              </a:defRPr>
            </a:lvl6pPr>
            <a:lvl7pPr lvl="6" rtl="0" algn="r">
              <a:buNone/>
              <a:defRPr sz="800">
                <a:solidFill>
                  <a:schemeClr val="dk1"/>
                </a:solidFill>
                <a:latin typeface="Public Sans"/>
                <a:ea typeface="Public Sans"/>
                <a:cs typeface="Public Sans"/>
                <a:sym typeface="Public Sans"/>
              </a:defRPr>
            </a:lvl7pPr>
            <a:lvl8pPr lvl="7" rtl="0" algn="r">
              <a:buNone/>
              <a:defRPr sz="800">
                <a:solidFill>
                  <a:schemeClr val="dk1"/>
                </a:solidFill>
                <a:latin typeface="Public Sans"/>
                <a:ea typeface="Public Sans"/>
                <a:cs typeface="Public Sans"/>
                <a:sym typeface="Public Sans"/>
              </a:defRPr>
            </a:lvl8pPr>
            <a:lvl9pPr lvl="8" rtl="0" algn="r">
              <a:buNone/>
              <a:defRPr sz="800">
                <a:solidFill>
                  <a:schemeClr val="dk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90" name="Google Shape;90;p12"/>
          <p:cNvSpPr txBox="1"/>
          <p:nvPr>
            <p:ph idx="4" type="body"/>
          </p:nvPr>
        </p:nvSpPr>
        <p:spPr>
          <a:xfrm>
            <a:off x="3291775" y="1188725"/>
            <a:ext cx="2377500" cy="3430800"/>
          </a:xfrm>
          <a:prstGeom prst="rect">
            <a:avLst/>
          </a:prstGeom>
        </p:spPr>
        <p:txBody>
          <a:bodyPr anchorCtr="0" anchor="t" bIns="0" lIns="0" spcFirstLastPara="1" rIns="0" wrap="square" tIns="0">
            <a:noAutofit/>
          </a:bodyPr>
          <a:lstStyle>
            <a:lvl1pPr indent="-330200" lvl="0" marL="457200" rtl="0">
              <a:spcBef>
                <a:spcPts val="0"/>
              </a:spcBef>
              <a:spcAft>
                <a:spcPts val="0"/>
              </a:spcAft>
              <a:buSzPts val="1600"/>
              <a:buChar char="●"/>
              <a:defRPr/>
            </a:lvl1pPr>
            <a:lvl2pPr indent="-330200" lvl="1" marL="914400" rtl="0">
              <a:spcBef>
                <a:spcPts val="0"/>
              </a:spcBef>
              <a:spcAft>
                <a:spcPts val="0"/>
              </a:spcAft>
              <a:buSzPts val="1600"/>
              <a:buChar char="﹣"/>
              <a:defRPr/>
            </a:lvl2pPr>
            <a:lvl3pPr indent="-330200" lvl="2" marL="1371600" rtl="0">
              <a:spcBef>
                <a:spcPts val="0"/>
              </a:spcBef>
              <a:spcAft>
                <a:spcPts val="0"/>
              </a:spcAft>
              <a:buSzPts val="1600"/>
              <a:buChar char="﹣"/>
              <a:defRPr/>
            </a:lvl3pPr>
            <a:lvl4pPr indent="-330200" lvl="3" marL="1828800" rtl="0">
              <a:spcBef>
                <a:spcPts val="0"/>
              </a:spcBef>
              <a:spcAft>
                <a:spcPts val="0"/>
              </a:spcAft>
              <a:buSzPts val="1600"/>
              <a:buChar char="﹣"/>
              <a:defRPr/>
            </a:lvl4pPr>
            <a:lvl5pPr indent="-330200" lvl="4" marL="2286000" rtl="0">
              <a:spcBef>
                <a:spcPts val="0"/>
              </a:spcBef>
              <a:spcAft>
                <a:spcPts val="0"/>
              </a:spcAft>
              <a:buSzPts val="1600"/>
              <a:buChar char="﹣"/>
              <a:defRPr/>
            </a:lvl5pPr>
            <a:lvl6pPr indent="-330200" lvl="5" marL="2743200" rtl="0">
              <a:spcBef>
                <a:spcPts val="0"/>
              </a:spcBef>
              <a:spcAft>
                <a:spcPts val="0"/>
              </a:spcAft>
              <a:buSzPts val="1600"/>
              <a:buChar char="﹣"/>
              <a:defRPr/>
            </a:lvl6pPr>
            <a:lvl7pPr indent="-330200" lvl="6" marL="3200400" rtl="0">
              <a:spcBef>
                <a:spcPts val="0"/>
              </a:spcBef>
              <a:spcAft>
                <a:spcPts val="0"/>
              </a:spcAft>
              <a:buSzPts val="1600"/>
              <a:buChar char="﹣"/>
              <a:defRPr/>
            </a:lvl7pPr>
            <a:lvl8pPr indent="-330200" lvl="7" marL="3657600" rtl="0">
              <a:spcBef>
                <a:spcPts val="0"/>
              </a:spcBef>
              <a:spcAft>
                <a:spcPts val="0"/>
              </a:spcAft>
              <a:buSzPts val="1600"/>
              <a:buChar char="﹣"/>
              <a:defRPr/>
            </a:lvl8pPr>
            <a:lvl9pPr indent="-330200" lvl="8" marL="4114800" rtl="0">
              <a:spcBef>
                <a:spcPts val="0"/>
              </a:spcBef>
              <a:spcAft>
                <a:spcPts val="0"/>
              </a:spcAft>
              <a:buSzPts val="1600"/>
              <a:buChar char="﹣"/>
              <a:defRPr/>
            </a:lvl9pPr>
          </a:lstStyle>
          <a:p/>
        </p:txBody>
      </p:sp>
    </p:spTree>
  </p:cSld>
  <p:clrMapOvr>
    <a:masterClrMapping/>
  </p:clrMapOvr>
  <p:extLst>
    <p:ext uri="{DCECCB84-F9BA-43D5-87BE-67443E8EF086}">
      <p15:sldGuideLst>
        <p15:guide id="1" pos="2074">
          <p15:clr>
            <a:srgbClr val="E46962"/>
          </p15:clr>
        </p15:guide>
        <p15:guide id="2" orient="horz" pos="749">
          <p15:clr>
            <a:srgbClr val="E46962"/>
          </p15:clr>
        </p15:guide>
        <p15:guide id="3" pos="3917">
          <p15:clr>
            <a:srgbClr val="E46962"/>
          </p15:clr>
        </p15:guide>
        <p15:guide id="4" pos="3571">
          <p15:clr>
            <a:srgbClr val="E46962"/>
          </p15:clr>
        </p15:guide>
        <p15:guide id="5" pos="1728">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ple three cols bright deco">
  <p:cSld name="TITLE_AND_BODY_2_1">
    <p:bg>
      <p:bgPr>
        <a:solidFill>
          <a:srgbClr val="FFFFFF"/>
        </a:solidFill>
      </p:bgPr>
    </p:bg>
    <p:spTree>
      <p:nvGrpSpPr>
        <p:cNvPr id="91" name="Shape 91"/>
        <p:cNvGrpSpPr/>
        <p:nvPr/>
      </p:nvGrpSpPr>
      <p:grpSpPr>
        <a:xfrm>
          <a:off x="0" y="0"/>
          <a:ext cx="0" cy="0"/>
          <a:chOff x="0" y="0"/>
          <a:chExt cx="0" cy="0"/>
        </a:xfrm>
      </p:grpSpPr>
      <p:sp>
        <p:nvSpPr>
          <p:cNvPr id="92" name="Google Shape;92;p13"/>
          <p:cNvSpPr/>
          <p:nvPr/>
        </p:nvSpPr>
        <p:spPr>
          <a:xfrm rot="1793545">
            <a:off x="4426827" y="-1288239"/>
            <a:ext cx="7544827" cy="2750779"/>
          </a:xfrm>
          <a:custGeom>
            <a:rect b="b" l="l" r="r" t="t"/>
            <a:pathLst>
              <a:path extrusionOk="0" h="3573" w="9800">
                <a:moveTo>
                  <a:pt x="1786" y="0"/>
                </a:moveTo>
                <a:cubicBezTo>
                  <a:pt x="1477" y="0"/>
                  <a:pt x="1179" y="84"/>
                  <a:pt x="893" y="239"/>
                </a:cubicBezTo>
                <a:cubicBezTo>
                  <a:pt x="632" y="393"/>
                  <a:pt x="405" y="620"/>
                  <a:pt x="239" y="893"/>
                </a:cubicBezTo>
                <a:cubicBezTo>
                  <a:pt x="96" y="1167"/>
                  <a:pt x="0" y="1465"/>
                  <a:pt x="0" y="1786"/>
                </a:cubicBezTo>
                <a:cubicBezTo>
                  <a:pt x="0" y="2108"/>
                  <a:pt x="84" y="2405"/>
                  <a:pt x="239" y="2679"/>
                </a:cubicBezTo>
                <a:cubicBezTo>
                  <a:pt x="393" y="2953"/>
                  <a:pt x="620" y="3179"/>
                  <a:pt x="893" y="3334"/>
                </a:cubicBezTo>
                <a:cubicBezTo>
                  <a:pt x="1167" y="3489"/>
                  <a:pt x="1465" y="3572"/>
                  <a:pt x="1786" y="3572"/>
                </a:cubicBezTo>
                <a:cubicBezTo>
                  <a:pt x="2108" y="3572"/>
                  <a:pt x="2406" y="3501"/>
                  <a:pt x="2679" y="3334"/>
                </a:cubicBezTo>
                <a:cubicBezTo>
                  <a:pt x="2846" y="3251"/>
                  <a:pt x="3013" y="3108"/>
                  <a:pt x="3132" y="2965"/>
                </a:cubicBezTo>
                <a:cubicBezTo>
                  <a:pt x="3674" y="2346"/>
                  <a:pt x="4281" y="2036"/>
                  <a:pt x="4888" y="2036"/>
                </a:cubicBezTo>
                <a:cubicBezTo>
                  <a:pt x="5495" y="2036"/>
                  <a:pt x="6102" y="2346"/>
                  <a:pt x="6644" y="2965"/>
                </a:cubicBezTo>
                <a:cubicBezTo>
                  <a:pt x="6775" y="3108"/>
                  <a:pt x="6930" y="3251"/>
                  <a:pt x="7109" y="3334"/>
                </a:cubicBezTo>
                <a:cubicBezTo>
                  <a:pt x="7370" y="3489"/>
                  <a:pt x="7668" y="3572"/>
                  <a:pt x="8001" y="3572"/>
                </a:cubicBezTo>
                <a:cubicBezTo>
                  <a:pt x="8311" y="3572"/>
                  <a:pt x="8609" y="3501"/>
                  <a:pt x="8894" y="3334"/>
                </a:cubicBezTo>
                <a:cubicBezTo>
                  <a:pt x="9156" y="3191"/>
                  <a:pt x="9383" y="2965"/>
                  <a:pt x="9549" y="2679"/>
                </a:cubicBezTo>
                <a:cubicBezTo>
                  <a:pt x="9692" y="2417"/>
                  <a:pt x="9787" y="2120"/>
                  <a:pt x="9787" y="1786"/>
                </a:cubicBezTo>
                <a:cubicBezTo>
                  <a:pt x="9799" y="1489"/>
                  <a:pt x="9728" y="1191"/>
                  <a:pt x="9561" y="917"/>
                </a:cubicBezTo>
                <a:cubicBezTo>
                  <a:pt x="9406" y="643"/>
                  <a:pt x="9192" y="417"/>
                  <a:pt x="8906" y="262"/>
                </a:cubicBezTo>
                <a:cubicBezTo>
                  <a:pt x="8644" y="108"/>
                  <a:pt x="8347" y="24"/>
                  <a:pt x="8013" y="24"/>
                </a:cubicBezTo>
                <a:cubicBezTo>
                  <a:pt x="7704" y="24"/>
                  <a:pt x="7406" y="96"/>
                  <a:pt x="7120" y="262"/>
                </a:cubicBezTo>
                <a:cubicBezTo>
                  <a:pt x="6954" y="358"/>
                  <a:pt x="6799" y="477"/>
                  <a:pt x="6656" y="631"/>
                </a:cubicBezTo>
                <a:cubicBezTo>
                  <a:pt x="6114" y="1251"/>
                  <a:pt x="5507" y="1560"/>
                  <a:pt x="4900" y="1560"/>
                </a:cubicBezTo>
                <a:cubicBezTo>
                  <a:pt x="4293" y="1560"/>
                  <a:pt x="3685" y="1251"/>
                  <a:pt x="3144" y="631"/>
                </a:cubicBezTo>
                <a:cubicBezTo>
                  <a:pt x="3013" y="477"/>
                  <a:pt x="2858" y="346"/>
                  <a:pt x="2679" y="239"/>
                </a:cubicBezTo>
                <a:cubicBezTo>
                  <a:pt x="2417" y="96"/>
                  <a:pt x="2120" y="0"/>
                  <a:pt x="178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3"/>
          <p:cNvSpPr/>
          <p:nvPr/>
        </p:nvSpPr>
        <p:spPr>
          <a:xfrm>
            <a:off x="8367100" y="-47700"/>
            <a:ext cx="1116000" cy="269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3"/>
          <p:cNvSpPr/>
          <p:nvPr/>
        </p:nvSpPr>
        <p:spPr>
          <a:xfrm rot="1793710">
            <a:off x="-4105351" y="3244235"/>
            <a:ext cx="7544837" cy="2750779"/>
          </a:xfrm>
          <a:custGeom>
            <a:rect b="b" l="l" r="r" t="t"/>
            <a:pathLst>
              <a:path extrusionOk="0" h="3573" w="9800">
                <a:moveTo>
                  <a:pt x="1786" y="0"/>
                </a:moveTo>
                <a:cubicBezTo>
                  <a:pt x="1477" y="0"/>
                  <a:pt x="1179" y="84"/>
                  <a:pt x="893" y="239"/>
                </a:cubicBezTo>
                <a:cubicBezTo>
                  <a:pt x="632" y="393"/>
                  <a:pt x="405" y="620"/>
                  <a:pt x="239" y="893"/>
                </a:cubicBezTo>
                <a:cubicBezTo>
                  <a:pt x="96" y="1167"/>
                  <a:pt x="0" y="1465"/>
                  <a:pt x="0" y="1786"/>
                </a:cubicBezTo>
                <a:cubicBezTo>
                  <a:pt x="0" y="2108"/>
                  <a:pt x="84" y="2405"/>
                  <a:pt x="239" y="2679"/>
                </a:cubicBezTo>
                <a:cubicBezTo>
                  <a:pt x="393" y="2953"/>
                  <a:pt x="620" y="3179"/>
                  <a:pt x="893" y="3334"/>
                </a:cubicBezTo>
                <a:cubicBezTo>
                  <a:pt x="1167" y="3489"/>
                  <a:pt x="1465" y="3572"/>
                  <a:pt x="1786" y="3572"/>
                </a:cubicBezTo>
                <a:cubicBezTo>
                  <a:pt x="2108" y="3572"/>
                  <a:pt x="2406" y="3501"/>
                  <a:pt x="2679" y="3334"/>
                </a:cubicBezTo>
                <a:cubicBezTo>
                  <a:pt x="2846" y="3251"/>
                  <a:pt x="3013" y="3108"/>
                  <a:pt x="3132" y="2965"/>
                </a:cubicBezTo>
                <a:cubicBezTo>
                  <a:pt x="3674" y="2346"/>
                  <a:pt x="4281" y="2036"/>
                  <a:pt x="4888" y="2036"/>
                </a:cubicBezTo>
                <a:cubicBezTo>
                  <a:pt x="5495" y="2036"/>
                  <a:pt x="6102" y="2346"/>
                  <a:pt x="6644" y="2965"/>
                </a:cubicBezTo>
                <a:cubicBezTo>
                  <a:pt x="6775" y="3108"/>
                  <a:pt x="6930" y="3251"/>
                  <a:pt x="7109" y="3334"/>
                </a:cubicBezTo>
                <a:cubicBezTo>
                  <a:pt x="7370" y="3489"/>
                  <a:pt x="7668" y="3572"/>
                  <a:pt x="8001" y="3572"/>
                </a:cubicBezTo>
                <a:cubicBezTo>
                  <a:pt x="8311" y="3572"/>
                  <a:pt x="8609" y="3501"/>
                  <a:pt x="8894" y="3334"/>
                </a:cubicBezTo>
                <a:cubicBezTo>
                  <a:pt x="9156" y="3191"/>
                  <a:pt x="9383" y="2965"/>
                  <a:pt x="9549" y="2679"/>
                </a:cubicBezTo>
                <a:cubicBezTo>
                  <a:pt x="9692" y="2417"/>
                  <a:pt x="9787" y="2120"/>
                  <a:pt x="9787" y="1786"/>
                </a:cubicBezTo>
                <a:cubicBezTo>
                  <a:pt x="9799" y="1489"/>
                  <a:pt x="9728" y="1191"/>
                  <a:pt x="9561" y="917"/>
                </a:cubicBezTo>
                <a:cubicBezTo>
                  <a:pt x="9406" y="643"/>
                  <a:pt x="9192" y="417"/>
                  <a:pt x="8906" y="262"/>
                </a:cubicBezTo>
                <a:cubicBezTo>
                  <a:pt x="8644" y="108"/>
                  <a:pt x="8347" y="24"/>
                  <a:pt x="8013" y="24"/>
                </a:cubicBezTo>
                <a:cubicBezTo>
                  <a:pt x="7704" y="24"/>
                  <a:pt x="7406" y="96"/>
                  <a:pt x="7120" y="262"/>
                </a:cubicBezTo>
                <a:cubicBezTo>
                  <a:pt x="6954" y="358"/>
                  <a:pt x="6799" y="477"/>
                  <a:pt x="6656" y="631"/>
                </a:cubicBezTo>
                <a:cubicBezTo>
                  <a:pt x="6114" y="1251"/>
                  <a:pt x="5507" y="1560"/>
                  <a:pt x="4900" y="1560"/>
                </a:cubicBezTo>
                <a:cubicBezTo>
                  <a:pt x="4293" y="1560"/>
                  <a:pt x="3685" y="1251"/>
                  <a:pt x="3144" y="631"/>
                </a:cubicBezTo>
                <a:cubicBezTo>
                  <a:pt x="3013" y="477"/>
                  <a:pt x="2858" y="346"/>
                  <a:pt x="2679" y="239"/>
                </a:cubicBezTo>
                <a:cubicBezTo>
                  <a:pt x="2417" y="96"/>
                  <a:pt x="2120" y="0"/>
                  <a:pt x="178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3"/>
          <p:cNvSpPr txBox="1"/>
          <p:nvPr>
            <p:ph type="title"/>
          </p:nvPr>
        </p:nvSpPr>
        <p:spPr>
          <a:xfrm>
            <a:off x="365750" y="274325"/>
            <a:ext cx="8412600" cy="5487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2800"/>
              <a:buFont typeface="Public Sans SemiBold"/>
              <a:buNone/>
              <a:defRPr b="0">
                <a:solidFill>
                  <a:schemeClr val="dk1"/>
                </a:solidFill>
                <a:latin typeface="Public Sans SemiBold"/>
                <a:ea typeface="Public Sans SemiBold"/>
                <a:cs typeface="Public Sans SemiBold"/>
                <a:sym typeface="Public Sans Semi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6" name="Google Shape;96;p13"/>
          <p:cNvSpPr txBox="1"/>
          <p:nvPr>
            <p:ph idx="1" type="body"/>
          </p:nvPr>
        </p:nvSpPr>
        <p:spPr>
          <a:xfrm>
            <a:off x="365750" y="1188725"/>
            <a:ext cx="2377500" cy="3430800"/>
          </a:xfrm>
          <a:prstGeom prst="rect">
            <a:avLst/>
          </a:prstGeom>
        </p:spPr>
        <p:txBody>
          <a:bodyPr anchorCtr="0" anchor="t" bIns="0" lIns="0" spcFirstLastPara="1" rIns="0" wrap="square" tIns="0">
            <a:noAutofit/>
          </a:bodyPr>
          <a:lstStyle>
            <a:lvl1pPr indent="-330200" lvl="0" marL="457200" rtl="0">
              <a:spcBef>
                <a:spcPts val="0"/>
              </a:spcBef>
              <a:spcAft>
                <a:spcPts val="0"/>
              </a:spcAft>
              <a:buSzPts val="1600"/>
              <a:buChar char="●"/>
              <a:defRPr/>
            </a:lvl1pPr>
            <a:lvl2pPr indent="-330200" lvl="1" marL="914400" rtl="0">
              <a:spcBef>
                <a:spcPts val="0"/>
              </a:spcBef>
              <a:spcAft>
                <a:spcPts val="0"/>
              </a:spcAft>
              <a:buSzPts val="1600"/>
              <a:buChar char="﹣"/>
              <a:defRPr/>
            </a:lvl2pPr>
            <a:lvl3pPr indent="-330200" lvl="2" marL="1371600" rtl="0">
              <a:spcBef>
                <a:spcPts val="0"/>
              </a:spcBef>
              <a:spcAft>
                <a:spcPts val="0"/>
              </a:spcAft>
              <a:buSzPts val="1600"/>
              <a:buChar char="﹣"/>
              <a:defRPr/>
            </a:lvl3pPr>
            <a:lvl4pPr indent="-330200" lvl="3" marL="1828800" rtl="0">
              <a:spcBef>
                <a:spcPts val="0"/>
              </a:spcBef>
              <a:spcAft>
                <a:spcPts val="0"/>
              </a:spcAft>
              <a:buSzPts val="1600"/>
              <a:buChar char="﹣"/>
              <a:defRPr/>
            </a:lvl4pPr>
            <a:lvl5pPr indent="-330200" lvl="4" marL="2286000" rtl="0">
              <a:spcBef>
                <a:spcPts val="0"/>
              </a:spcBef>
              <a:spcAft>
                <a:spcPts val="0"/>
              </a:spcAft>
              <a:buSzPts val="1600"/>
              <a:buChar char="﹣"/>
              <a:defRPr/>
            </a:lvl5pPr>
            <a:lvl6pPr indent="-330200" lvl="5" marL="2743200" rtl="0">
              <a:spcBef>
                <a:spcPts val="0"/>
              </a:spcBef>
              <a:spcAft>
                <a:spcPts val="0"/>
              </a:spcAft>
              <a:buSzPts val="1600"/>
              <a:buChar char="﹣"/>
              <a:defRPr/>
            </a:lvl6pPr>
            <a:lvl7pPr indent="-330200" lvl="6" marL="3200400" rtl="0">
              <a:spcBef>
                <a:spcPts val="0"/>
              </a:spcBef>
              <a:spcAft>
                <a:spcPts val="0"/>
              </a:spcAft>
              <a:buSzPts val="1600"/>
              <a:buChar char="﹣"/>
              <a:defRPr/>
            </a:lvl7pPr>
            <a:lvl8pPr indent="-330200" lvl="7" marL="3657600" rtl="0">
              <a:spcBef>
                <a:spcPts val="0"/>
              </a:spcBef>
              <a:spcAft>
                <a:spcPts val="0"/>
              </a:spcAft>
              <a:buSzPts val="1600"/>
              <a:buChar char="﹣"/>
              <a:defRPr/>
            </a:lvl8pPr>
            <a:lvl9pPr indent="-330200" lvl="8" marL="4114800" rtl="0">
              <a:spcBef>
                <a:spcPts val="0"/>
              </a:spcBef>
              <a:spcAft>
                <a:spcPts val="0"/>
              </a:spcAft>
              <a:buSzPts val="1600"/>
              <a:buChar char="﹣"/>
              <a:defRPr/>
            </a:lvl9pPr>
          </a:lstStyle>
          <a:p/>
        </p:txBody>
      </p:sp>
      <p:sp>
        <p:nvSpPr>
          <p:cNvPr id="97" name="Google Shape;97;p13"/>
          <p:cNvSpPr txBox="1"/>
          <p:nvPr>
            <p:ph idx="2" type="body"/>
          </p:nvPr>
        </p:nvSpPr>
        <p:spPr>
          <a:xfrm>
            <a:off x="6217810" y="1188725"/>
            <a:ext cx="2377500" cy="3430800"/>
          </a:xfrm>
          <a:prstGeom prst="rect">
            <a:avLst/>
          </a:prstGeom>
        </p:spPr>
        <p:txBody>
          <a:bodyPr anchorCtr="0" anchor="t" bIns="0" lIns="0" spcFirstLastPara="1" rIns="0" wrap="square" tIns="0">
            <a:noAutofit/>
          </a:bodyPr>
          <a:lstStyle>
            <a:lvl1pPr indent="-330200" lvl="0" marL="457200" rtl="0">
              <a:spcBef>
                <a:spcPts val="0"/>
              </a:spcBef>
              <a:spcAft>
                <a:spcPts val="0"/>
              </a:spcAft>
              <a:buSzPts val="1600"/>
              <a:buChar char="●"/>
              <a:defRPr/>
            </a:lvl1pPr>
            <a:lvl2pPr indent="-330200" lvl="1" marL="914400" rtl="0">
              <a:spcBef>
                <a:spcPts val="0"/>
              </a:spcBef>
              <a:spcAft>
                <a:spcPts val="0"/>
              </a:spcAft>
              <a:buSzPts val="1600"/>
              <a:buChar char="﹣"/>
              <a:defRPr/>
            </a:lvl2pPr>
            <a:lvl3pPr indent="-330200" lvl="2" marL="1371600" rtl="0">
              <a:spcBef>
                <a:spcPts val="0"/>
              </a:spcBef>
              <a:spcAft>
                <a:spcPts val="0"/>
              </a:spcAft>
              <a:buSzPts val="1600"/>
              <a:buChar char="﹣"/>
              <a:defRPr/>
            </a:lvl3pPr>
            <a:lvl4pPr indent="-330200" lvl="3" marL="1828800" rtl="0">
              <a:spcBef>
                <a:spcPts val="0"/>
              </a:spcBef>
              <a:spcAft>
                <a:spcPts val="0"/>
              </a:spcAft>
              <a:buSzPts val="1600"/>
              <a:buChar char="﹣"/>
              <a:defRPr/>
            </a:lvl4pPr>
            <a:lvl5pPr indent="-330200" lvl="4" marL="2286000" rtl="0">
              <a:spcBef>
                <a:spcPts val="0"/>
              </a:spcBef>
              <a:spcAft>
                <a:spcPts val="0"/>
              </a:spcAft>
              <a:buSzPts val="1600"/>
              <a:buChar char="﹣"/>
              <a:defRPr/>
            </a:lvl5pPr>
            <a:lvl6pPr indent="-330200" lvl="5" marL="2743200" rtl="0">
              <a:spcBef>
                <a:spcPts val="0"/>
              </a:spcBef>
              <a:spcAft>
                <a:spcPts val="0"/>
              </a:spcAft>
              <a:buSzPts val="1600"/>
              <a:buChar char="﹣"/>
              <a:defRPr/>
            </a:lvl6pPr>
            <a:lvl7pPr indent="-330200" lvl="6" marL="3200400" rtl="0">
              <a:spcBef>
                <a:spcPts val="0"/>
              </a:spcBef>
              <a:spcAft>
                <a:spcPts val="0"/>
              </a:spcAft>
              <a:buSzPts val="1600"/>
              <a:buChar char="﹣"/>
              <a:defRPr/>
            </a:lvl7pPr>
            <a:lvl8pPr indent="-330200" lvl="7" marL="3657600" rtl="0">
              <a:spcBef>
                <a:spcPts val="0"/>
              </a:spcBef>
              <a:spcAft>
                <a:spcPts val="0"/>
              </a:spcAft>
              <a:buSzPts val="1600"/>
              <a:buChar char="﹣"/>
              <a:defRPr/>
            </a:lvl8pPr>
            <a:lvl9pPr indent="-330200" lvl="8" marL="4114800" rtl="0">
              <a:spcBef>
                <a:spcPts val="0"/>
              </a:spcBef>
              <a:spcAft>
                <a:spcPts val="0"/>
              </a:spcAft>
              <a:buSzPts val="1600"/>
              <a:buChar char="﹣"/>
              <a:defRPr/>
            </a:lvl9pPr>
          </a:lstStyle>
          <a:p/>
        </p:txBody>
      </p:sp>
      <p:sp>
        <p:nvSpPr>
          <p:cNvPr id="98" name="Google Shape;98;p13"/>
          <p:cNvSpPr txBox="1"/>
          <p:nvPr>
            <p:ph idx="12" type="sldNum"/>
          </p:nvPr>
        </p:nvSpPr>
        <p:spPr>
          <a:xfrm>
            <a:off x="360650" y="4880150"/>
            <a:ext cx="3667800" cy="269700"/>
          </a:xfrm>
          <a:prstGeom prst="rect">
            <a:avLst/>
          </a:prstGeom>
          <a:noFill/>
          <a:ln>
            <a:noFill/>
          </a:ln>
        </p:spPr>
        <p:txBody>
          <a:bodyPr anchorCtr="0" anchor="t" bIns="0" lIns="0" spcFirstLastPara="1" rIns="0" wrap="square" tIns="0">
            <a:noAutofit/>
          </a:bodyPr>
          <a:lstStyle>
            <a:lvl1pPr lvl="0" rtl="0" algn="l">
              <a:buNone/>
              <a:defRPr sz="800">
                <a:solidFill>
                  <a:srgbClr val="FFFFFF"/>
                </a:solidFill>
                <a:latin typeface="Public Sans"/>
                <a:ea typeface="Public Sans"/>
                <a:cs typeface="Public Sans"/>
                <a:sym typeface="Public Sans"/>
              </a:defRPr>
            </a:lvl1pPr>
            <a:lvl2pPr lvl="1" rtl="0" algn="l">
              <a:buNone/>
              <a:defRPr sz="800">
                <a:solidFill>
                  <a:srgbClr val="FFFFFF"/>
                </a:solidFill>
                <a:latin typeface="Public Sans"/>
                <a:ea typeface="Public Sans"/>
                <a:cs typeface="Public Sans"/>
                <a:sym typeface="Public Sans"/>
              </a:defRPr>
            </a:lvl2pPr>
            <a:lvl3pPr lvl="2" rtl="0" algn="l">
              <a:buNone/>
              <a:defRPr sz="800">
                <a:solidFill>
                  <a:srgbClr val="FFFFFF"/>
                </a:solidFill>
                <a:latin typeface="Public Sans"/>
                <a:ea typeface="Public Sans"/>
                <a:cs typeface="Public Sans"/>
                <a:sym typeface="Public Sans"/>
              </a:defRPr>
            </a:lvl3pPr>
            <a:lvl4pPr lvl="3" rtl="0" algn="l">
              <a:buNone/>
              <a:defRPr sz="800">
                <a:solidFill>
                  <a:srgbClr val="FFFFFF"/>
                </a:solidFill>
                <a:latin typeface="Public Sans"/>
                <a:ea typeface="Public Sans"/>
                <a:cs typeface="Public Sans"/>
                <a:sym typeface="Public Sans"/>
              </a:defRPr>
            </a:lvl4pPr>
            <a:lvl5pPr lvl="4" rtl="0" algn="l">
              <a:buNone/>
              <a:defRPr sz="800">
                <a:solidFill>
                  <a:srgbClr val="FFFFFF"/>
                </a:solidFill>
                <a:latin typeface="Public Sans"/>
                <a:ea typeface="Public Sans"/>
                <a:cs typeface="Public Sans"/>
                <a:sym typeface="Public Sans"/>
              </a:defRPr>
            </a:lvl5pPr>
            <a:lvl6pPr lvl="5" rtl="0" algn="l">
              <a:buNone/>
              <a:defRPr sz="800">
                <a:solidFill>
                  <a:srgbClr val="FFFFFF"/>
                </a:solidFill>
                <a:latin typeface="Public Sans"/>
                <a:ea typeface="Public Sans"/>
                <a:cs typeface="Public Sans"/>
                <a:sym typeface="Public Sans"/>
              </a:defRPr>
            </a:lvl6pPr>
            <a:lvl7pPr lvl="6" rtl="0" algn="l">
              <a:buNone/>
              <a:defRPr sz="800">
                <a:solidFill>
                  <a:srgbClr val="FFFFFF"/>
                </a:solidFill>
                <a:latin typeface="Public Sans"/>
                <a:ea typeface="Public Sans"/>
                <a:cs typeface="Public Sans"/>
                <a:sym typeface="Public Sans"/>
              </a:defRPr>
            </a:lvl7pPr>
            <a:lvl8pPr lvl="7" rtl="0" algn="l">
              <a:buNone/>
              <a:defRPr sz="800">
                <a:solidFill>
                  <a:srgbClr val="FFFFFF"/>
                </a:solidFill>
                <a:latin typeface="Public Sans"/>
                <a:ea typeface="Public Sans"/>
                <a:cs typeface="Public Sans"/>
                <a:sym typeface="Public Sans"/>
              </a:defRPr>
            </a:lvl8pPr>
            <a:lvl9pPr lvl="8" rtl="0" algn="l">
              <a:buNone/>
              <a:defRPr sz="800">
                <a:solidFill>
                  <a:srgbClr val="FFFFFF"/>
                </a:solidFill>
                <a:latin typeface="Public Sans"/>
                <a:ea typeface="Public Sans"/>
                <a:cs typeface="Public Sans"/>
                <a:sym typeface="Public Sans"/>
              </a:defRPr>
            </a:lvl9pPr>
          </a:lstStyle>
          <a:p>
            <a:pPr indent="0" lvl="0" marL="0" rtl="0" algn="l">
              <a:spcBef>
                <a:spcPts val="0"/>
              </a:spcBef>
              <a:spcAft>
                <a:spcPts val="0"/>
              </a:spcAft>
              <a:buNone/>
            </a:pPr>
            <a:r>
              <a:rPr lang="en"/>
              <a:t>Neo4j Inc. All rights reserved 2023	</a:t>
            </a:r>
            <a:endParaRPr/>
          </a:p>
        </p:txBody>
      </p:sp>
      <p:sp>
        <p:nvSpPr>
          <p:cNvPr id="99" name="Google Shape;99;p13"/>
          <p:cNvSpPr txBox="1"/>
          <p:nvPr>
            <p:ph idx="3" type="sldNum"/>
          </p:nvPr>
        </p:nvSpPr>
        <p:spPr>
          <a:xfrm>
            <a:off x="0" y="4880150"/>
            <a:ext cx="265200" cy="269700"/>
          </a:xfrm>
          <a:prstGeom prst="rect">
            <a:avLst/>
          </a:prstGeom>
          <a:noFill/>
          <a:ln>
            <a:noFill/>
          </a:ln>
        </p:spPr>
        <p:txBody>
          <a:bodyPr anchorCtr="0" anchor="t" bIns="0" lIns="0" spcFirstLastPara="1" rIns="0" wrap="square" tIns="0">
            <a:noAutofit/>
          </a:bodyPr>
          <a:lstStyle>
            <a:lvl1pPr lvl="0" rtl="0" algn="r">
              <a:buNone/>
              <a:defRPr sz="800">
                <a:solidFill>
                  <a:srgbClr val="FFFFFF"/>
                </a:solidFill>
                <a:latin typeface="Public Sans"/>
                <a:ea typeface="Public Sans"/>
                <a:cs typeface="Public Sans"/>
                <a:sym typeface="Public Sans"/>
              </a:defRPr>
            </a:lvl1pPr>
            <a:lvl2pPr lvl="1" rtl="0" algn="r">
              <a:buNone/>
              <a:defRPr sz="800">
                <a:solidFill>
                  <a:srgbClr val="FFFFFF"/>
                </a:solidFill>
                <a:latin typeface="Public Sans"/>
                <a:ea typeface="Public Sans"/>
                <a:cs typeface="Public Sans"/>
                <a:sym typeface="Public Sans"/>
              </a:defRPr>
            </a:lvl2pPr>
            <a:lvl3pPr lvl="2" rtl="0" algn="r">
              <a:buNone/>
              <a:defRPr sz="800">
                <a:solidFill>
                  <a:srgbClr val="FFFFFF"/>
                </a:solidFill>
                <a:latin typeface="Public Sans"/>
                <a:ea typeface="Public Sans"/>
                <a:cs typeface="Public Sans"/>
                <a:sym typeface="Public Sans"/>
              </a:defRPr>
            </a:lvl3pPr>
            <a:lvl4pPr lvl="3" rtl="0" algn="r">
              <a:buNone/>
              <a:defRPr sz="800">
                <a:solidFill>
                  <a:srgbClr val="FFFFFF"/>
                </a:solidFill>
                <a:latin typeface="Public Sans"/>
                <a:ea typeface="Public Sans"/>
                <a:cs typeface="Public Sans"/>
                <a:sym typeface="Public Sans"/>
              </a:defRPr>
            </a:lvl4pPr>
            <a:lvl5pPr lvl="4" rtl="0" algn="r">
              <a:buNone/>
              <a:defRPr sz="800">
                <a:solidFill>
                  <a:srgbClr val="FFFFFF"/>
                </a:solidFill>
                <a:latin typeface="Public Sans"/>
                <a:ea typeface="Public Sans"/>
                <a:cs typeface="Public Sans"/>
                <a:sym typeface="Public Sans"/>
              </a:defRPr>
            </a:lvl5pPr>
            <a:lvl6pPr lvl="5" rtl="0" algn="r">
              <a:buNone/>
              <a:defRPr sz="800">
                <a:solidFill>
                  <a:srgbClr val="FFFFFF"/>
                </a:solidFill>
                <a:latin typeface="Public Sans"/>
                <a:ea typeface="Public Sans"/>
                <a:cs typeface="Public Sans"/>
                <a:sym typeface="Public Sans"/>
              </a:defRPr>
            </a:lvl6pPr>
            <a:lvl7pPr lvl="6" rtl="0" algn="r">
              <a:buNone/>
              <a:defRPr sz="800">
                <a:solidFill>
                  <a:srgbClr val="FFFFFF"/>
                </a:solidFill>
                <a:latin typeface="Public Sans"/>
                <a:ea typeface="Public Sans"/>
                <a:cs typeface="Public Sans"/>
                <a:sym typeface="Public Sans"/>
              </a:defRPr>
            </a:lvl7pPr>
            <a:lvl8pPr lvl="7" rtl="0" algn="r">
              <a:buNone/>
              <a:defRPr sz="800">
                <a:solidFill>
                  <a:srgbClr val="FFFFFF"/>
                </a:solidFill>
                <a:latin typeface="Public Sans"/>
                <a:ea typeface="Public Sans"/>
                <a:cs typeface="Public Sans"/>
                <a:sym typeface="Public Sans"/>
              </a:defRPr>
            </a:lvl8pPr>
            <a:lvl9pPr lvl="8" rtl="0" algn="r">
              <a:buNone/>
              <a:defRPr sz="800">
                <a:solidFill>
                  <a:srgbClr val="FFFFFF"/>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100" name="Google Shape;100;p13"/>
          <p:cNvSpPr txBox="1"/>
          <p:nvPr>
            <p:ph idx="4" type="body"/>
          </p:nvPr>
        </p:nvSpPr>
        <p:spPr>
          <a:xfrm>
            <a:off x="3291775" y="1188725"/>
            <a:ext cx="2377500" cy="3430800"/>
          </a:xfrm>
          <a:prstGeom prst="rect">
            <a:avLst/>
          </a:prstGeom>
        </p:spPr>
        <p:txBody>
          <a:bodyPr anchorCtr="0" anchor="t" bIns="0" lIns="0" spcFirstLastPara="1" rIns="0" wrap="square" tIns="0">
            <a:noAutofit/>
          </a:bodyPr>
          <a:lstStyle>
            <a:lvl1pPr indent="-330200" lvl="0" marL="457200" rtl="0">
              <a:spcBef>
                <a:spcPts val="0"/>
              </a:spcBef>
              <a:spcAft>
                <a:spcPts val="0"/>
              </a:spcAft>
              <a:buSzPts val="1600"/>
              <a:buChar char="●"/>
              <a:defRPr/>
            </a:lvl1pPr>
            <a:lvl2pPr indent="-330200" lvl="1" marL="914400" rtl="0">
              <a:spcBef>
                <a:spcPts val="0"/>
              </a:spcBef>
              <a:spcAft>
                <a:spcPts val="0"/>
              </a:spcAft>
              <a:buSzPts val="1600"/>
              <a:buChar char="﹣"/>
              <a:defRPr/>
            </a:lvl2pPr>
            <a:lvl3pPr indent="-330200" lvl="2" marL="1371600" rtl="0">
              <a:spcBef>
                <a:spcPts val="0"/>
              </a:spcBef>
              <a:spcAft>
                <a:spcPts val="0"/>
              </a:spcAft>
              <a:buSzPts val="1600"/>
              <a:buChar char="﹣"/>
              <a:defRPr/>
            </a:lvl3pPr>
            <a:lvl4pPr indent="-330200" lvl="3" marL="1828800" rtl="0">
              <a:spcBef>
                <a:spcPts val="0"/>
              </a:spcBef>
              <a:spcAft>
                <a:spcPts val="0"/>
              </a:spcAft>
              <a:buSzPts val="1600"/>
              <a:buChar char="﹣"/>
              <a:defRPr/>
            </a:lvl4pPr>
            <a:lvl5pPr indent="-330200" lvl="4" marL="2286000" rtl="0">
              <a:spcBef>
                <a:spcPts val="0"/>
              </a:spcBef>
              <a:spcAft>
                <a:spcPts val="0"/>
              </a:spcAft>
              <a:buSzPts val="1600"/>
              <a:buChar char="﹣"/>
              <a:defRPr/>
            </a:lvl5pPr>
            <a:lvl6pPr indent="-330200" lvl="5" marL="2743200" rtl="0">
              <a:spcBef>
                <a:spcPts val="0"/>
              </a:spcBef>
              <a:spcAft>
                <a:spcPts val="0"/>
              </a:spcAft>
              <a:buSzPts val="1600"/>
              <a:buChar char="﹣"/>
              <a:defRPr/>
            </a:lvl6pPr>
            <a:lvl7pPr indent="-330200" lvl="6" marL="3200400" rtl="0">
              <a:spcBef>
                <a:spcPts val="0"/>
              </a:spcBef>
              <a:spcAft>
                <a:spcPts val="0"/>
              </a:spcAft>
              <a:buSzPts val="1600"/>
              <a:buChar char="﹣"/>
              <a:defRPr/>
            </a:lvl7pPr>
            <a:lvl8pPr indent="-330200" lvl="7" marL="3657600" rtl="0">
              <a:spcBef>
                <a:spcPts val="0"/>
              </a:spcBef>
              <a:spcAft>
                <a:spcPts val="0"/>
              </a:spcAft>
              <a:buSzPts val="1600"/>
              <a:buChar char="﹣"/>
              <a:defRPr/>
            </a:lvl8pPr>
            <a:lvl9pPr indent="-330200" lvl="8" marL="4114800" rtl="0">
              <a:spcBef>
                <a:spcPts val="0"/>
              </a:spcBef>
              <a:spcAft>
                <a:spcPts val="0"/>
              </a:spcAft>
              <a:buSzPts val="1600"/>
              <a:buChar char="﹣"/>
              <a:defRPr/>
            </a:lvl9pPr>
          </a:lstStyle>
          <a:p/>
        </p:txBody>
      </p:sp>
    </p:spTree>
  </p:cSld>
  <p:clrMapOvr>
    <a:masterClrMapping/>
  </p:clrMapOvr>
  <p:extLst>
    <p:ext uri="{DCECCB84-F9BA-43D5-87BE-67443E8EF086}">
      <p15:sldGuideLst>
        <p15:guide id="1" pos="1728">
          <p15:clr>
            <a:srgbClr val="E46962"/>
          </p15:clr>
        </p15:guide>
        <p15:guide id="2" orient="horz" pos="749">
          <p15:clr>
            <a:srgbClr val="E46962"/>
          </p15:clr>
        </p15:guide>
        <p15:guide id="3" pos="2074">
          <p15:clr>
            <a:srgbClr val="E46962"/>
          </p15:clr>
        </p15:guide>
        <p15:guide id="4" pos="3571">
          <p15:clr>
            <a:srgbClr val="E46962"/>
          </p15:clr>
        </p15:guide>
        <p15:guide id="5" pos="3917">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ple three cols dark deco">
  <p:cSld name="TITLE_AND_BODY_2_1_1">
    <p:bg>
      <p:bgPr>
        <a:solidFill>
          <a:schemeClr val="accent2"/>
        </a:solidFill>
      </p:bgPr>
    </p:bg>
    <p:spTree>
      <p:nvGrpSpPr>
        <p:cNvPr id="101" name="Shape 101"/>
        <p:cNvGrpSpPr/>
        <p:nvPr/>
      </p:nvGrpSpPr>
      <p:grpSpPr>
        <a:xfrm>
          <a:off x="0" y="0"/>
          <a:ext cx="0" cy="0"/>
          <a:chOff x="0" y="0"/>
          <a:chExt cx="0" cy="0"/>
        </a:xfrm>
      </p:grpSpPr>
      <p:sp>
        <p:nvSpPr>
          <p:cNvPr id="102" name="Google Shape;102;p14"/>
          <p:cNvSpPr/>
          <p:nvPr/>
        </p:nvSpPr>
        <p:spPr>
          <a:xfrm rot="1793545">
            <a:off x="4426827" y="-1288239"/>
            <a:ext cx="7544827" cy="2750779"/>
          </a:xfrm>
          <a:custGeom>
            <a:rect b="b" l="l" r="r" t="t"/>
            <a:pathLst>
              <a:path extrusionOk="0" h="3573" w="9800">
                <a:moveTo>
                  <a:pt x="1786" y="0"/>
                </a:moveTo>
                <a:cubicBezTo>
                  <a:pt x="1477" y="0"/>
                  <a:pt x="1179" y="84"/>
                  <a:pt x="893" y="239"/>
                </a:cubicBezTo>
                <a:cubicBezTo>
                  <a:pt x="632" y="393"/>
                  <a:pt x="405" y="620"/>
                  <a:pt x="239" y="893"/>
                </a:cubicBezTo>
                <a:cubicBezTo>
                  <a:pt x="96" y="1167"/>
                  <a:pt x="0" y="1465"/>
                  <a:pt x="0" y="1786"/>
                </a:cubicBezTo>
                <a:cubicBezTo>
                  <a:pt x="0" y="2108"/>
                  <a:pt x="84" y="2405"/>
                  <a:pt x="239" y="2679"/>
                </a:cubicBezTo>
                <a:cubicBezTo>
                  <a:pt x="393" y="2953"/>
                  <a:pt x="620" y="3179"/>
                  <a:pt x="893" y="3334"/>
                </a:cubicBezTo>
                <a:cubicBezTo>
                  <a:pt x="1167" y="3489"/>
                  <a:pt x="1465" y="3572"/>
                  <a:pt x="1786" y="3572"/>
                </a:cubicBezTo>
                <a:cubicBezTo>
                  <a:pt x="2108" y="3572"/>
                  <a:pt x="2406" y="3501"/>
                  <a:pt x="2679" y="3334"/>
                </a:cubicBezTo>
                <a:cubicBezTo>
                  <a:pt x="2846" y="3251"/>
                  <a:pt x="3013" y="3108"/>
                  <a:pt x="3132" y="2965"/>
                </a:cubicBezTo>
                <a:cubicBezTo>
                  <a:pt x="3674" y="2346"/>
                  <a:pt x="4281" y="2036"/>
                  <a:pt x="4888" y="2036"/>
                </a:cubicBezTo>
                <a:cubicBezTo>
                  <a:pt x="5495" y="2036"/>
                  <a:pt x="6102" y="2346"/>
                  <a:pt x="6644" y="2965"/>
                </a:cubicBezTo>
                <a:cubicBezTo>
                  <a:pt x="6775" y="3108"/>
                  <a:pt x="6930" y="3251"/>
                  <a:pt x="7109" y="3334"/>
                </a:cubicBezTo>
                <a:cubicBezTo>
                  <a:pt x="7370" y="3489"/>
                  <a:pt x="7668" y="3572"/>
                  <a:pt x="8001" y="3572"/>
                </a:cubicBezTo>
                <a:cubicBezTo>
                  <a:pt x="8311" y="3572"/>
                  <a:pt x="8609" y="3501"/>
                  <a:pt x="8894" y="3334"/>
                </a:cubicBezTo>
                <a:cubicBezTo>
                  <a:pt x="9156" y="3191"/>
                  <a:pt x="9383" y="2965"/>
                  <a:pt x="9549" y="2679"/>
                </a:cubicBezTo>
                <a:cubicBezTo>
                  <a:pt x="9692" y="2417"/>
                  <a:pt x="9787" y="2120"/>
                  <a:pt x="9787" y="1786"/>
                </a:cubicBezTo>
                <a:cubicBezTo>
                  <a:pt x="9799" y="1489"/>
                  <a:pt x="9728" y="1191"/>
                  <a:pt x="9561" y="917"/>
                </a:cubicBezTo>
                <a:cubicBezTo>
                  <a:pt x="9406" y="643"/>
                  <a:pt x="9192" y="417"/>
                  <a:pt x="8906" y="262"/>
                </a:cubicBezTo>
                <a:cubicBezTo>
                  <a:pt x="8644" y="108"/>
                  <a:pt x="8347" y="24"/>
                  <a:pt x="8013" y="24"/>
                </a:cubicBezTo>
                <a:cubicBezTo>
                  <a:pt x="7704" y="24"/>
                  <a:pt x="7406" y="96"/>
                  <a:pt x="7120" y="262"/>
                </a:cubicBezTo>
                <a:cubicBezTo>
                  <a:pt x="6954" y="358"/>
                  <a:pt x="6799" y="477"/>
                  <a:pt x="6656" y="631"/>
                </a:cubicBezTo>
                <a:cubicBezTo>
                  <a:pt x="6114" y="1251"/>
                  <a:pt x="5507" y="1560"/>
                  <a:pt x="4900" y="1560"/>
                </a:cubicBezTo>
                <a:cubicBezTo>
                  <a:pt x="4293" y="1560"/>
                  <a:pt x="3685" y="1251"/>
                  <a:pt x="3144" y="631"/>
                </a:cubicBezTo>
                <a:cubicBezTo>
                  <a:pt x="3013" y="477"/>
                  <a:pt x="2858" y="346"/>
                  <a:pt x="2679" y="239"/>
                </a:cubicBezTo>
                <a:cubicBezTo>
                  <a:pt x="2417" y="96"/>
                  <a:pt x="2120" y="0"/>
                  <a:pt x="178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4"/>
          <p:cNvSpPr/>
          <p:nvPr/>
        </p:nvSpPr>
        <p:spPr>
          <a:xfrm>
            <a:off x="8367100" y="-47700"/>
            <a:ext cx="1116000" cy="2697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4"/>
          <p:cNvSpPr/>
          <p:nvPr/>
        </p:nvSpPr>
        <p:spPr>
          <a:xfrm rot="1793710">
            <a:off x="-4105351" y="3244235"/>
            <a:ext cx="7544837" cy="2750779"/>
          </a:xfrm>
          <a:custGeom>
            <a:rect b="b" l="l" r="r" t="t"/>
            <a:pathLst>
              <a:path extrusionOk="0" h="3573" w="9800">
                <a:moveTo>
                  <a:pt x="1786" y="0"/>
                </a:moveTo>
                <a:cubicBezTo>
                  <a:pt x="1477" y="0"/>
                  <a:pt x="1179" y="84"/>
                  <a:pt x="893" y="239"/>
                </a:cubicBezTo>
                <a:cubicBezTo>
                  <a:pt x="632" y="393"/>
                  <a:pt x="405" y="620"/>
                  <a:pt x="239" y="893"/>
                </a:cubicBezTo>
                <a:cubicBezTo>
                  <a:pt x="96" y="1167"/>
                  <a:pt x="0" y="1465"/>
                  <a:pt x="0" y="1786"/>
                </a:cubicBezTo>
                <a:cubicBezTo>
                  <a:pt x="0" y="2108"/>
                  <a:pt x="84" y="2405"/>
                  <a:pt x="239" y="2679"/>
                </a:cubicBezTo>
                <a:cubicBezTo>
                  <a:pt x="393" y="2953"/>
                  <a:pt x="620" y="3179"/>
                  <a:pt x="893" y="3334"/>
                </a:cubicBezTo>
                <a:cubicBezTo>
                  <a:pt x="1167" y="3489"/>
                  <a:pt x="1465" y="3572"/>
                  <a:pt x="1786" y="3572"/>
                </a:cubicBezTo>
                <a:cubicBezTo>
                  <a:pt x="2108" y="3572"/>
                  <a:pt x="2406" y="3501"/>
                  <a:pt x="2679" y="3334"/>
                </a:cubicBezTo>
                <a:cubicBezTo>
                  <a:pt x="2846" y="3251"/>
                  <a:pt x="3013" y="3108"/>
                  <a:pt x="3132" y="2965"/>
                </a:cubicBezTo>
                <a:cubicBezTo>
                  <a:pt x="3674" y="2346"/>
                  <a:pt x="4281" y="2036"/>
                  <a:pt x="4888" y="2036"/>
                </a:cubicBezTo>
                <a:cubicBezTo>
                  <a:pt x="5495" y="2036"/>
                  <a:pt x="6102" y="2346"/>
                  <a:pt x="6644" y="2965"/>
                </a:cubicBezTo>
                <a:cubicBezTo>
                  <a:pt x="6775" y="3108"/>
                  <a:pt x="6930" y="3251"/>
                  <a:pt x="7109" y="3334"/>
                </a:cubicBezTo>
                <a:cubicBezTo>
                  <a:pt x="7370" y="3489"/>
                  <a:pt x="7668" y="3572"/>
                  <a:pt x="8001" y="3572"/>
                </a:cubicBezTo>
                <a:cubicBezTo>
                  <a:pt x="8311" y="3572"/>
                  <a:pt x="8609" y="3501"/>
                  <a:pt x="8894" y="3334"/>
                </a:cubicBezTo>
                <a:cubicBezTo>
                  <a:pt x="9156" y="3191"/>
                  <a:pt x="9383" y="2965"/>
                  <a:pt x="9549" y="2679"/>
                </a:cubicBezTo>
                <a:cubicBezTo>
                  <a:pt x="9692" y="2417"/>
                  <a:pt x="9787" y="2120"/>
                  <a:pt x="9787" y="1786"/>
                </a:cubicBezTo>
                <a:cubicBezTo>
                  <a:pt x="9799" y="1489"/>
                  <a:pt x="9728" y="1191"/>
                  <a:pt x="9561" y="917"/>
                </a:cubicBezTo>
                <a:cubicBezTo>
                  <a:pt x="9406" y="643"/>
                  <a:pt x="9192" y="417"/>
                  <a:pt x="8906" y="262"/>
                </a:cubicBezTo>
                <a:cubicBezTo>
                  <a:pt x="8644" y="108"/>
                  <a:pt x="8347" y="24"/>
                  <a:pt x="8013" y="24"/>
                </a:cubicBezTo>
                <a:cubicBezTo>
                  <a:pt x="7704" y="24"/>
                  <a:pt x="7406" y="96"/>
                  <a:pt x="7120" y="262"/>
                </a:cubicBezTo>
                <a:cubicBezTo>
                  <a:pt x="6954" y="358"/>
                  <a:pt x="6799" y="477"/>
                  <a:pt x="6656" y="631"/>
                </a:cubicBezTo>
                <a:cubicBezTo>
                  <a:pt x="6114" y="1251"/>
                  <a:pt x="5507" y="1560"/>
                  <a:pt x="4900" y="1560"/>
                </a:cubicBezTo>
                <a:cubicBezTo>
                  <a:pt x="4293" y="1560"/>
                  <a:pt x="3685" y="1251"/>
                  <a:pt x="3144" y="631"/>
                </a:cubicBezTo>
                <a:cubicBezTo>
                  <a:pt x="3013" y="477"/>
                  <a:pt x="2858" y="346"/>
                  <a:pt x="2679" y="239"/>
                </a:cubicBezTo>
                <a:cubicBezTo>
                  <a:pt x="2417" y="96"/>
                  <a:pt x="2120" y="0"/>
                  <a:pt x="178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4"/>
          <p:cNvSpPr txBox="1"/>
          <p:nvPr>
            <p:ph type="title"/>
          </p:nvPr>
        </p:nvSpPr>
        <p:spPr>
          <a:xfrm>
            <a:off x="365750" y="274325"/>
            <a:ext cx="8412600" cy="5487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2800"/>
              <a:buFont typeface="Public Sans SemiBold"/>
              <a:buNone/>
              <a:defRPr b="0">
                <a:solidFill>
                  <a:srgbClr val="FFFFFF"/>
                </a:solidFill>
                <a:latin typeface="Public Sans SemiBold"/>
                <a:ea typeface="Public Sans SemiBold"/>
                <a:cs typeface="Public Sans SemiBold"/>
                <a:sym typeface="Public Sans SemiBold"/>
              </a:defRPr>
            </a:lvl1pPr>
            <a:lvl2pPr lvl="1" rtl="0">
              <a:spcBef>
                <a:spcPts val="0"/>
              </a:spcBef>
              <a:spcAft>
                <a:spcPts val="0"/>
              </a:spcAft>
              <a:buClr>
                <a:srgbClr val="FFFFFF"/>
              </a:buClr>
              <a:buSzPts val="2800"/>
              <a:buNone/>
              <a:defRPr>
                <a:solidFill>
                  <a:srgbClr val="FFFFFF"/>
                </a:solidFill>
              </a:defRPr>
            </a:lvl2pPr>
            <a:lvl3pPr lvl="2" rtl="0">
              <a:spcBef>
                <a:spcPts val="0"/>
              </a:spcBef>
              <a:spcAft>
                <a:spcPts val="0"/>
              </a:spcAft>
              <a:buClr>
                <a:srgbClr val="FFFFFF"/>
              </a:buClr>
              <a:buSzPts val="2800"/>
              <a:buNone/>
              <a:defRPr>
                <a:solidFill>
                  <a:srgbClr val="FFFFFF"/>
                </a:solidFill>
              </a:defRPr>
            </a:lvl3pPr>
            <a:lvl4pPr lvl="3" rtl="0">
              <a:spcBef>
                <a:spcPts val="0"/>
              </a:spcBef>
              <a:spcAft>
                <a:spcPts val="0"/>
              </a:spcAft>
              <a:buClr>
                <a:srgbClr val="FFFFFF"/>
              </a:buClr>
              <a:buSzPts val="2800"/>
              <a:buNone/>
              <a:defRPr>
                <a:solidFill>
                  <a:srgbClr val="FFFFFF"/>
                </a:solidFill>
              </a:defRPr>
            </a:lvl4pPr>
            <a:lvl5pPr lvl="4" rtl="0">
              <a:spcBef>
                <a:spcPts val="0"/>
              </a:spcBef>
              <a:spcAft>
                <a:spcPts val="0"/>
              </a:spcAft>
              <a:buClr>
                <a:srgbClr val="FFFFFF"/>
              </a:buClr>
              <a:buSzPts val="2800"/>
              <a:buNone/>
              <a:defRPr>
                <a:solidFill>
                  <a:srgbClr val="FFFFFF"/>
                </a:solidFill>
              </a:defRPr>
            </a:lvl5pPr>
            <a:lvl6pPr lvl="5" rtl="0">
              <a:spcBef>
                <a:spcPts val="0"/>
              </a:spcBef>
              <a:spcAft>
                <a:spcPts val="0"/>
              </a:spcAft>
              <a:buClr>
                <a:srgbClr val="FFFFFF"/>
              </a:buClr>
              <a:buSzPts val="2800"/>
              <a:buNone/>
              <a:defRPr>
                <a:solidFill>
                  <a:srgbClr val="FFFFFF"/>
                </a:solidFill>
              </a:defRPr>
            </a:lvl6pPr>
            <a:lvl7pPr lvl="6" rtl="0">
              <a:spcBef>
                <a:spcPts val="0"/>
              </a:spcBef>
              <a:spcAft>
                <a:spcPts val="0"/>
              </a:spcAft>
              <a:buClr>
                <a:srgbClr val="FFFFFF"/>
              </a:buClr>
              <a:buSzPts val="2800"/>
              <a:buNone/>
              <a:defRPr>
                <a:solidFill>
                  <a:srgbClr val="FFFFFF"/>
                </a:solidFill>
              </a:defRPr>
            </a:lvl7pPr>
            <a:lvl8pPr lvl="7" rtl="0">
              <a:spcBef>
                <a:spcPts val="0"/>
              </a:spcBef>
              <a:spcAft>
                <a:spcPts val="0"/>
              </a:spcAft>
              <a:buClr>
                <a:srgbClr val="FFFFFF"/>
              </a:buClr>
              <a:buSzPts val="2800"/>
              <a:buNone/>
              <a:defRPr>
                <a:solidFill>
                  <a:srgbClr val="FFFFFF"/>
                </a:solidFill>
              </a:defRPr>
            </a:lvl8pPr>
            <a:lvl9pPr lvl="8" rtl="0">
              <a:spcBef>
                <a:spcPts val="0"/>
              </a:spcBef>
              <a:spcAft>
                <a:spcPts val="0"/>
              </a:spcAft>
              <a:buClr>
                <a:srgbClr val="FFFFFF"/>
              </a:buClr>
              <a:buSzPts val="2800"/>
              <a:buNone/>
              <a:defRPr>
                <a:solidFill>
                  <a:srgbClr val="FFFFFF"/>
                </a:solidFill>
              </a:defRPr>
            </a:lvl9pPr>
          </a:lstStyle>
          <a:p/>
        </p:txBody>
      </p:sp>
      <p:sp>
        <p:nvSpPr>
          <p:cNvPr id="106" name="Google Shape;106;p14"/>
          <p:cNvSpPr txBox="1"/>
          <p:nvPr>
            <p:ph idx="1" type="body"/>
          </p:nvPr>
        </p:nvSpPr>
        <p:spPr>
          <a:xfrm>
            <a:off x="365750" y="1188725"/>
            <a:ext cx="2377500" cy="3430800"/>
          </a:xfrm>
          <a:prstGeom prst="rect">
            <a:avLst/>
          </a:prstGeom>
        </p:spPr>
        <p:txBody>
          <a:bodyPr anchorCtr="0" anchor="t" bIns="0" lIns="0" spcFirstLastPara="1" rIns="0" wrap="square" tIns="0">
            <a:noAutofit/>
          </a:bodyPr>
          <a:lstStyle>
            <a:lvl1pPr indent="-330200" lvl="0" marL="457200" rtl="0">
              <a:spcBef>
                <a:spcPts val="0"/>
              </a:spcBef>
              <a:spcAft>
                <a:spcPts val="0"/>
              </a:spcAft>
              <a:buClr>
                <a:srgbClr val="FFFFFF"/>
              </a:buClr>
              <a:buSzPts val="1600"/>
              <a:buChar char="●"/>
              <a:defRPr>
                <a:solidFill>
                  <a:srgbClr val="FFFFFF"/>
                </a:solidFill>
              </a:defRPr>
            </a:lvl1pPr>
            <a:lvl2pPr indent="-330200" lvl="1" marL="914400" rtl="0">
              <a:spcBef>
                <a:spcPts val="0"/>
              </a:spcBef>
              <a:spcAft>
                <a:spcPts val="0"/>
              </a:spcAft>
              <a:buClr>
                <a:srgbClr val="FFFFFF"/>
              </a:buClr>
              <a:buSzPts val="1600"/>
              <a:buChar char="﹣"/>
              <a:defRPr>
                <a:solidFill>
                  <a:srgbClr val="FFFFFF"/>
                </a:solidFill>
              </a:defRPr>
            </a:lvl2pPr>
            <a:lvl3pPr indent="-330200" lvl="2" marL="1371600" rtl="0">
              <a:spcBef>
                <a:spcPts val="0"/>
              </a:spcBef>
              <a:spcAft>
                <a:spcPts val="0"/>
              </a:spcAft>
              <a:buClr>
                <a:srgbClr val="FFFFFF"/>
              </a:buClr>
              <a:buSzPts val="1600"/>
              <a:buChar char="﹣"/>
              <a:defRPr>
                <a:solidFill>
                  <a:srgbClr val="FFFFFF"/>
                </a:solidFill>
              </a:defRPr>
            </a:lvl3pPr>
            <a:lvl4pPr indent="-330200" lvl="3" marL="1828800" rtl="0">
              <a:spcBef>
                <a:spcPts val="0"/>
              </a:spcBef>
              <a:spcAft>
                <a:spcPts val="0"/>
              </a:spcAft>
              <a:buClr>
                <a:srgbClr val="FFFFFF"/>
              </a:buClr>
              <a:buSzPts val="1600"/>
              <a:buChar char="﹣"/>
              <a:defRPr>
                <a:solidFill>
                  <a:srgbClr val="FFFFFF"/>
                </a:solidFill>
              </a:defRPr>
            </a:lvl4pPr>
            <a:lvl5pPr indent="-330200" lvl="4" marL="2286000" rtl="0">
              <a:spcBef>
                <a:spcPts val="0"/>
              </a:spcBef>
              <a:spcAft>
                <a:spcPts val="0"/>
              </a:spcAft>
              <a:buClr>
                <a:srgbClr val="FFFFFF"/>
              </a:buClr>
              <a:buSzPts val="1600"/>
              <a:buChar char="﹣"/>
              <a:defRPr>
                <a:solidFill>
                  <a:srgbClr val="FFFFFF"/>
                </a:solidFill>
              </a:defRPr>
            </a:lvl5pPr>
            <a:lvl6pPr indent="-330200" lvl="5" marL="2743200" rtl="0">
              <a:spcBef>
                <a:spcPts val="0"/>
              </a:spcBef>
              <a:spcAft>
                <a:spcPts val="0"/>
              </a:spcAft>
              <a:buClr>
                <a:srgbClr val="FFFFFF"/>
              </a:buClr>
              <a:buSzPts val="1600"/>
              <a:buChar char="﹣"/>
              <a:defRPr>
                <a:solidFill>
                  <a:srgbClr val="FFFFFF"/>
                </a:solidFill>
              </a:defRPr>
            </a:lvl6pPr>
            <a:lvl7pPr indent="-330200" lvl="6" marL="3200400" rtl="0">
              <a:spcBef>
                <a:spcPts val="0"/>
              </a:spcBef>
              <a:spcAft>
                <a:spcPts val="0"/>
              </a:spcAft>
              <a:buClr>
                <a:srgbClr val="FFFFFF"/>
              </a:buClr>
              <a:buSzPts val="1600"/>
              <a:buChar char="﹣"/>
              <a:defRPr>
                <a:solidFill>
                  <a:srgbClr val="FFFFFF"/>
                </a:solidFill>
              </a:defRPr>
            </a:lvl7pPr>
            <a:lvl8pPr indent="-330200" lvl="7" marL="3657600" rtl="0">
              <a:spcBef>
                <a:spcPts val="0"/>
              </a:spcBef>
              <a:spcAft>
                <a:spcPts val="0"/>
              </a:spcAft>
              <a:buClr>
                <a:srgbClr val="FFFFFF"/>
              </a:buClr>
              <a:buSzPts val="1600"/>
              <a:buChar char="﹣"/>
              <a:defRPr>
                <a:solidFill>
                  <a:srgbClr val="FFFFFF"/>
                </a:solidFill>
              </a:defRPr>
            </a:lvl8pPr>
            <a:lvl9pPr indent="-330200" lvl="8" marL="4114800" rtl="0">
              <a:spcBef>
                <a:spcPts val="0"/>
              </a:spcBef>
              <a:spcAft>
                <a:spcPts val="0"/>
              </a:spcAft>
              <a:buClr>
                <a:srgbClr val="FFFFFF"/>
              </a:buClr>
              <a:buSzPts val="1600"/>
              <a:buChar char="﹣"/>
              <a:defRPr>
                <a:solidFill>
                  <a:srgbClr val="FFFFFF"/>
                </a:solidFill>
              </a:defRPr>
            </a:lvl9pPr>
          </a:lstStyle>
          <a:p/>
        </p:txBody>
      </p:sp>
      <p:sp>
        <p:nvSpPr>
          <p:cNvPr id="107" name="Google Shape;107;p14"/>
          <p:cNvSpPr txBox="1"/>
          <p:nvPr>
            <p:ph idx="2" type="body"/>
          </p:nvPr>
        </p:nvSpPr>
        <p:spPr>
          <a:xfrm>
            <a:off x="6217810" y="1188725"/>
            <a:ext cx="2377500" cy="3430800"/>
          </a:xfrm>
          <a:prstGeom prst="rect">
            <a:avLst/>
          </a:prstGeom>
        </p:spPr>
        <p:txBody>
          <a:bodyPr anchorCtr="0" anchor="t" bIns="0" lIns="0" spcFirstLastPara="1" rIns="0" wrap="square" tIns="0">
            <a:noAutofit/>
          </a:bodyPr>
          <a:lstStyle>
            <a:lvl1pPr indent="-330200" lvl="0" marL="457200" rtl="0">
              <a:spcBef>
                <a:spcPts val="0"/>
              </a:spcBef>
              <a:spcAft>
                <a:spcPts val="0"/>
              </a:spcAft>
              <a:buClr>
                <a:srgbClr val="FFFFFF"/>
              </a:buClr>
              <a:buSzPts val="1600"/>
              <a:buChar char="●"/>
              <a:defRPr>
                <a:solidFill>
                  <a:srgbClr val="FFFFFF"/>
                </a:solidFill>
              </a:defRPr>
            </a:lvl1pPr>
            <a:lvl2pPr indent="-330200" lvl="1" marL="914400" rtl="0">
              <a:spcBef>
                <a:spcPts val="0"/>
              </a:spcBef>
              <a:spcAft>
                <a:spcPts val="0"/>
              </a:spcAft>
              <a:buClr>
                <a:srgbClr val="FFFFFF"/>
              </a:buClr>
              <a:buSzPts val="1600"/>
              <a:buChar char="﹣"/>
              <a:defRPr>
                <a:solidFill>
                  <a:srgbClr val="FFFFFF"/>
                </a:solidFill>
              </a:defRPr>
            </a:lvl2pPr>
            <a:lvl3pPr indent="-330200" lvl="2" marL="1371600" rtl="0">
              <a:spcBef>
                <a:spcPts val="0"/>
              </a:spcBef>
              <a:spcAft>
                <a:spcPts val="0"/>
              </a:spcAft>
              <a:buClr>
                <a:srgbClr val="FFFFFF"/>
              </a:buClr>
              <a:buSzPts val="1600"/>
              <a:buChar char="﹣"/>
              <a:defRPr>
                <a:solidFill>
                  <a:srgbClr val="FFFFFF"/>
                </a:solidFill>
              </a:defRPr>
            </a:lvl3pPr>
            <a:lvl4pPr indent="-330200" lvl="3" marL="1828800" rtl="0">
              <a:spcBef>
                <a:spcPts val="0"/>
              </a:spcBef>
              <a:spcAft>
                <a:spcPts val="0"/>
              </a:spcAft>
              <a:buClr>
                <a:srgbClr val="FFFFFF"/>
              </a:buClr>
              <a:buSzPts val="1600"/>
              <a:buChar char="﹣"/>
              <a:defRPr>
                <a:solidFill>
                  <a:srgbClr val="FFFFFF"/>
                </a:solidFill>
              </a:defRPr>
            </a:lvl4pPr>
            <a:lvl5pPr indent="-330200" lvl="4" marL="2286000" rtl="0">
              <a:spcBef>
                <a:spcPts val="0"/>
              </a:spcBef>
              <a:spcAft>
                <a:spcPts val="0"/>
              </a:spcAft>
              <a:buClr>
                <a:srgbClr val="FFFFFF"/>
              </a:buClr>
              <a:buSzPts val="1600"/>
              <a:buChar char="﹣"/>
              <a:defRPr>
                <a:solidFill>
                  <a:srgbClr val="FFFFFF"/>
                </a:solidFill>
              </a:defRPr>
            </a:lvl5pPr>
            <a:lvl6pPr indent="-330200" lvl="5" marL="2743200" rtl="0">
              <a:spcBef>
                <a:spcPts val="0"/>
              </a:spcBef>
              <a:spcAft>
                <a:spcPts val="0"/>
              </a:spcAft>
              <a:buClr>
                <a:srgbClr val="FFFFFF"/>
              </a:buClr>
              <a:buSzPts val="1600"/>
              <a:buChar char="﹣"/>
              <a:defRPr>
                <a:solidFill>
                  <a:srgbClr val="FFFFFF"/>
                </a:solidFill>
              </a:defRPr>
            </a:lvl6pPr>
            <a:lvl7pPr indent="-330200" lvl="6" marL="3200400" rtl="0">
              <a:spcBef>
                <a:spcPts val="0"/>
              </a:spcBef>
              <a:spcAft>
                <a:spcPts val="0"/>
              </a:spcAft>
              <a:buClr>
                <a:srgbClr val="FFFFFF"/>
              </a:buClr>
              <a:buSzPts val="1600"/>
              <a:buChar char="﹣"/>
              <a:defRPr>
                <a:solidFill>
                  <a:srgbClr val="FFFFFF"/>
                </a:solidFill>
              </a:defRPr>
            </a:lvl7pPr>
            <a:lvl8pPr indent="-330200" lvl="7" marL="3657600" rtl="0">
              <a:spcBef>
                <a:spcPts val="0"/>
              </a:spcBef>
              <a:spcAft>
                <a:spcPts val="0"/>
              </a:spcAft>
              <a:buClr>
                <a:srgbClr val="FFFFFF"/>
              </a:buClr>
              <a:buSzPts val="1600"/>
              <a:buChar char="﹣"/>
              <a:defRPr>
                <a:solidFill>
                  <a:srgbClr val="FFFFFF"/>
                </a:solidFill>
              </a:defRPr>
            </a:lvl8pPr>
            <a:lvl9pPr indent="-330200" lvl="8" marL="4114800" rtl="0">
              <a:spcBef>
                <a:spcPts val="0"/>
              </a:spcBef>
              <a:spcAft>
                <a:spcPts val="0"/>
              </a:spcAft>
              <a:buClr>
                <a:srgbClr val="FFFFFF"/>
              </a:buClr>
              <a:buSzPts val="1600"/>
              <a:buChar char="﹣"/>
              <a:defRPr>
                <a:solidFill>
                  <a:srgbClr val="FFFFFF"/>
                </a:solidFill>
              </a:defRPr>
            </a:lvl9pPr>
          </a:lstStyle>
          <a:p/>
        </p:txBody>
      </p:sp>
      <p:sp>
        <p:nvSpPr>
          <p:cNvPr id="108" name="Google Shape;108;p14"/>
          <p:cNvSpPr txBox="1"/>
          <p:nvPr>
            <p:ph idx="12" type="sldNum"/>
          </p:nvPr>
        </p:nvSpPr>
        <p:spPr>
          <a:xfrm>
            <a:off x="360650" y="4880150"/>
            <a:ext cx="3667800" cy="269700"/>
          </a:xfrm>
          <a:prstGeom prst="rect">
            <a:avLst/>
          </a:prstGeom>
          <a:noFill/>
          <a:ln>
            <a:noFill/>
          </a:ln>
        </p:spPr>
        <p:txBody>
          <a:bodyPr anchorCtr="0" anchor="t" bIns="0" lIns="0" spcFirstLastPara="1" rIns="0" wrap="square" tIns="0">
            <a:noAutofit/>
          </a:bodyPr>
          <a:lstStyle>
            <a:lvl1pPr lvl="0" rtl="0" algn="l">
              <a:buNone/>
              <a:defRPr sz="800">
                <a:solidFill>
                  <a:schemeClr val="dk1"/>
                </a:solidFill>
                <a:latin typeface="Public Sans"/>
                <a:ea typeface="Public Sans"/>
                <a:cs typeface="Public Sans"/>
                <a:sym typeface="Public Sans"/>
              </a:defRPr>
            </a:lvl1pPr>
            <a:lvl2pPr lvl="1" rtl="0" algn="l">
              <a:buNone/>
              <a:defRPr sz="800">
                <a:solidFill>
                  <a:schemeClr val="dk1"/>
                </a:solidFill>
                <a:latin typeface="Public Sans"/>
                <a:ea typeface="Public Sans"/>
                <a:cs typeface="Public Sans"/>
                <a:sym typeface="Public Sans"/>
              </a:defRPr>
            </a:lvl2pPr>
            <a:lvl3pPr lvl="2" rtl="0" algn="l">
              <a:buNone/>
              <a:defRPr sz="800">
                <a:solidFill>
                  <a:schemeClr val="dk1"/>
                </a:solidFill>
                <a:latin typeface="Public Sans"/>
                <a:ea typeface="Public Sans"/>
                <a:cs typeface="Public Sans"/>
                <a:sym typeface="Public Sans"/>
              </a:defRPr>
            </a:lvl3pPr>
            <a:lvl4pPr lvl="3" rtl="0" algn="l">
              <a:buNone/>
              <a:defRPr sz="800">
                <a:solidFill>
                  <a:schemeClr val="dk1"/>
                </a:solidFill>
                <a:latin typeface="Public Sans"/>
                <a:ea typeface="Public Sans"/>
                <a:cs typeface="Public Sans"/>
                <a:sym typeface="Public Sans"/>
              </a:defRPr>
            </a:lvl4pPr>
            <a:lvl5pPr lvl="4" rtl="0" algn="l">
              <a:buNone/>
              <a:defRPr sz="800">
                <a:solidFill>
                  <a:schemeClr val="dk1"/>
                </a:solidFill>
                <a:latin typeface="Public Sans"/>
                <a:ea typeface="Public Sans"/>
                <a:cs typeface="Public Sans"/>
                <a:sym typeface="Public Sans"/>
              </a:defRPr>
            </a:lvl5pPr>
            <a:lvl6pPr lvl="5" rtl="0" algn="l">
              <a:buNone/>
              <a:defRPr sz="800">
                <a:solidFill>
                  <a:schemeClr val="dk1"/>
                </a:solidFill>
                <a:latin typeface="Public Sans"/>
                <a:ea typeface="Public Sans"/>
                <a:cs typeface="Public Sans"/>
                <a:sym typeface="Public Sans"/>
              </a:defRPr>
            </a:lvl6pPr>
            <a:lvl7pPr lvl="6" rtl="0" algn="l">
              <a:buNone/>
              <a:defRPr sz="800">
                <a:solidFill>
                  <a:schemeClr val="dk1"/>
                </a:solidFill>
                <a:latin typeface="Public Sans"/>
                <a:ea typeface="Public Sans"/>
                <a:cs typeface="Public Sans"/>
                <a:sym typeface="Public Sans"/>
              </a:defRPr>
            </a:lvl7pPr>
            <a:lvl8pPr lvl="7" rtl="0" algn="l">
              <a:buNone/>
              <a:defRPr sz="800">
                <a:solidFill>
                  <a:schemeClr val="dk1"/>
                </a:solidFill>
                <a:latin typeface="Public Sans"/>
                <a:ea typeface="Public Sans"/>
                <a:cs typeface="Public Sans"/>
                <a:sym typeface="Public Sans"/>
              </a:defRPr>
            </a:lvl8pPr>
            <a:lvl9pPr lvl="8" rtl="0" algn="l">
              <a:buNone/>
              <a:defRPr sz="800">
                <a:solidFill>
                  <a:schemeClr val="dk1"/>
                </a:solidFill>
                <a:latin typeface="Public Sans"/>
                <a:ea typeface="Public Sans"/>
                <a:cs typeface="Public Sans"/>
                <a:sym typeface="Public Sans"/>
              </a:defRPr>
            </a:lvl9pPr>
          </a:lstStyle>
          <a:p>
            <a:pPr indent="0" lvl="0" marL="0" rtl="0" algn="l">
              <a:spcBef>
                <a:spcPts val="0"/>
              </a:spcBef>
              <a:spcAft>
                <a:spcPts val="0"/>
              </a:spcAft>
              <a:buNone/>
            </a:pPr>
            <a:r>
              <a:rPr lang="en"/>
              <a:t>Neo4j Inc. All rights reserved 2023	</a:t>
            </a:r>
            <a:endParaRPr/>
          </a:p>
        </p:txBody>
      </p:sp>
      <p:sp>
        <p:nvSpPr>
          <p:cNvPr id="109" name="Google Shape;109;p14"/>
          <p:cNvSpPr txBox="1"/>
          <p:nvPr>
            <p:ph idx="3" type="sldNum"/>
          </p:nvPr>
        </p:nvSpPr>
        <p:spPr>
          <a:xfrm>
            <a:off x="0" y="4880150"/>
            <a:ext cx="265200" cy="269700"/>
          </a:xfrm>
          <a:prstGeom prst="rect">
            <a:avLst/>
          </a:prstGeom>
          <a:noFill/>
          <a:ln>
            <a:noFill/>
          </a:ln>
        </p:spPr>
        <p:txBody>
          <a:bodyPr anchorCtr="0" anchor="t" bIns="0" lIns="0" spcFirstLastPara="1" rIns="0" wrap="square" tIns="0">
            <a:noAutofit/>
          </a:bodyPr>
          <a:lstStyle>
            <a:lvl1pPr lvl="0" rtl="0" algn="r">
              <a:buNone/>
              <a:defRPr sz="800">
                <a:solidFill>
                  <a:schemeClr val="dk1"/>
                </a:solidFill>
                <a:latin typeface="Public Sans"/>
                <a:ea typeface="Public Sans"/>
                <a:cs typeface="Public Sans"/>
                <a:sym typeface="Public Sans"/>
              </a:defRPr>
            </a:lvl1pPr>
            <a:lvl2pPr lvl="1" rtl="0" algn="r">
              <a:buNone/>
              <a:defRPr sz="800">
                <a:solidFill>
                  <a:schemeClr val="dk1"/>
                </a:solidFill>
                <a:latin typeface="Public Sans"/>
                <a:ea typeface="Public Sans"/>
                <a:cs typeface="Public Sans"/>
                <a:sym typeface="Public Sans"/>
              </a:defRPr>
            </a:lvl2pPr>
            <a:lvl3pPr lvl="2" rtl="0" algn="r">
              <a:buNone/>
              <a:defRPr sz="800">
                <a:solidFill>
                  <a:schemeClr val="dk1"/>
                </a:solidFill>
                <a:latin typeface="Public Sans"/>
                <a:ea typeface="Public Sans"/>
                <a:cs typeface="Public Sans"/>
                <a:sym typeface="Public Sans"/>
              </a:defRPr>
            </a:lvl3pPr>
            <a:lvl4pPr lvl="3" rtl="0" algn="r">
              <a:buNone/>
              <a:defRPr sz="800">
                <a:solidFill>
                  <a:schemeClr val="dk1"/>
                </a:solidFill>
                <a:latin typeface="Public Sans"/>
                <a:ea typeface="Public Sans"/>
                <a:cs typeface="Public Sans"/>
                <a:sym typeface="Public Sans"/>
              </a:defRPr>
            </a:lvl4pPr>
            <a:lvl5pPr lvl="4" rtl="0" algn="r">
              <a:buNone/>
              <a:defRPr sz="800">
                <a:solidFill>
                  <a:schemeClr val="dk1"/>
                </a:solidFill>
                <a:latin typeface="Public Sans"/>
                <a:ea typeface="Public Sans"/>
                <a:cs typeface="Public Sans"/>
                <a:sym typeface="Public Sans"/>
              </a:defRPr>
            </a:lvl5pPr>
            <a:lvl6pPr lvl="5" rtl="0" algn="r">
              <a:buNone/>
              <a:defRPr sz="800">
                <a:solidFill>
                  <a:schemeClr val="dk1"/>
                </a:solidFill>
                <a:latin typeface="Public Sans"/>
                <a:ea typeface="Public Sans"/>
                <a:cs typeface="Public Sans"/>
                <a:sym typeface="Public Sans"/>
              </a:defRPr>
            </a:lvl6pPr>
            <a:lvl7pPr lvl="6" rtl="0" algn="r">
              <a:buNone/>
              <a:defRPr sz="800">
                <a:solidFill>
                  <a:schemeClr val="dk1"/>
                </a:solidFill>
                <a:latin typeface="Public Sans"/>
                <a:ea typeface="Public Sans"/>
                <a:cs typeface="Public Sans"/>
                <a:sym typeface="Public Sans"/>
              </a:defRPr>
            </a:lvl7pPr>
            <a:lvl8pPr lvl="7" rtl="0" algn="r">
              <a:buNone/>
              <a:defRPr sz="800">
                <a:solidFill>
                  <a:schemeClr val="dk1"/>
                </a:solidFill>
                <a:latin typeface="Public Sans"/>
                <a:ea typeface="Public Sans"/>
                <a:cs typeface="Public Sans"/>
                <a:sym typeface="Public Sans"/>
              </a:defRPr>
            </a:lvl8pPr>
            <a:lvl9pPr lvl="8" rtl="0" algn="r">
              <a:buNone/>
              <a:defRPr sz="800">
                <a:solidFill>
                  <a:schemeClr val="dk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110" name="Google Shape;110;p14"/>
          <p:cNvSpPr txBox="1"/>
          <p:nvPr>
            <p:ph idx="4" type="body"/>
          </p:nvPr>
        </p:nvSpPr>
        <p:spPr>
          <a:xfrm>
            <a:off x="3291775" y="1188725"/>
            <a:ext cx="2377500" cy="3430800"/>
          </a:xfrm>
          <a:prstGeom prst="rect">
            <a:avLst/>
          </a:prstGeom>
        </p:spPr>
        <p:txBody>
          <a:bodyPr anchorCtr="0" anchor="t" bIns="0" lIns="0" spcFirstLastPara="1" rIns="0" wrap="square" tIns="0">
            <a:noAutofit/>
          </a:bodyPr>
          <a:lstStyle>
            <a:lvl1pPr indent="-330200" lvl="0" marL="457200" rtl="0">
              <a:spcBef>
                <a:spcPts val="0"/>
              </a:spcBef>
              <a:spcAft>
                <a:spcPts val="0"/>
              </a:spcAft>
              <a:buClr>
                <a:srgbClr val="FFFFFF"/>
              </a:buClr>
              <a:buSzPts val="1600"/>
              <a:buChar char="●"/>
              <a:defRPr>
                <a:solidFill>
                  <a:srgbClr val="FFFFFF"/>
                </a:solidFill>
              </a:defRPr>
            </a:lvl1pPr>
            <a:lvl2pPr indent="-330200" lvl="1" marL="914400" rtl="0">
              <a:spcBef>
                <a:spcPts val="0"/>
              </a:spcBef>
              <a:spcAft>
                <a:spcPts val="0"/>
              </a:spcAft>
              <a:buClr>
                <a:srgbClr val="FFFFFF"/>
              </a:buClr>
              <a:buSzPts val="1600"/>
              <a:buChar char="﹣"/>
              <a:defRPr>
                <a:solidFill>
                  <a:srgbClr val="FFFFFF"/>
                </a:solidFill>
              </a:defRPr>
            </a:lvl2pPr>
            <a:lvl3pPr indent="-330200" lvl="2" marL="1371600" rtl="0">
              <a:spcBef>
                <a:spcPts val="0"/>
              </a:spcBef>
              <a:spcAft>
                <a:spcPts val="0"/>
              </a:spcAft>
              <a:buClr>
                <a:srgbClr val="FFFFFF"/>
              </a:buClr>
              <a:buSzPts val="1600"/>
              <a:buChar char="﹣"/>
              <a:defRPr>
                <a:solidFill>
                  <a:srgbClr val="FFFFFF"/>
                </a:solidFill>
              </a:defRPr>
            </a:lvl3pPr>
            <a:lvl4pPr indent="-330200" lvl="3" marL="1828800" rtl="0">
              <a:spcBef>
                <a:spcPts val="0"/>
              </a:spcBef>
              <a:spcAft>
                <a:spcPts val="0"/>
              </a:spcAft>
              <a:buClr>
                <a:srgbClr val="FFFFFF"/>
              </a:buClr>
              <a:buSzPts val="1600"/>
              <a:buChar char="﹣"/>
              <a:defRPr>
                <a:solidFill>
                  <a:srgbClr val="FFFFFF"/>
                </a:solidFill>
              </a:defRPr>
            </a:lvl4pPr>
            <a:lvl5pPr indent="-330200" lvl="4" marL="2286000" rtl="0">
              <a:spcBef>
                <a:spcPts val="0"/>
              </a:spcBef>
              <a:spcAft>
                <a:spcPts val="0"/>
              </a:spcAft>
              <a:buClr>
                <a:srgbClr val="FFFFFF"/>
              </a:buClr>
              <a:buSzPts val="1600"/>
              <a:buChar char="﹣"/>
              <a:defRPr>
                <a:solidFill>
                  <a:srgbClr val="FFFFFF"/>
                </a:solidFill>
              </a:defRPr>
            </a:lvl5pPr>
            <a:lvl6pPr indent="-330200" lvl="5" marL="2743200" rtl="0">
              <a:spcBef>
                <a:spcPts val="0"/>
              </a:spcBef>
              <a:spcAft>
                <a:spcPts val="0"/>
              </a:spcAft>
              <a:buClr>
                <a:srgbClr val="FFFFFF"/>
              </a:buClr>
              <a:buSzPts val="1600"/>
              <a:buChar char="﹣"/>
              <a:defRPr>
                <a:solidFill>
                  <a:srgbClr val="FFFFFF"/>
                </a:solidFill>
              </a:defRPr>
            </a:lvl6pPr>
            <a:lvl7pPr indent="-330200" lvl="6" marL="3200400" rtl="0">
              <a:spcBef>
                <a:spcPts val="0"/>
              </a:spcBef>
              <a:spcAft>
                <a:spcPts val="0"/>
              </a:spcAft>
              <a:buClr>
                <a:srgbClr val="FFFFFF"/>
              </a:buClr>
              <a:buSzPts val="1600"/>
              <a:buChar char="﹣"/>
              <a:defRPr>
                <a:solidFill>
                  <a:srgbClr val="FFFFFF"/>
                </a:solidFill>
              </a:defRPr>
            </a:lvl7pPr>
            <a:lvl8pPr indent="-330200" lvl="7" marL="3657600" rtl="0">
              <a:spcBef>
                <a:spcPts val="0"/>
              </a:spcBef>
              <a:spcAft>
                <a:spcPts val="0"/>
              </a:spcAft>
              <a:buClr>
                <a:srgbClr val="FFFFFF"/>
              </a:buClr>
              <a:buSzPts val="1600"/>
              <a:buChar char="﹣"/>
              <a:defRPr>
                <a:solidFill>
                  <a:srgbClr val="FFFFFF"/>
                </a:solidFill>
              </a:defRPr>
            </a:lvl8pPr>
            <a:lvl9pPr indent="-330200" lvl="8" marL="4114800" rtl="0">
              <a:spcBef>
                <a:spcPts val="0"/>
              </a:spcBef>
              <a:spcAft>
                <a:spcPts val="0"/>
              </a:spcAft>
              <a:buClr>
                <a:srgbClr val="FFFFFF"/>
              </a:buClr>
              <a:buSzPts val="1600"/>
              <a:buChar char="﹣"/>
              <a:defRPr>
                <a:solidFill>
                  <a:srgbClr val="FFFFFF"/>
                </a:solidFill>
              </a:defRPr>
            </a:lvl9pPr>
          </a:lstStyle>
          <a:p/>
        </p:txBody>
      </p:sp>
    </p:spTree>
  </p:cSld>
  <p:clrMapOvr>
    <a:masterClrMapping/>
  </p:clrMapOvr>
  <p:extLst>
    <p:ext uri="{DCECCB84-F9BA-43D5-87BE-67443E8EF086}">
      <p15:sldGuideLst>
        <p15:guide id="1" pos="1728">
          <p15:clr>
            <a:srgbClr val="E46962"/>
          </p15:clr>
        </p15:guide>
        <p15:guide id="2" orient="horz" pos="749">
          <p15:clr>
            <a:srgbClr val="E46962"/>
          </p15:clr>
        </p15:guide>
        <p15:guide id="3" pos="2074">
          <p15:clr>
            <a:srgbClr val="E46962"/>
          </p15:clr>
        </p15:guide>
        <p15:guide id="4" pos="3571">
          <p15:clr>
            <a:srgbClr val="E46962"/>
          </p15:clr>
        </p15:guide>
        <p15:guide id="5" pos="3917">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ple one col bright">
  <p:cSld name="TITLE_AND_BODY_1">
    <p:bg>
      <p:bgPr>
        <a:solidFill>
          <a:srgbClr val="FFFFFF"/>
        </a:solidFill>
      </p:bgPr>
    </p:bg>
    <p:spTree>
      <p:nvGrpSpPr>
        <p:cNvPr id="111" name="Shape 111"/>
        <p:cNvGrpSpPr/>
        <p:nvPr/>
      </p:nvGrpSpPr>
      <p:grpSpPr>
        <a:xfrm>
          <a:off x="0" y="0"/>
          <a:ext cx="0" cy="0"/>
          <a:chOff x="0" y="0"/>
          <a:chExt cx="0" cy="0"/>
        </a:xfrm>
      </p:grpSpPr>
      <p:sp>
        <p:nvSpPr>
          <p:cNvPr id="112" name="Google Shape;112;p15"/>
          <p:cNvSpPr txBox="1"/>
          <p:nvPr>
            <p:ph type="title"/>
          </p:nvPr>
        </p:nvSpPr>
        <p:spPr>
          <a:xfrm>
            <a:off x="365750" y="274325"/>
            <a:ext cx="8412600" cy="5487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2800"/>
              <a:buFont typeface="Public Sans SemiBold"/>
              <a:buNone/>
              <a:defRPr b="0">
                <a:solidFill>
                  <a:schemeClr val="dk1"/>
                </a:solidFill>
                <a:latin typeface="Public Sans SemiBold"/>
                <a:ea typeface="Public Sans SemiBold"/>
                <a:cs typeface="Public Sans SemiBold"/>
                <a:sym typeface="Public Sans Semi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3" name="Google Shape;113;p15"/>
          <p:cNvSpPr txBox="1"/>
          <p:nvPr>
            <p:ph idx="1" type="body"/>
          </p:nvPr>
        </p:nvSpPr>
        <p:spPr>
          <a:xfrm>
            <a:off x="365750" y="1188725"/>
            <a:ext cx="8046600" cy="3430800"/>
          </a:xfrm>
          <a:prstGeom prst="rect">
            <a:avLst/>
          </a:prstGeom>
        </p:spPr>
        <p:txBody>
          <a:bodyPr anchorCtr="0" anchor="t" bIns="0" lIns="0" spcFirstLastPara="1" rIns="0" wrap="square" tIns="0">
            <a:noAutofit/>
          </a:bodyPr>
          <a:lstStyle>
            <a:lvl1pPr indent="-330200" lvl="0" marL="457200" rtl="0">
              <a:spcBef>
                <a:spcPts val="0"/>
              </a:spcBef>
              <a:spcAft>
                <a:spcPts val="0"/>
              </a:spcAft>
              <a:buSzPts val="1600"/>
              <a:buChar char="●"/>
              <a:defRPr/>
            </a:lvl1pPr>
            <a:lvl2pPr indent="-330200" lvl="1" marL="914400" rtl="0">
              <a:spcBef>
                <a:spcPts val="0"/>
              </a:spcBef>
              <a:spcAft>
                <a:spcPts val="0"/>
              </a:spcAft>
              <a:buSzPts val="1600"/>
              <a:buChar char="﹣"/>
              <a:defRPr/>
            </a:lvl2pPr>
            <a:lvl3pPr indent="-330200" lvl="2" marL="1371600" rtl="0">
              <a:spcBef>
                <a:spcPts val="0"/>
              </a:spcBef>
              <a:spcAft>
                <a:spcPts val="0"/>
              </a:spcAft>
              <a:buSzPts val="1600"/>
              <a:buChar char="﹣"/>
              <a:defRPr/>
            </a:lvl3pPr>
            <a:lvl4pPr indent="-330200" lvl="3" marL="1828800" rtl="0">
              <a:spcBef>
                <a:spcPts val="0"/>
              </a:spcBef>
              <a:spcAft>
                <a:spcPts val="0"/>
              </a:spcAft>
              <a:buSzPts val="1600"/>
              <a:buChar char="﹣"/>
              <a:defRPr/>
            </a:lvl4pPr>
            <a:lvl5pPr indent="-330200" lvl="4" marL="2286000" rtl="0">
              <a:spcBef>
                <a:spcPts val="0"/>
              </a:spcBef>
              <a:spcAft>
                <a:spcPts val="0"/>
              </a:spcAft>
              <a:buSzPts val="1600"/>
              <a:buChar char="﹣"/>
              <a:defRPr/>
            </a:lvl5pPr>
            <a:lvl6pPr indent="-330200" lvl="5" marL="2743200" rtl="0">
              <a:spcBef>
                <a:spcPts val="0"/>
              </a:spcBef>
              <a:spcAft>
                <a:spcPts val="0"/>
              </a:spcAft>
              <a:buSzPts val="1600"/>
              <a:buChar char="﹣"/>
              <a:defRPr/>
            </a:lvl6pPr>
            <a:lvl7pPr indent="-330200" lvl="6" marL="3200400" rtl="0">
              <a:spcBef>
                <a:spcPts val="0"/>
              </a:spcBef>
              <a:spcAft>
                <a:spcPts val="0"/>
              </a:spcAft>
              <a:buSzPts val="1600"/>
              <a:buChar char="﹣"/>
              <a:defRPr/>
            </a:lvl7pPr>
            <a:lvl8pPr indent="-330200" lvl="7" marL="3657600" rtl="0">
              <a:spcBef>
                <a:spcPts val="0"/>
              </a:spcBef>
              <a:spcAft>
                <a:spcPts val="0"/>
              </a:spcAft>
              <a:buSzPts val="1600"/>
              <a:buChar char="﹣"/>
              <a:defRPr/>
            </a:lvl8pPr>
            <a:lvl9pPr indent="-330200" lvl="8" marL="4114800" rtl="0">
              <a:spcBef>
                <a:spcPts val="0"/>
              </a:spcBef>
              <a:spcAft>
                <a:spcPts val="0"/>
              </a:spcAft>
              <a:buSzPts val="1600"/>
              <a:buChar char="﹣"/>
              <a:defRPr/>
            </a:lvl9pPr>
          </a:lstStyle>
          <a:p/>
        </p:txBody>
      </p:sp>
      <p:sp>
        <p:nvSpPr>
          <p:cNvPr id="114" name="Google Shape;114;p15"/>
          <p:cNvSpPr txBox="1"/>
          <p:nvPr>
            <p:ph idx="12" type="sldNum"/>
          </p:nvPr>
        </p:nvSpPr>
        <p:spPr>
          <a:xfrm>
            <a:off x="360650" y="4880150"/>
            <a:ext cx="3667800" cy="269700"/>
          </a:xfrm>
          <a:prstGeom prst="rect">
            <a:avLst/>
          </a:prstGeom>
          <a:noFill/>
          <a:ln>
            <a:noFill/>
          </a:ln>
        </p:spPr>
        <p:txBody>
          <a:bodyPr anchorCtr="0" anchor="t" bIns="0" lIns="0" spcFirstLastPara="1" rIns="0" wrap="square" tIns="0">
            <a:noAutofit/>
          </a:bodyPr>
          <a:lstStyle>
            <a:lvl1pPr lvl="0" rtl="0" algn="l">
              <a:buNone/>
              <a:defRPr sz="800">
                <a:solidFill>
                  <a:schemeClr val="dk1"/>
                </a:solidFill>
                <a:latin typeface="Public Sans"/>
                <a:ea typeface="Public Sans"/>
                <a:cs typeface="Public Sans"/>
                <a:sym typeface="Public Sans"/>
              </a:defRPr>
            </a:lvl1pPr>
            <a:lvl2pPr lvl="1" rtl="0" algn="l">
              <a:buNone/>
              <a:defRPr sz="800">
                <a:solidFill>
                  <a:schemeClr val="dk1"/>
                </a:solidFill>
                <a:latin typeface="Public Sans"/>
                <a:ea typeface="Public Sans"/>
                <a:cs typeface="Public Sans"/>
                <a:sym typeface="Public Sans"/>
              </a:defRPr>
            </a:lvl2pPr>
            <a:lvl3pPr lvl="2" rtl="0" algn="l">
              <a:buNone/>
              <a:defRPr sz="800">
                <a:solidFill>
                  <a:schemeClr val="dk1"/>
                </a:solidFill>
                <a:latin typeface="Public Sans"/>
                <a:ea typeface="Public Sans"/>
                <a:cs typeface="Public Sans"/>
                <a:sym typeface="Public Sans"/>
              </a:defRPr>
            </a:lvl3pPr>
            <a:lvl4pPr lvl="3" rtl="0" algn="l">
              <a:buNone/>
              <a:defRPr sz="800">
                <a:solidFill>
                  <a:schemeClr val="dk1"/>
                </a:solidFill>
                <a:latin typeface="Public Sans"/>
                <a:ea typeface="Public Sans"/>
                <a:cs typeface="Public Sans"/>
                <a:sym typeface="Public Sans"/>
              </a:defRPr>
            </a:lvl4pPr>
            <a:lvl5pPr lvl="4" rtl="0" algn="l">
              <a:buNone/>
              <a:defRPr sz="800">
                <a:solidFill>
                  <a:schemeClr val="dk1"/>
                </a:solidFill>
                <a:latin typeface="Public Sans"/>
                <a:ea typeface="Public Sans"/>
                <a:cs typeface="Public Sans"/>
                <a:sym typeface="Public Sans"/>
              </a:defRPr>
            </a:lvl5pPr>
            <a:lvl6pPr lvl="5" rtl="0" algn="l">
              <a:buNone/>
              <a:defRPr sz="800">
                <a:solidFill>
                  <a:schemeClr val="dk1"/>
                </a:solidFill>
                <a:latin typeface="Public Sans"/>
                <a:ea typeface="Public Sans"/>
                <a:cs typeface="Public Sans"/>
                <a:sym typeface="Public Sans"/>
              </a:defRPr>
            </a:lvl6pPr>
            <a:lvl7pPr lvl="6" rtl="0" algn="l">
              <a:buNone/>
              <a:defRPr sz="800">
                <a:solidFill>
                  <a:schemeClr val="dk1"/>
                </a:solidFill>
                <a:latin typeface="Public Sans"/>
                <a:ea typeface="Public Sans"/>
                <a:cs typeface="Public Sans"/>
                <a:sym typeface="Public Sans"/>
              </a:defRPr>
            </a:lvl7pPr>
            <a:lvl8pPr lvl="7" rtl="0" algn="l">
              <a:buNone/>
              <a:defRPr sz="800">
                <a:solidFill>
                  <a:schemeClr val="dk1"/>
                </a:solidFill>
                <a:latin typeface="Public Sans"/>
                <a:ea typeface="Public Sans"/>
                <a:cs typeface="Public Sans"/>
                <a:sym typeface="Public Sans"/>
              </a:defRPr>
            </a:lvl8pPr>
            <a:lvl9pPr lvl="8" rtl="0" algn="l">
              <a:buNone/>
              <a:defRPr sz="800">
                <a:solidFill>
                  <a:schemeClr val="dk1"/>
                </a:solidFill>
                <a:latin typeface="Public Sans"/>
                <a:ea typeface="Public Sans"/>
                <a:cs typeface="Public Sans"/>
                <a:sym typeface="Public Sans"/>
              </a:defRPr>
            </a:lvl9pPr>
          </a:lstStyle>
          <a:p>
            <a:pPr indent="0" lvl="0" marL="0" rtl="0" algn="l">
              <a:spcBef>
                <a:spcPts val="0"/>
              </a:spcBef>
              <a:spcAft>
                <a:spcPts val="0"/>
              </a:spcAft>
              <a:buNone/>
            </a:pPr>
            <a:r>
              <a:rPr lang="en"/>
              <a:t>Neo4j Inc. All rights reserved 2023	</a:t>
            </a:r>
            <a:endParaRPr/>
          </a:p>
        </p:txBody>
      </p:sp>
      <p:sp>
        <p:nvSpPr>
          <p:cNvPr id="115" name="Google Shape;115;p15"/>
          <p:cNvSpPr txBox="1"/>
          <p:nvPr>
            <p:ph idx="2" type="sldNum"/>
          </p:nvPr>
        </p:nvSpPr>
        <p:spPr>
          <a:xfrm>
            <a:off x="0" y="4880150"/>
            <a:ext cx="265200" cy="269700"/>
          </a:xfrm>
          <a:prstGeom prst="rect">
            <a:avLst/>
          </a:prstGeom>
          <a:noFill/>
          <a:ln>
            <a:noFill/>
          </a:ln>
        </p:spPr>
        <p:txBody>
          <a:bodyPr anchorCtr="0" anchor="t" bIns="0" lIns="0" spcFirstLastPara="1" rIns="0" wrap="square" tIns="0">
            <a:noAutofit/>
          </a:bodyPr>
          <a:lstStyle>
            <a:lvl1pPr lvl="0" rtl="0" algn="r">
              <a:buNone/>
              <a:defRPr sz="800">
                <a:solidFill>
                  <a:schemeClr val="dk1"/>
                </a:solidFill>
                <a:latin typeface="Public Sans"/>
                <a:ea typeface="Public Sans"/>
                <a:cs typeface="Public Sans"/>
                <a:sym typeface="Public Sans"/>
              </a:defRPr>
            </a:lvl1pPr>
            <a:lvl2pPr lvl="1" rtl="0" algn="r">
              <a:buNone/>
              <a:defRPr sz="800">
                <a:solidFill>
                  <a:schemeClr val="dk1"/>
                </a:solidFill>
                <a:latin typeface="Public Sans"/>
                <a:ea typeface="Public Sans"/>
                <a:cs typeface="Public Sans"/>
                <a:sym typeface="Public Sans"/>
              </a:defRPr>
            </a:lvl2pPr>
            <a:lvl3pPr lvl="2" rtl="0" algn="r">
              <a:buNone/>
              <a:defRPr sz="800">
                <a:solidFill>
                  <a:schemeClr val="dk1"/>
                </a:solidFill>
                <a:latin typeface="Public Sans"/>
                <a:ea typeface="Public Sans"/>
                <a:cs typeface="Public Sans"/>
                <a:sym typeface="Public Sans"/>
              </a:defRPr>
            </a:lvl3pPr>
            <a:lvl4pPr lvl="3" rtl="0" algn="r">
              <a:buNone/>
              <a:defRPr sz="800">
                <a:solidFill>
                  <a:schemeClr val="dk1"/>
                </a:solidFill>
                <a:latin typeface="Public Sans"/>
                <a:ea typeface="Public Sans"/>
                <a:cs typeface="Public Sans"/>
                <a:sym typeface="Public Sans"/>
              </a:defRPr>
            </a:lvl4pPr>
            <a:lvl5pPr lvl="4" rtl="0" algn="r">
              <a:buNone/>
              <a:defRPr sz="800">
                <a:solidFill>
                  <a:schemeClr val="dk1"/>
                </a:solidFill>
                <a:latin typeface="Public Sans"/>
                <a:ea typeface="Public Sans"/>
                <a:cs typeface="Public Sans"/>
                <a:sym typeface="Public Sans"/>
              </a:defRPr>
            </a:lvl5pPr>
            <a:lvl6pPr lvl="5" rtl="0" algn="r">
              <a:buNone/>
              <a:defRPr sz="800">
                <a:solidFill>
                  <a:schemeClr val="dk1"/>
                </a:solidFill>
                <a:latin typeface="Public Sans"/>
                <a:ea typeface="Public Sans"/>
                <a:cs typeface="Public Sans"/>
                <a:sym typeface="Public Sans"/>
              </a:defRPr>
            </a:lvl6pPr>
            <a:lvl7pPr lvl="6" rtl="0" algn="r">
              <a:buNone/>
              <a:defRPr sz="800">
                <a:solidFill>
                  <a:schemeClr val="dk1"/>
                </a:solidFill>
                <a:latin typeface="Public Sans"/>
                <a:ea typeface="Public Sans"/>
                <a:cs typeface="Public Sans"/>
                <a:sym typeface="Public Sans"/>
              </a:defRPr>
            </a:lvl7pPr>
            <a:lvl8pPr lvl="7" rtl="0" algn="r">
              <a:buNone/>
              <a:defRPr sz="800">
                <a:solidFill>
                  <a:schemeClr val="dk1"/>
                </a:solidFill>
                <a:latin typeface="Public Sans"/>
                <a:ea typeface="Public Sans"/>
                <a:cs typeface="Public Sans"/>
                <a:sym typeface="Public Sans"/>
              </a:defRPr>
            </a:lvl8pPr>
            <a:lvl9pPr lvl="8" rtl="0" algn="r">
              <a:buNone/>
              <a:defRPr sz="800">
                <a:solidFill>
                  <a:schemeClr val="dk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749">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ple one col bright deco">
  <p:cSld name="TITLE_AND_BODY_1_2">
    <p:bg>
      <p:bgPr>
        <a:solidFill>
          <a:srgbClr val="FFFFFF"/>
        </a:solidFill>
      </p:bgPr>
    </p:bg>
    <p:spTree>
      <p:nvGrpSpPr>
        <p:cNvPr id="116" name="Shape 116"/>
        <p:cNvGrpSpPr/>
        <p:nvPr/>
      </p:nvGrpSpPr>
      <p:grpSpPr>
        <a:xfrm>
          <a:off x="0" y="0"/>
          <a:ext cx="0" cy="0"/>
          <a:chOff x="0" y="0"/>
          <a:chExt cx="0" cy="0"/>
        </a:xfrm>
      </p:grpSpPr>
      <p:sp>
        <p:nvSpPr>
          <p:cNvPr id="117" name="Google Shape;117;p16"/>
          <p:cNvSpPr/>
          <p:nvPr/>
        </p:nvSpPr>
        <p:spPr>
          <a:xfrm rot="1793545">
            <a:off x="4426827" y="-1288239"/>
            <a:ext cx="7544827" cy="2750779"/>
          </a:xfrm>
          <a:custGeom>
            <a:rect b="b" l="l" r="r" t="t"/>
            <a:pathLst>
              <a:path extrusionOk="0" h="3573" w="9800">
                <a:moveTo>
                  <a:pt x="1786" y="0"/>
                </a:moveTo>
                <a:cubicBezTo>
                  <a:pt x="1477" y="0"/>
                  <a:pt x="1179" y="84"/>
                  <a:pt x="893" y="239"/>
                </a:cubicBezTo>
                <a:cubicBezTo>
                  <a:pt x="632" y="393"/>
                  <a:pt x="405" y="620"/>
                  <a:pt x="239" y="893"/>
                </a:cubicBezTo>
                <a:cubicBezTo>
                  <a:pt x="96" y="1167"/>
                  <a:pt x="0" y="1465"/>
                  <a:pt x="0" y="1786"/>
                </a:cubicBezTo>
                <a:cubicBezTo>
                  <a:pt x="0" y="2108"/>
                  <a:pt x="84" y="2405"/>
                  <a:pt x="239" y="2679"/>
                </a:cubicBezTo>
                <a:cubicBezTo>
                  <a:pt x="393" y="2953"/>
                  <a:pt x="620" y="3179"/>
                  <a:pt x="893" y="3334"/>
                </a:cubicBezTo>
                <a:cubicBezTo>
                  <a:pt x="1167" y="3489"/>
                  <a:pt x="1465" y="3572"/>
                  <a:pt x="1786" y="3572"/>
                </a:cubicBezTo>
                <a:cubicBezTo>
                  <a:pt x="2108" y="3572"/>
                  <a:pt x="2406" y="3501"/>
                  <a:pt x="2679" y="3334"/>
                </a:cubicBezTo>
                <a:cubicBezTo>
                  <a:pt x="2846" y="3251"/>
                  <a:pt x="3013" y="3108"/>
                  <a:pt x="3132" y="2965"/>
                </a:cubicBezTo>
                <a:cubicBezTo>
                  <a:pt x="3674" y="2346"/>
                  <a:pt x="4281" y="2036"/>
                  <a:pt x="4888" y="2036"/>
                </a:cubicBezTo>
                <a:cubicBezTo>
                  <a:pt x="5495" y="2036"/>
                  <a:pt x="6102" y="2346"/>
                  <a:pt x="6644" y="2965"/>
                </a:cubicBezTo>
                <a:cubicBezTo>
                  <a:pt x="6775" y="3108"/>
                  <a:pt x="6930" y="3251"/>
                  <a:pt x="7109" y="3334"/>
                </a:cubicBezTo>
                <a:cubicBezTo>
                  <a:pt x="7370" y="3489"/>
                  <a:pt x="7668" y="3572"/>
                  <a:pt x="8001" y="3572"/>
                </a:cubicBezTo>
                <a:cubicBezTo>
                  <a:pt x="8311" y="3572"/>
                  <a:pt x="8609" y="3501"/>
                  <a:pt x="8894" y="3334"/>
                </a:cubicBezTo>
                <a:cubicBezTo>
                  <a:pt x="9156" y="3191"/>
                  <a:pt x="9383" y="2965"/>
                  <a:pt x="9549" y="2679"/>
                </a:cubicBezTo>
                <a:cubicBezTo>
                  <a:pt x="9692" y="2417"/>
                  <a:pt x="9787" y="2120"/>
                  <a:pt x="9787" y="1786"/>
                </a:cubicBezTo>
                <a:cubicBezTo>
                  <a:pt x="9799" y="1489"/>
                  <a:pt x="9728" y="1191"/>
                  <a:pt x="9561" y="917"/>
                </a:cubicBezTo>
                <a:cubicBezTo>
                  <a:pt x="9406" y="643"/>
                  <a:pt x="9192" y="417"/>
                  <a:pt x="8906" y="262"/>
                </a:cubicBezTo>
                <a:cubicBezTo>
                  <a:pt x="8644" y="108"/>
                  <a:pt x="8347" y="24"/>
                  <a:pt x="8013" y="24"/>
                </a:cubicBezTo>
                <a:cubicBezTo>
                  <a:pt x="7704" y="24"/>
                  <a:pt x="7406" y="96"/>
                  <a:pt x="7120" y="262"/>
                </a:cubicBezTo>
                <a:cubicBezTo>
                  <a:pt x="6954" y="358"/>
                  <a:pt x="6799" y="477"/>
                  <a:pt x="6656" y="631"/>
                </a:cubicBezTo>
                <a:cubicBezTo>
                  <a:pt x="6114" y="1251"/>
                  <a:pt x="5507" y="1560"/>
                  <a:pt x="4900" y="1560"/>
                </a:cubicBezTo>
                <a:cubicBezTo>
                  <a:pt x="4293" y="1560"/>
                  <a:pt x="3685" y="1251"/>
                  <a:pt x="3144" y="631"/>
                </a:cubicBezTo>
                <a:cubicBezTo>
                  <a:pt x="3013" y="477"/>
                  <a:pt x="2858" y="346"/>
                  <a:pt x="2679" y="239"/>
                </a:cubicBezTo>
                <a:cubicBezTo>
                  <a:pt x="2417" y="96"/>
                  <a:pt x="2120" y="0"/>
                  <a:pt x="178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6"/>
          <p:cNvSpPr/>
          <p:nvPr/>
        </p:nvSpPr>
        <p:spPr>
          <a:xfrm>
            <a:off x="8367100" y="-47700"/>
            <a:ext cx="1116000" cy="269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6"/>
          <p:cNvSpPr/>
          <p:nvPr/>
        </p:nvSpPr>
        <p:spPr>
          <a:xfrm rot="1793710">
            <a:off x="-4105351" y="3244235"/>
            <a:ext cx="7544837" cy="2750779"/>
          </a:xfrm>
          <a:custGeom>
            <a:rect b="b" l="l" r="r" t="t"/>
            <a:pathLst>
              <a:path extrusionOk="0" h="3573" w="9800">
                <a:moveTo>
                  <a:pt x="1786" y="0"/>
                </a:moveTo>
                <a:cubicBezTo>
                  <a:pt x="1477" y="0"/>
                  <a:pt x="1179" y="84"/>
                  <a:pt x="893" y="239"/>
                </a:cubicBezTo>
                <a:cubicBezTo>
                  <a:pt x="632" y="393"/>
                  <a:pt x="405" y="620"/>
                  <a:pt x="239" y="893"/>
                </a:cubicBezTo>
                <a:cubicBezTo>
                  <a:pt x="96" y="1167"/>
                  <a:pt x="0" y="1465"/>
                  <a:pt x="0" y="1786"/>
                </a:cubicBezTo>
                <a:cubicBezTo>
                  <a:pt x="0" y="2108"/>
                  <a:pt x="84" y="2405"/>
                  <a:pt x="239" y="2679"/>
                </a:cubicBezTo>
                <a:cubicBezTo>
                  <a:pt x="393" y="2953"/>
                  <a:pt x="620" y="3179"/>
                  <a:pt x="893" y="3334"/>
                </a:cubicBezTo>
                <a:cubicBezTo>
                  <a:pt x="1167" y="3489"/>
                  <a:pt x="1465" y="3572"/>
                  <a:pt x="1786" y="3572"/>
                </a:cubicBezTo>
                <a:cubicBezTo>
                  <a:pt x="2108" y="3572"/>
                  <a:pt x="2406" y="3501"/>
                  <a:pt x="2679" y="3334"/>
                </a:cubicBezTo>
                <a:cubicBezTo>
                  <a:pt x="2846" y="3251"/>
                  <a:pt x="3013" y="3108"/>
                  <a:pt x="3132" y="2965"/>
                </a:cubicBezTo>
                <a:cubicBezTo>
                  <a:pt x="3674" y="2346"/>
                  <a:pt x="4281" y="2036"/>
                  <a:pt x="4888" y="2036"/>
                </a:cubicBezTo>
                <a:cubicBezTo>
                  <a:pt x="5495" y="2036"/>
                  <a:pt x="6102" y="2346"/>
                  <a:pt x="6644" y="2965"/>
                </a:cubicBezTo>
                <a:cubicBezTo>
                  <a:pt x="6775" y="3108"/>
                  <a:pt x="6930" y="3251"/>
                  <a:pt x="7109" y="3334"/>
                </a:cubicBezTo>
                <a:cubicBezTo>
                  <a:pt x="7370" y="3489"/>
                  <a:pt x="7668" y="3572"/>
                  <a:pt x="8001" y="3572"/>
                </a:cubicBezTo>
                <a:cubicBezTo>
                  <a:pt x="8311" y="3572"/>
                  <a:pt x="8609" y="3501"/>
                  <a:pt x="8894" y="3334"/>
                </a:cubicBezTo>
                <a:cubicBezTo>
                  <a:pt x="9156" y="3191"/>
                  <a:pt x="9383" y="2965"/>
                  <a:pt x="9549" y="2679"/>
                </a:cubicBezTo>
                <a:cubicBezTo>
                  <a:pt x="9692" y="2417"/>
                  <a:pt x="9787" y="2120"/>
                  <a:pt x="9787" y="1786"/>
                </a:cubicBezTo>
                <a:cubicBezTo>
                  <a:pt x="9799" y="1489"/>
                  <a:pt x="9728" y="1191"/>
                  <a:pt x="9561" y="917"/>
                </a:cubicBezTo>
                <a:cubicBezTo>
                  <a:pt x="9406" y="643"/>
                  <a:pt x="9192" y="417"/>
                  <a:pt x="8906" y="262"/>
                </a:cubicBezTo>
                <a:cubicBezTo>
                  <a:pt x="8644" y="108"/>
                  <a:pt x="8347" y="24"/>
                  <a:pt x="8013" y="24"/>
                </a:cubicBezTo>
                <a:cubicBezTo>
                  <a:pt x="7704" y="24"/>
                  <a:pt x="7406" y="96"/>
                  <a:pt x="7120" y="262"/>
                </a:cubicBezTo>
                <a:cubicBezTo>
                  <a:pt x="6954" y="358"/>
                  <a:pt x="6799" y="477"/>
                  <a:pt x="6656" y="631"/>
                </a:cubicBezTo>
                <a:cubicBezTo>
                  <a:pt x="6114" y="1251"/>
                  <a:pt x="5507" y="1560"/>
                  <a:pt x="4900" y="1560"/>
                </a:cubicBezTo>
                <a:cubicBezTo>
                  <a:pt x="4293" y="1560"/>
                  <a:pt x="3685" y="1251"/>
                  <a:pt x="3144" y="631"/>
                </a:cubicBezTo>
                <a:cubicBezTo>
                  <a:pt x="3013" y="477"/>
                  <a:pt x="2858" y="346"/>
                  <a:pt x="2679" y="239"/>
                </a:cubicBezTo>
                <a:cubicBezTo>
                  <a:pt x="2417" y="96"/>
                  <a:pt x="2120" y="0"/>
                  <a:pt x="178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6"/>
          <p:cNvSpPr txBox="1"/>
          <p:nvPr>
            <p:ph type="title"/>
          </p:nvPr>
        </p:nvSpPr>
        <p:spPr>
          <a:xfrm>
            <a:off x="365750" y="274325"/>
            <a:ext cx="8412600" cy="5487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2800"/>
              <a:buFont typeface="Public Sans SemiBold"/>
              <a:buNone/>
              <a:defRPr b="0">
                <a:solidFill>
                  <a:schemeClr val="dk1"/>
                </a:solidFill>
                <a:latin typeface="Public Sans SemiBold"/>
                <a:ea typeface="Public Sans SemiBold"/>
                <a:cs typeface="Public Sans SemiBold"/>
                <a:sym typeface="Public Sans Semi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1" name="Google Shape;121;p16"/>
          <p:cNvSpPr txBox="1"/>
          <p:nvPr>
            <p:ph idx="1" type="body"/>
          </p:nvPr>
        </p:nvSpPr>
        <p:spPr>
          <a:xfrm>
            <a:off x="365750" y="1188725"/>
            <a:ext cx="8046600" cy="3430800"/>
          </a:xfrm>
          <a:prstGeom prst="rect">
            <a:avLst/>
          </a:prstGeom>
        </p:spPr>
        <p:txBody>
          <a:bodyPr anchorCtr="0" anchor="t" bIns="0" lIns="0" spcFirstLastPara="1" rIns="0" wrap="square" tIns="0">
            <a:noAutofit/>
          </a:bodyPr>
          <a:lstStyle>
            <a:lvl1pPr indent="-330200" lvl="0" marL="457200" rtl="0">
              <a:spcBef>
                <a:spcPts val="0"/>
              </a:spcBef>
              <a:spcAft>
                <a:spcPts val="0"/>
              </a:spcAft>
              <a:buSzPts val="1600"/>
              <a:buChar char="●"/>
              <a:defRPr/>
            </a:lvl1pPr>
            <a:lvl2pPr indent="-330200" lvl="1" marL="914400" rtl="0">
              <a:spcBef>
                <a:spcPts val="0"/>
              </a:spcBef>
              <a:spcAft>
                <a:spcPts val="0"/>
              </a:spcAft>
              <a:buSzPts val="1600"/>
              <a:buChar char="﹣"/>
              <a:defRPr/>
            </a:lvl2pPr>
            <a:lvl3pPr indent="-330200" lvl="2" marL="1371600" rtl="0">
              <a:spcBef>
                <a:spcPts val="0"/>
              </a:spcBef>
              <a:spcAft>
                <a:spcPts val="0"/>
              </a:spcAft>
              <a:buSzPts val="1600"/>
              <a:buChar char="﹣"/>
              <a:defRPr/>
            </a:lvl3pPr>
            <a:lvl4pPr indent="-330200" lvl="3" marL="1828800" rtl="0">
              <a:spcBef>
                <a:spcPts val="0"/>
              </a:spcBef>
              <a:spcAft>
                <a:spcPts val="0"/>
              </a:spcAft>
              <a:buSzPts val="1600"/>
              <a:buChar char="﹣"/>
              <a:defRPr/>
            </a:lvl4pPr>
            <a:lvl5pPr indent="-330200" lvl="4" marL="2286000" rtl="0">
              <a:spcBef>
                <a:spcPts val="0"/>
              </a:spcBef>
              <a:spcAft>
                <a:spcPts val="0"/>
              </a:spcAft>
              <a:buSzPts val="1600"/>
              <a:buChar char="﹣"/>
              <a:defRPr/>
            </a:lvl5pPr>
            <a:lvl6pPr indent="-330200" lvl="5" marL="2743200" rtl="0">
              <a:spcBef>
                <a:spcPts val="0"/>
              </a:spcBef>
              <a:spcAft>
                <a:spcPts val="0"/>
              </a:spcAft>
              <a:buSzPts val="1600"/>
              <a:buChar char="﹣"/>
              <a:defRPr/>
            </a:lvl6pPr>
            <a:lvl7pPr indent="-330200" lvl="6" marL="3200400" rtl="0">
              <a:spcBef>
                <a:spcPts val="0"/>
              </a:spcBef>
              <a:spcAft>
                <a:spcPts val="0"/>
              </a:spcAft>
              <a:buSzPts val="1600"/>
              <a:buChar char="﹣"/>
              <a:defRPr/>
            </a:lvl7pPr>
            <a:lvl8pPr indent="-330200" lvl="7" marL="3657600" rtl="0">
              <a:spcBef>
                <a:spcPts val="0"/>
              </a:spcBef>
              <a:spcAft>
                <a:spcPts val="0"/>
              </a:spcAft>
              <a:buSzPts val="1600"/>
              <a:buChar char="﹣"/>
              <a:defRPr/>
            </a:lvl8pPr>
            <a:lvl9pPr indent="-330200" lvl="8" marL="4114800" rtl="0">
              <a:spcBef>
                <a:spcPts val="0"/>
              </a:spcBef>
              <a:spcAft>
                <a:spcPts val="0"/>
              </a:spcAft>
              <a:buSzPts val="1600"/>
              <a:buChar char="﹣"/>
              <a:defRPr/>
            </a:lvl9pPr>
          </a:lstStyle>
          <a:p/>
        </p:txBody>
      </p:sp>
      <p:sp>
        <p:nvSpPr>
          <p:cNvPr id="122" name="Google Shape;122;p16"/>
          <p:cNvSpPr txBox="1"/>
          <p:nvPr>
            <p:ph idx="12" type="sldNum"/>
          </p:nvPr>
        </p:nvSpPr>
        <p:spPr>
          <a:xfrm>
            <a:off x="360650" y="4880150"/>
            <a:ext cx="3667800" cy="269700"/>
          </a:xfrm>
          <a:prstGeom prst="rect">
            <a:avLst/>
          </a:prstGeom>
          <a:noFill/>
          <a:ln>
            <a:noFill/>
          </a:ln>
        </p:spPr>
        <p:txBody>
          <a:bodyPr anchorCtr="0" anchor="t" bIns="0" lIns="0" spcFirstLastPara="1" rIns="0" wrap="square" tIns="0">
            <a:noAutofit/>
          </a:bodyPr>
          <a:lstStyle>
            <a:lvl1pPr lvl="0" rtl="0" algn="l">
              <a:buNone/>
              <a:defRPr sz="800">
                <a:solidFill>
                  <a:srgbClr val="FFFFFF"/>
                </a:solidFill>
                <a:latin typeface="Public Sans"/>
                <a:ea typeface="Public Sans"/>
                <a:cs typeface="Public Sans"/>
                <a:sym typeface="Public Sans"/>
              </a:defRPr>
            </a:lvl1pPr>
            <a:lvl2pPr lvl="1" rtl="0" algn="l">
              <a:buNone/>
              <a:defRPr sz="800">
                <a:solidFill>
                  <a:srgbClr val="FFFFFF"/>
                </a:solidFill>
                <a:latin typeface="Public Sans"/>
                <a:ea typeface="Public Sans"/>
                <a:cs typeface="Public Sans"/>
                <a:sym typeface="Public Sans"/>
              </a:defRPr>
            </a:lvl2pPr>
            <a:lvl3pPr lvl="2" rtl="0" algn="l">
              <a:buNone/>
              <a:defRPr sz="800">
                <a:solidFill>
                  <a:srgbClr val="FFFFFF"/>
                </a:solidFill>
                <a:latin typeface="Public Sans"/>
                <a:ea typeface="Public Sans"/>
                <a:cs typeface="Public Sans"/>
                <a:sym typeface="Public Sans"/>
              </a:defRPr>
            </a:lvl3pPr>
            <a:lvl4pPr lvl="3" rtl="0" algn="l">
              <a:buNone/>
              <a:defRPr sz="800">
                <a:solidFill>
                  <a:srgbClr val="FFFFFF"/>
                </a:solidFill>
                <a:latin typeface="Public Sans"/>
                <a:ea typeface="Public Sans"/>
                <a:cs typeface="Public Sans"/>
                <a:sym typeface="Public Sans"/>
              </a:defRPr>
            </a:lvl4pPr>
            <a:lvl5pPr lvl="4" rtl="0" algn="l">
              <a:buNone/>
              <a:defRPr sz="800">
                <a:solidFill>
                  <a:srgbClr val="FFFFFF"/>
                </a:solidFill>
                <a:latin typeface="Public Sans"/>
                <a:ea typeface="Public Sans"/>
                <a:cs typeface="Public Sans"/>
                <a:sym typeface="Public Sans"/>
              </a:defRPr>
            </a:lvl5pPr>
            <a:lvl6pPr lvl="5" rtl="0" algn="l">
              <a:buNone/>
              <a:defRPr sz="800">
                <a:solidFill>
                  <a:srgbClr val="FFFFFF"/>
                </a:solidFill>
                <a:latin typeface="Public Sans"/>
                <a:ea typeface="Public Sans"/>
                <a:cs typeface="Public Sans"/>
                <a:sym typeface="Public Sans"/>
              </a:defRPr>
            </a:lvl6pPr>
            <a:lvl7pPr lvl="6" rtl="0" algn="l">
              <a:buNone/>
              <a:defRPr sz="800">
                <a:solidFill>
                  <a:srgbClr val="FFFFFF"/>
                </a:solidFill>
                <a:latin typeface="Public Sans"/>
                <a:ea typeface="Public Sans"/>
                <a:cs typeface="Public Sans"/>
                <a:sym typeface="Public Sans"/>
              </a:defRPr>
            </a:lvl7pPr>
            <a:lvl8pPr lvl="7" rtl="0" algn="l">
              <a:buNone/>
              <a:defRPr sz="800">
                <a:solidFill>
                  <a:srgbClr val="FFFFFF"/>
                </a:solidFill>
                <a:latin typeface="Public Sans"/>
                <a:ea typeface="Public Sans"/>
                <a:cs typeface="Public Sans"/>
                <a:sym typeface="Public Sans"/>
              </a:defRPr>
            </a:lvl8pPr>
            <a:lvl9pPr lvl="8" rtl="0" algn="l">
              <a:buNone/>
              <a:defRPr sz="800">
                <a:solidFill>
                  <a:srgbClr val="FFFFFF"/>
                </a:solidFill>
                <a:latin typeface="Public Sans"/>
                <a:ea typeface="Public Sans"/>
                <a:cs typeface="Public Sans"/>
                <a:sym typeface="Public Sans"/>
              </a:defRPr>
            </a:lvl9pPr>
          </a:lstStyle>
          <a:p>
            <a:pPr indent="0" lvl="0" marL="0" rtl="0" algn="l">
              <a:spcBef>
                <a:spcPts val="0"/>
              </a:spcBef>
              <a:spcAft>
                <a:spcPts val="0"/>
              </a:spcAft>
              <a:buNone/>
            </a:pPr>
            <a:r>
              <a:rPr lang="en"/>
              <a:t>Neo4j Inc. All rights reserved 2023	</a:t>
            </a:r>
            <a:endParaRPr/>
          </a:p>
        </p:txBody>
      </p:sp>
      <p:sp>
        <p:nvSpPr>
          <p:cNvPr id="123" name="Google Shape;123;p16"/>
          <p:cNvSpPr txBox="1"/>
          <p:nvPr>
            <p:ph idx="2" type="sldNum"/>
          </p:nvPr>
        </p:nvSpPr>
        <p:spPr>
          <a:xfrm>
            <a:off x="0" y="4880150"/>
            <a:ext cx="265200" cy="269700"/>
          </a:xfrm>
          <a:prstGeom prst="rect">
            <a:avLst/>
          </a:prstGeom>
          <a:noFill/>
          <a:ln>
            <a:noFill/>
          </a:ln>
        </p:spPr>
        <p:txBody>
          <a:bodyPr anchorCtr="0" anchor="t" bIns="0" lIns="0" spcFirstLastPara="1" rIns="0" wrap="square" tIns="0">
            <a:noAutofit/>
          </a:bodyPr>
          <a:lstStyle>
            <a:lvl1pPr lvl="0" rtl="0" algn="r">
              <a:buNone/>
              <a:defRPr sz="800">
                <a:solidFill>
                  <a:srgbClr val="FFFFFF"/>
                </a:solidFill>
                <a:latin typeface="Public Sans"/>
                <a:ea typeface="Public Sans"/>
                <a:cs typeface="Public Sans"/>
                <a:sym typeface="Public Sans"/>
              </a:defRPr>
            </a:lvl1pPr>
            <a:lvl2pPr lvl="1" rtl="0" algn="r">
              <a:buNone/>
              <a:defRPr sz="800">
                <a:solidFill>
                  <a:srgbClr val="FFFFFF"/>
                </a:solidFill>
                <a:latin typeface="Public Sans"/>
                <a:ea typeface="Public Sans"/>
                <a:cs typeface="Public Sans"/>
                <a:sym typeface="Public Sans"/>
              </a:defRPr>
            </a:lvl2pPr>
            <a:lvl3pPr lvl="2" rtl="0" algn="r">
              <a:buNone/>
              <a:defRPr sz="800">
                <a:solidFill>
                  <a:srgbClr val="FFFFFF"/>
                </a:solidFill>
                <a:latin typeface="Public Sans"/>
                <a:ea typeface="Public Sans"/>
                <a:cs typeface="Public Sans"/>
                <a:sym typeface="Public Sans"/>
              </a:defRPr>
            </a:lvl3pPr>
            <a:lvl4pPr lvl="3" rtl="0" algn="r">
              <a:buNone/>
              <a:defRPr sz="800">
                <a:solidFill>
                  <a:srgbClr val="FFFFFF"/>
                </a:solidFill>
                <a:latin typeface="Public Sans"/>
                <a:ea typeface="Public Sans"/>
                <a:cs typeface="Public Sans"/>
                <a:sym typeface="Public Sans"/>
              </a:defRPr>
            </a:lvl4pPr>
            <a:lvl5pPr lvl="4" rtl="0" algn="r">
              <a:buNone/>
              <a:defRPr sz="800">
                <a:solidFill>
                  <a:srgbClr val="FFFFFF"/>
                </a:solidFill>
                <a:latin typeface="Public Sans"/>
                <a:ea typeface="Public Sans"/>
                <a:cs typeface="Public Sans"/>
                <a:sym typeface="Public Sans"/>
              </a:defRPr>
            </a:lvl5pPr>
            <a:lvl6pPr lvl="5" rtl="0" algn="r">
              <a:buNone/>
              <a:defRPr sz="800">
                <a:solidFill>
                  <a:srgbClr val="FFFFFF"/>
                </a:solidFill>
                <a:latin typeface="Public Sans"/>
                <a:ea typeface="Public Sans"/>
                <a:cs typeface="Public Sans"/>
                <a:sym typeface="Public Sans"/>
              </a:defRPr>
            </a:lvl6pPr>
            <a:lvl7pPr lvl="6" rtl="0" algn="r">
              <a:buNone/>
              <a:defRPr sz="800">
                <a:solidFill>
                  <a:srgbClr val="FFFFFF"/>
                </a:solidFill>
                <a:latin typeface="Public Sans"/>
                <a:ea typeface="Public Sans"/>
                <a:cs typeface="Public Sans"/>
                <a:sym typeface="Public Sans"/>
              </a:defRPr>
            </a:lvl7pPr>
            <a:lvl8pPr lvl="7" rtl="0" algn="r">
              <a:buNone/>
              <a:defRPr sz="800">
                <a:solidFill>
                  <a:srgbClr val="FFFFFF"/>
                </a:solidFill>
                <a:latin typeface="Public Sans"/>
                <a:ea typeface="Public Sans"/>
                <a:cs typeface="Public Sans"/>
                <a:sym typeface="Public Sans"/>
              </a:defRPr>
            </a:lvl8pPr>
            <a:lvl9pPr lvl="8" rtl="0" algn="r">
              <a:buNone/>
              <a:defRPr sz="800">
                <a:solidFill>
                  <a:srgbClr val="FFFFFF"/>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749">
          <p15:clr>
            <a:srgbClr val="E46962"/>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ple one col dark deco">
  <p:cSld name="TITLE_AND_BODY_1_2_1">
    <p:bg>
      <p:bgPr>
        <a:solidFill>
          <a:schemeClr val="accent2"/>
        </a:solidFill>
      </p:bgPr>
    </p:bg>
    <p:spTree>
      <p:nvGrpSpPr>
        <p:cNvPr id="124" name="Shape 124"/>
        <p:cNvGrpSpPr/>
        <p:nvPr/>
      </p:nvGrpSpPr>
      <p:grpSpPr>
        <a:xfrm>
          <a:off x="0" y="0"/>
          <a:ext cx="0" cy="0"/>
          <a:chOff x="0" y="0"/>
          <a:chExt cx="0" cy="0"/>
        </a:xfrm>
      </p:grpSpPr>
      <p:sp>
        <p:nvSpPr>
          <p:cNvPr id="125" name="Google Shape;125;p17"/>
          <p:cNvSpPr/>
          <p:nvPr/>
        </p:nvSpPr>
        <p:spPr>
          <a:xfrm rot="1793545">
            <a:off x="4426827" y="-1288239"/>
            <a:ext cx="7544827" cy="2750779"/>
          </a:xfrm>
          <a:custGeom>
            <a:rect b="b" l="l" r="r" t="t"/>
            <a:pathLst>
              <a:path extrusionOk="0" h="3573" w="9800">
                <a:moveTo>
                  <a:pt x="1786" y="0"/>
                </a:moveTo>
                <a:cubicBezTo>
                  <a:pt x="1477" y="0"/>
                  <a:pt x="1179" y="84"/>
                  <a:pt x="893" y="239"/>
                </a:cubicBezTo>
                <a:cubicBezTo>
                  <a:pt x="632" y="393"/>
                  <a:pt x="405" y="620"/>
                  <a:pt x="239" y="893"/>
                </a:cubicBezTo>
                <a:cubicBezTo>
                  <a:pt x="96" y="1167"/>
                  <a:pt x="0" y="1465"/>
                  <a:pt x="0" y="1786"/>
                </a:cubicBezTo>
                <a:cubicBezTo>
                  <a:pt x="0" y="2108"/>
                  <a:pt x="84" y="2405"/>
                  <a:pt x="239" y="2679"/>
                </a:cubicBezTo>
                <a:cubicBezTo>
                  <a:pt x="393" y="2953"/>
                  <a:pt x="620" y="3179"/>
                  <a:pt x="893" y="3334"/>
                </a:cubicBezTo>
                <a:cubicBezTo>
                  <a:pt x="1167" y="3489"/>
                  <a:pt x="1465" y="3572"/>
                  <a:pt x="1786" y="3572"/>
                </a:cubicBezTo>
                <a:cubicBezTo>
                  <a:pt x="2108" y="3572"/>
                  <a:pt x="2406" y="3501"/>
                  <a:pt x="2679" y="3334"/>
                </a:cubicBezTo>
                <a:cubicBezTo>
                  <a:pt x="2846" y="3251"/>
                  <a:pt x="3013" y="3108"/>
                  <a:pt x="3132" y="2965"/>
                </a:cubicBezTo>
                <a:cubicBezTo>
                  <a:pt x="3674" y="2346"/>
                  <a:pt x="4281" y="2036"/>
                  <a:pt x="4888" y="2036"/>
                </a:cubicBezTo>
                <a:cubicBezTo>
                  <a:pt x="5495" y="2036"/>
                  <a:pt x="6102" y="2346"/>
                  <a:pt x="6644" y="2965"/>
                </a:cubicBezTo>
                <a:cubicBezTo>
                  <a:pt x="6775" y="3108"/>
                  <a:pt x="6930" y="3251"/>
                  <a:pt x="7109" y="3334"/>
                </a:cubicBezTo>
                <a:cubicBezTo>
                  <a:pt x="7370" y="3489"/>
                  <a:pt x="7668" y="3572"/>
                  <a:pt x="8001" y="3572"/>
                </a:cubicBezTo>
                <a:cubicBezTo>
                  <a:pt x="8311" y="3572"/>
                  <a:pt x="8609" y="3501"/>
                  <a:pt x="8894" y="3334"/>
                </a:cubicBezTo>
                <a:cubicBezTo>
                  <a:pt x="9156" y="3191"/>
                  <a:pt x="9383" y="2965"/>
                  <a:pt x="9549" y="2679"/>
                </a:cubicBezTo>
                <a:cubicBezTo>
                  <a:pt x="9692" y="2417"/>
                  <a:pt x="9787" y="2120"/>
                  <a:pt x="9787" y="1786"/>
                </a:cubicBezTo>
                <a:cubicBezTo>
                  <a:pt x="9799" y="1489"/>
                  <a:pt x="9728" y="1191"/>
                  <a:pt x="9561" y="917"/>
                </a:cubicBezTo>
                <a:cubicBezTo>
                  <a:pt x="9406" y="643"/>
                  <a:pt x="9192" y="417"/>
                  <a:pt x="8906" y="262"/>
                </a:cubicBezTo>
                <a:cubicBezTo>
                  <a:pt x="8644" y="108"/>
                  <a:pt x="8347" y="24"/>
                  <a:pt x="8013" y="24"/>
                </a:cubicBezTo>
                <a:cubicBezTo>
                  <a:pt x="7704" y="24"/>
                  <a:pt x="7406" y="96"/>
                  <a:pt x="7120" y="262"/>
                </a:cubicBezTo>
                <a:cubicBezTo>
                  <a:pt x="6954" y="358"/>
                  <a:pt x="6799" y="477"/>
                  <a:pt x="6656" y="631"/>
                </a:cubicBezTo>
                <a:cubicBezTo>
                  <a:pt x="6114" y="1251"/>
                  <a:pt x="5507" y="1560"/>
                  <a:pt x="4900" y="1560"/>
                </a:cubicBezTo>
                <a:cubicBezTo>
                  <a:pt x="4293" y="1560"/>
                  <a:pt x="3685" y="1251"/>
                  <a:pt x="3144" y="631"/>
                </a:cubicBezTo>
                <a:cubicBezTo>
                  <a:pt x="3013" y="477"/>
                  <a:pt x="2858" y="346"/>
                  <a:pt x="2679" y="239"/>
                </a:cubicBezTo>
                <a:cubicBezTo>
                  <a:pt x="2417" y="96"/>
                  <a:pt x="2120" y="0"/>
                  <a:pt x="178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7"/>
          <p:cNvSpPr/>
          <p:nvPr/>
        </p:nvSpPr>
        <p:spPr>
          <a:xfrm>
            <a:off x="8367100" y="-47700"/>
            <a:ext cx="1116000" cy="2697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7"/>
          <p:cNvSpPr/>
          <p:nvPr/>
        </p:nvSpPr>
        <p:spPr>
          <a:xfrm rot="1793710">
            <a:off x="-4105351" y="3244235"/>
            <a:ext cx="7544837" cy="2750779"/>
          </a:xfrm>
          <a:custGeom>
            <a:rect b="b" l="l" r="r" t="t"/>
            <a:pathLst>
              <a:path extrusionOk="0" h="3573" w="9800">
                <a:moveTo>
                  <a:pt x="1786" y="0"/>
                </a:moveTo>
                <a:cubicBezTo>
                  <a:pt x="1477" y="0"/>
                  <a:pt x="1179" y="84"/>
                  <a:pt x="893" y="239"/>
                </a:cubicBezTo>
                <a:cubicBezTo>
                  <a:pt x="632" y="393"/>
                  <a:pt x="405" y="620"/>
                  <a:pt x="239" y="893"/>
                </a:cubicBezTo>
                <a:cubicBezTo>
                  <a:pt x="96" y="1167"/>
                  <a:pt x="0" y="1465"/>
                  <a:pt x="0" y="1786"/>
                </a:cubicBezTo>
                <a:cubicBezTo>
                  <a:pt x="0" y="2108"/>
                  <a:pt x="84" y="2405"/>
                  <a:pt x="239" y="2679"/>
                </a:cubicBezTo>
                <a:cubicBezTo>
                  <a:pt x="393" y="2953"/>
                  <a:pt x="620" y="3179"/>
                  <a:pt x="893" y="3334"/>
                </a:cubicBezTo>
                <a:cubicBezTo>
                  <a:pt x="1167" y="3489"/>
                  <a:pt x="1465" y="3572"/>
                  <a:pt x="1786" y="3572"/>
                </a:cubicBezTo>
                <a:cubicBezTo>
                  <a:pt x="2108" y="3572"/>
                  <a:pt x="2406" y="3501"/>
                  <a:pt x="2679" y="3334"/>
                </a:cubicBezTo>
                <a:cubicBezTo>
                  <a:pt x="2846" y="3251"/>
                  <a:pt x="3013" y="3108"/>
                  <a:pt x="3132" y="2965"/>
                </a:cubicBezTo>
                <a:cubicBezTo>
                  <a:pt x="3674" y="2346"/>
                  <a:pt x="4281" y="2036"/>
                  <a:pt x="4888" y="2036"/>
                </a:cubicBezTo>
                <a:cubicBezTo>
                  <a:pt x="5495" y="2036"/>
                  <a:pt x="6102" y="2346"/>
                  <a:pt x="6644" y="2965"/>
                </a:cubicBezTo>
                <a:cubicBezTo>
                  <a:pt x="6775" y="3108"/>
                  <a:pt x="6930" y="3251"/>
                  <a:pt x="7109" y="3334"/>
                </a:cubicBezTo>
                <a:cubicBezTo>
                  <a:pt x="7370" y="3489"/>
                  <a:pt x="7668" y="3572"/>
                  <a:pt x="8001" y="3572"/>
                </a:cubicBezTo>
                <a:cubicBezTo>
                  <a:pt x="8311" y="3572"/>
                  <a:pt x="8609" y="3501"/>
                  <a:pt x="8894" y="3334"/>
                </a:cubicBezTo>
                <a:cubicBezTo>
                  <a:pt x="9156" y="3191"/>
                  <a:pt x="9383" y="2965"/>
                  <a:pt x="9549" y="2679"/>
                </a:cubicBezTo>
                <a:cubicBezTo>
                  <a:pt x="9692" y="2417"/>
                  <a:pt x="9787" y="2120"/>
                  <a:pt x="9787" y="1786"/>
                </a:cubicBezTo>
                <a:cubicBezTo>
                  <a:pt x="9799" y="1489"/>
                  <a:pt x="9728" y="1191"/>
                  <a:pt x="9561" y="917"/>
                </a:cubicBezTo>
                <a:cubicBezTo>
                  <a:pt x="9406" y="643"/>
                  <a:pt x="9192" y="417"/>
                  <a:pt x="8906" y="262"/>
                </a:cubicBezTo>
                <a:cubicBezTo>
                  <a:pt x="8644" y="108"/>
                  <a:pt x="8347" y="24"/>
                  <a:pt x="8013" y="24"/>
                </a:cubicBezTo>
                <a:cubicBezTo>
                  <a:pt x="7704" y="24"/>
                  <a:pt x="7406" y="96"/>
                  <a:pt x="7120" y="262"/>
                </a:cubicBezTo>
                <a:cubicBezTo>
                  <a:pt x="6954" y="358"/>
                  <a:pt x="6799" y="477"/>
                  <a:pt x="6656" y="631"/>
                </a:cubicBezTo>
                <a:cubicBezTo>
                  <a:pt x="6114" y="1251"/>
                  <a:pt x="5507" y="1560"/>
                  <a:pt x="4900" y="1560"/>
                </a:cubicBezTo>
                <a:cubicBezTo>
                  <a:pt x="4293" y="1560"/>
                  <a:pt x="3685" y="1251"/>
                  <a:pt x="3144" y="631"/>
                </a:cubicBezTo>
                <a:cubicBezTo>
                  <a:pt x="3013" y="477"/>
                  <a:pt x="2858" y="346"/>
                  <a:pt x="2679" y="239"/>
                </a:cubicBezTo>
                <a:cubicBezTo>
                  <a:pt x="2417" y="96"/>
                  <a:pt x="2120" y="0"/>
                  <a:pt x="178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7"/>
          <p:cNvSpPr txBox="1"/>
          <p:nvPr>
            <p:ph type="title"/>
          </p:nvPr>
        </p:nvSpPr>
        <p:spPr>
          <a:xfrm>
            <a:off x="365750" y="274325"/>
            <a:ext cx="8412600" cy="5487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2800"/>
              <a:buFont typeface="Public Sans SemiBold"/>
              <a:buNone/>
              <a:defRPr b="0">
                <a:solidFill>
                  <a:srgbClr val="FFFFFF"/>
                </a:solidFill>
                <a:latin typeface="Public Sans SemiBold"/>
                <a:ea typeface="Public Sans SemiBold"/>
                <a:cs typeface="Public Sans SemiBold"/>
                <a:sym typeface="Public Sans SemiBold"/>
              </a:defRPr>
            </a:lvl1pPr>
            <a:lvl2pPr lvl="1" rtl="0">
              <a:spcBef>
                <a:spcPts val="0"/>
              </a:spcBef>
              <a:spcAft>
                <a:spcPts val="0"/>
              </a:spcAft>
              <a:buClr>
                <a:srgbClr val="FFFFFF"/>
              </a:buClr>
              <a:buSzPts val="2800"/>
              <a:buNone/>
              <a:defRPr>
                <a:solidFill>
                  <a:srgbClr val="FFFFFF"/>
                </a:solidFill>
              </a:defRPr>
            </a:lvl2pPr>
            <a:lvl3pPr lvl="2" rtl="0">
              <a:spcBef>
                <a:spcPts val="0"/>
              </a:spcBef>
              <a:spcAft>
                <a:spcPts val="0"/>
              </a:spcAft>
              <a:buClr>
                <a:srgbClr val="FFFFFF"/>
              </a:buClr>
              <a:buSzPts val="2800"/>
              <a:buNone/>
              <a:defRPr>
                <a:solidFill>
                  <a:srgbClr val="FFFFFF"/>
                </a:solidFill>
              </a:defRPr>
            </a:lvl3pPr>
            <a:lvl4pPr lvl="3" rtl="0">
              <a:spcBef>
                <a:spcPts val="0"/>
              </a:spcBef>
              <a:spcAft>
                <a:spcPts val="0"/>
              </a:spcAft>
              <a:buClr>
                <a:srgbClr val="FFFFFF"/>
              </a:buClr>
              <a:buSzPts val="2800"/>
              <a:buNone/>
              <a:defRPr>
                <a:solidFill>
                  <a:srgbClr val="FFFFFF"/>
                </a:solidFill>
              </a:defRPr>
            </a:lvl4pPr>
            <a:lvl5pPr lvl="4" rtl="0">
              <a:spcBef>
                <a:spcPts val="0"/>
              </a:spcBef>
              <a:spcAft>
                <a:spcPts val="0"/>
              </a:spcAft>
              <a:buClr>
                <a:srgbClr val="FFFFFF"/>
              </a:buClr>
              <a:buSzPts val="2800"/>
              <a:buNone/>
              <a:defRPr>
                <a:solidFill>
                  <a:srgbClr val="FFFFFF"/>
                </a:solidFill>
              </a:defRPr>
            </a:lvl5pPr>
            <a:lvl6pPr lvl="5" rtl="0">
              <a:spcBef>
                <a:spcPts val="0"/>
              </a:spcBef>
              <a:spcAft>
                <a:spcPts val="0"/>
              </a:spcAft>
              <a:buClr>
                <a:srgbClr val="FFFFFF"/>
              </a:buClr>
              <a:buSzPts val="2800"/>
              <a:buNone/>
              <a:defRPr>
                <a:solidFill>
                  <a:srgbClr val="FFFFFF"/>
                </a:solidFill>
              </a:defRPr>
            </a:lvl6pPr>
            <a:lvl7pPr lvl="6" rtl="0">
              <a:spcBef>
                <a:spcPts val="0"/>
              </a:spcBef>
              <a:spcAft>
                <a:spcPts val="0"/>
              </a:spcAft>
              <a:buClr>
                <a:srgbClr val="FFFFFF"/>
              </a:buClr>
              <a:buSzPts val="2800"/>
              <a:buNone/>
              <a:defRPr>
                <a:solidFill>
                  <a:srgbClr val="FFFFFF"/>
                </a:solidFill>
              </a:defRPr>
            </a:lvl7pPr>
            <a:lvl8pPr lvl="7" rtl="0">
              <a:spcBef>
                <a:spcPts val="0"/>
              </a:spcBef>
              <a:spcAft>
                <a:spcPts val="0"/>
              </a:spcAft>
              <a:buClr>
                <a:srgbClr val="FFFFFF"/>
              </a:buClr>
              <a:buSzPts val="2800"/>
              <a:buNone/>
              <a:defRPr>
                <a:solidFill>
                  <a:srgbClr val="FFFFFF"/>
                </a:solidFill>
              </a:defRPr>
            </a:lvl8pPr>
            <a:lvl9pPr lvl="8" rtl="0">
              <a:spcBef>
                <a:spcPts val="0"/>
              </a:spcBef>
              <a:spcAft>
                <a:spcPts val="0"/>
              </a:spcAft>
              <a:buClr>
                <a:srgbClr val="FFFFFF"/>
              </a:buClr>
              <a:buSzPts val="2800"/>
              <a:buNone/>
              <a:defRPr>
                <a:solidFill>
                  <a:srgbClr val="FFFFFF"/>
                </a:solidFill>
              </a:defRPr>
            </a:lvl9pPr>
          </a:lstStyle>
          <a:p/>
        </p:txBody>
      </p:sp>
      <p:sp>
        <p:nvSpPr>
          <p:cNvPr id="129" name="Google Shape;129;p17"/>
          <p:cNvSpPr txBox="1"/>
          <p:nvPr>
            <p:ph idx="1" type="body"/>
          </p:nvPr>
        </p:nvSpPr>
        <p:spPr>
          <a:xfrm>
            <a:off x="365750" y="1188725"/>
            <a:ext cx="8046600" cy="3430800"/>
          </a:xfrm>
          <a:prstGeom prst="rect">
            <a:avLst/>
          </a:prstGeom>
        </p:spPr>
        <p:txBody>
          <a:bodyPr anchorCtr="0" anchor="t" bIns="0" lIns="0" spcFirstLastPara="1" rIns="0" wrap="square" tIns="0">
            <a:noAutofit/>
          </a:bodyPr>
          <a:lstStyle>
            <a:lvl1pPr indent="-330200" lvl="0" marL="457200" rtl="0">
              <a:spcBef>
                <a:spcPts val="0"/>
              </a:spcBef>
              <a:spcAft>
                <a:spcPts val="0"/>
              </a:spcAft>
              <a:buClr>
                <a:srgbClr val="FFFFFF"/>
              </a:buClr>
              <a:buSzPts val="1600"/>
              <a:buChar char="●"/>
              <a:defRPr>
                <a:solidFill>
                  <a:srgbClr val="FFFFFF"/>
                </a:solidFill>
              </a:defRPr>
            </a:lvl1pPr>
            <a:lvl2pPr indent="-330200" lvl="1" marL="914400" rtl="0">
              <a:spcBef>
                <a:spcPts val="0"/>
              </a:spcBef>
              <a:spcAft>
                <a:spcPts val="0"/>
              </a:spcAft>
              <a:buClr>
                <a:srgbClr val="FFFFFF"/>
              </a:buClr>
              <a:buSzPts val="1600"/>
              <a:buChar char="﹣"/>
              <a:defRPr>
                <a:solidFill>
                  <a:srgbClr val="FFFFFF"/>
                </a:solidFill>
              </a:defRPr>
            </a:lvl2pPr>
            <a:lvl3pPr indent="-330200" lvl="2" marL="1371600" rtl="0">
              <a:spcBef>
                <a:spcPts val="0"/>
              </a:spcBef>
              <a:spcAft>
                <a:spcPts val="0"/>
              </a:spcAft>
              <a:buClr>
                <a:srgbClr val="FFFFFF"/>
              </a:buClr>
              <a:buSzPts val="1600"/>
              <a:buChar char="﹣"/>
              <a:defRPr>
                <a:solidFill>
                  <a:srgbClr val="FFFFFF"/>
                </a:solidFill>
              </a:defRPr>
            </a:lvl3pPr>
            <a:lvl4pPr indent="-330200" lvl="3" marL="1828800" rtl="0">
              <a:spcBef>
                <a:spcPts val="0"/>
              </a:spcBef>
              <a:spcAft>
                <a:spcPts val="0"/>
              </a:spcAft>
              <a:buClr>
                <a:srgbClr val="FFFFFF"/>
              </a:buClr>
              <a:buSzPts val="1600"/>
              <a:buChar char="﹣"/>
              <a:defRPr>
                <a:solidFill>
                  <a:srgbClr val="FFFFFF"/>
                </a:solidFill>
              </a:defRPr>
            </a:lvl4pPr>
            <a:lvl5pPr indent="-330200" lvl="4" marL="2286000" rtl="0">
              <a:spcBef>
                <a:spcPts val="0"/>
              </a:spcBef>
              <a:spcAft>
                <a:spcPts val="0"/>
              </a:spcAft>
              <a:buClr>
                <a:srgbClr val="FFFFFF"/>
              </a:buClr>
              <a:buSzPts val="1600"/>
              <a:buChar char="﹣"/>
              <a:defRPr>
                <a:solidFill>
                  <a:srgbClr val="FFFFFF"/>
                </a:solidFill>
              </a:defRPr>
            </a:lvl5pPr>
            <a:lvl6pPr indent="-330200" lvl="5" marL="2743200" rtl="0">
              <a:spcBef>
                <a:spcPts val="0"/>
              </a:spcBef>
              <a:spcAft>
                <a:spcPts val="0"/>
              </a:spcAft>
              <a:buClr>
                <a:srgbClr val="FFFFFF"/>
              </a:buClr>
              <a:buSzPts val="1600"/>
              <a:buChar char="﹣"/>
              <a:defRPr>
                <a:solidFill>
                  <a:srgbClr val="FFFFFF"/>
                </a:solidFill>
              </a:defRPr>
            </a:lvl6pPr>
            <a:lvl7pPr indent="-330200" lvl="6" marL="3200400" rtl="0">
              <a:spcBef>
                <a:spcPts val="0"/>
              </a:spcBef>
              <a:spcAft>
                <a:spcPts val="0"/>
              </a:spcAft>
              <a:buClr>
                <a:srgbClr val="FFFFFF"/>
              </a:buClr>
              <a:buSzPts val="1600"/>
              <a:buChar char="﹣"/>
              <a:defRPr>
                <a:solidFill>
                  <a:srgbClr val="FFFFFF"/>
                </a:solidFill>
              </a:defRPr>
            </a:lvl7pPr>
            <a:lvl8pPr indent="-330200" lvl="7" marL="3657600" rtl="0">
              <a:spcBef>
                <a:spcPts val="0"/>
              </a:spcBef>
              <a:spcAft>
                <a:spcPts val="0"/>
              </a:spcAft>
              <a:buClr>
                <a:srgbClr val="FFFFFF"/>
              </a:buClr>
              <a:buSzPts val="1600"/>
              <a:buChar char="﹣"/>
              <a:defRPr>
                <a:solidFill>
                  <a:srgbClr val="FFFFFF"/>
                </a:solidFill>
              </a:defRPr>
            </a:lvl8pPr>
            <a:lvl9pPr indent="-330200" lvl="8" marL="4114800" rtl="0">
              <a:spcBef>
                <a:spcPts val="0"/>
              </a:spcBef>
              <a:spcAft>
                <a:spcPts val="0"/>
              </a:spcAft>
              <a:buClr>
                <a:srgbClr val="FFFFFF"/>
              </a:buClr>
              <a:buSzPts val="1600"/>
              <a:buChar char="﹣"/>
              <a:defRPr>
                <a:solidFill>
                  <a:srgbClr val="FFFFFF"/>
                </a:solidFill>
              </a:defRPr>
            </a:lvl9pPr>
          </a:lstStyle>
          <a:p/>
        </p:txBody>
      </p:sp>
      <p:sp>
        <p:nvSpPr>
          <p:cNvPr id="130" name="Google Shape;130;p17"/>
          <p:cNvSpPr txBox="1"/>
          <p:nvPr>
            <p:ph idx="12" type="sldNum"/>
          </p:nvPr>
        </p:nvSpPr>
        <p:spPr>
          <a:xfrm>
            <a:off x="360650" y="4880150"/>
            <a:ext cx="3667800" cy="269700"/>
          </a:xfrm>
          <a:prstGeom prst="rect">
            <a:avLst/>
          </a:prstGeom>
          <a:noFill/>
          <a:ln>
            <a:noFill/>
          </a:ln>
        </p:spPr>
        <p:txBody>
          <a:bodyPr anchorCtr="0" anchor="t" bIns="0" lIns="0" spcFirstLastPara="1" rIns="0" wrap="square" tIns="0">
            <a:noAutofit/>
          </a:bodyPr>
          <a:lstStyle>
            <a:lvl1pPr lvl="0" rtl="0" algn="l">
              <a:buNone/>
              <a:defRPr sz="800">
                <a:solidFill>
                  <a:schemeClr val="dk1"/>
                </a:solidFill>
                <a:latin typeface="Public Sans"/>
                <a:ea typeface="Public Sans"/>
                <a:cs typeface="Public Sans"/>
                <a:sym typeface="Public Sans"/>
              </a:defRPr>
            </a:lvl1pPr>
            <a:lvl2pPr lvl="1" rtl="0" algn="l">
              <a:buNone/>
              <a:defRPr sz="800">
                <a:solidFill>
                  <a:schemeClr val="dk1"/>
                </a:solidFill>
                <a:latin typeface="Public Sans"/>
                <a:ea typeface="Public Sans"/>
                <a:cs typeface="Public Sans"/>
                <a:sym typeface="Public Sans"/>
              </a:defRPr>
            </a:lvl2pPr>
            <a:lvl3pPr lvl="2" rtl="0" algn="l">
              <a:buNone/>
              <a:defRPr sz="800">
                <a:solidFill>
                  <a:schemeClr val="dk1"/>
                </a:solidFill>
                <a:latin typeface="Public Sans"/>
                <a:ea typeface="Public Sans"/>
                <a:cs typeface="Public Sans"/>
                <a:sym typeface="Public Sans"/>
              </a:defRPr>
            </a:lvl3pPr>
            <a:lvl4pPr lvl="3" rtl="0" algn="l">
              <a:buNone/>
              <a:defRPr sz="800">
                <a:solidFill>
                  <a:schemeClr val="dk1"/>
                </a:solidFill>
                <a:latin typeface="Public Sans"/>
                <a:ea typeface="Public Sans"/>
                <a:cs typeface="Public Sans"/>
                <a:sym typeface="Public Sans"/>
              </a:defRPr>
            </a:lvl4pPr>
            <a:lvl5pPr lvl="4" rtl="0" algn="l">
              <a:buNone/>
              <a:defRPr sz="800">
                <a:solidFill>
                  <a:schemeClr val="dk1"/>
                </a:solidFill>
                <a:latin typeface="Public Sans"/>
                <a:ea typeface="Public Sans"/>
                <a:cs typeface="Public Sans"/>
                <a:sym typeface="Public Sans"/>
              </a:defRPr>
            </a:lvl5pPr>
            <a:lvl6pPr lvl="5" rtl="0" algn="l">
              <a:buNone/>
              <a:defRPr sz="800">
                <a:solidFill>
                  <a:schemeClr val="dk1"/>
                </a:solidFill>
                <a:latin typeface="Public Sans"/>
                <a:ea typeface="Public Sans"/>
                <a:cs typeface="Public Sans"/>
                <a:sym typeface="Public Sans"/>
              </a:defRPr>
            </a:lvl6pPr>
            <a:lvl7pPr lvl="6" rtl="0" algn="l">
              <a:buNone/>
              <a:defRPr sz="800">
                <a:solidFill>
                  <a:schemeClr val="dk1"/>
                </a:solidFill>
                <a:latin typeface="Public Sans"/>
                <a:ea typeface="Public Sans"/>
                <a:cs typeface="Public Sans"/>
                <a:sym typeface="Public Sans"/>
              </a:defRPr>
            </a:lvl7pPr>
            <a:lvl8pPr lvl="7" rtl="0" algn="l">
              <a:buNone/>
              <a:defRPr sz="800">
                <a:solidFill>
                  <a:schemeClr val="dk1"/>
                </a:solidFill>
                <a:latin typeface="Public Sans"/>
                <a:ea typeface="Public Sans"/>
                <a:cs typeface="Public Sans"/>
                <a:sym typeface="Public Sans"/>
              </a:defRPr>
            </a:lvl8pPr>
            <a:lvl9pPr lvl="8" rtl="0" algn="l">
              <a:buNone/>
              <a:defRPr sz="800">
                <a:solidFill>
                  <a:schemeClr val="dk1"/>
                </a:solidFill>
                <a:latin typeface="Public Sans"/>
                <a:ea typeface="Public Sans"/>
                <a:cs typeface="Public Sans"/>
                <a:sym typeface="Public Sans"/>
              </a:defRPr>
            </a:lvl9pPr>
          </a:lstStyle>
          <a:p>
            <a:pPr indent="0" lvl="0" marL="0" rtl="0" algn="l">
              <a:spcBef>
                <a:spcPts val="0"/>
              </a:spcBef>
              <a:spcAft>
                <a:spcPts val="0"/>
              </a:spcAft>
              <a:buNone/>
            </a:pPr>
            <a:r>
              <a:rPr lang="en"/>
              <a:t>Neo4j Inc. All rights reserved 2023	</a:t>
            </a:r>
            <a:endParaRPr/>
          </a:p>
        </p:txBody>
      </p:sp>
      <p:sp>
        <p:nvSpPr>
          <p:cNvPr id="131" name="Google Shape;131;p17"/>
          <p:cNvSpPr txBox="1"/>
          <p:nvPr>
            <p:ph idx="2" type="sldNum"/>
          </p:nvPr>
        </p:nvSpPr>
        <p:spPr>
          <a:xfrm>
            <a:off x="0" y="4880150"/>
            <a:ext cx="265200" cy="269700"/>
          </a:xfrm>
          <a:prstGeom prst="rect">
            <a:avLst/>
          </a:prstGeom>
          <a:noFill/>
          <a:ln>
            <a:noFill/>
          </a:ln>
        </p:spPr>
        <p:txBody>
          <a:bodyPr anchorCtr="0" anchor="t" bIns="0" lIns="0" spcFirstLastPara="1" rIns="0" wrap="square" tIns="0">
            <a:noAutofit/>
          </a:bodyPr>
          <a:lstStyle>
            <a:lvl1pPr lvl="0" rtl="0" algn="r">
              <a:buNone/>
              <a:defRPr sz="800">
                <a:solidFill>
                  <a:schemeClr val="dk1"/>
                </a:solidFill>
                <a:latin typeface="Public Sans"/>
                <a:ea typeface="Public Sans"/>
                <a:cs typeface="Public Sans"/>
                <a:sym typeface="Public Sans"/>
              </a:defRPr>
            </a:lvl1pPr>
            <a:lvl2pPr lvl="1" rtl="0" algn="r">
              <a:buNone/>
              <a:defRPr sz="800">
                <a:solidFill>
                  <a:schemeClr val="dk1"/>
                </a:solidFill>
                <a:latin typeface="Public Sans"/>
                <a:ea typeface="Public Sans"/>
                <a:cs typeface="Public Sans"/>
                <a:sym typeface="Public Sans"/>
              </a:defRPr>
            </a:lvl2pPr>
            <a:lvl3pPr lvl="2" rtl="0" algn="r">
              <a:buNone/>
              <a:defRPr sz="800">
                <a:solidFill>
                  <a:schemeClr val="dk1"/>
                </a:solidFill>
                <a:latin typeface="Public Sans"/>
                <a:ea typeface="Public Sans"/>
                <a:cs typeface="Public Sans"/>
                <a:sym typeface="Public Sans"/>
              </a:defRPr>
            </a:lvl3pPr>
            <a:lvl4pPr lvl="3" rtl="0" algn="r">
              <a:buNone/>
              <a:defRPr sz="800">
                <a:solidFill>
                  <a:schemeClr val="dk1"/>
                </a:solidFill>
                <a:latin typeface="Public Sans"/>
                <a:ea typeface="Public Sans"/>
                <a:cs typeface="Public Sans"/>
                <a:sym typeface="Public Sans"/>
              </a:defRPr>
            </a:lvl4pPr>
            <a:lvl5pPr lvl="4" rtl="0" algn="r">
              <a:buNone/>
              <a:defRPr sz="800">
                <a:solidFill>
                  <a:schemeClr val="dk1"/>
                </a:solidFill>
                <a:latin typeface="Public Sans"/>
                <a:ea typeface="Public Sans"/>
                <a:cs typeface="Public Sans"/>
                <a:sym typeface="Public Sans"/>
              </a:defRPr>
            </a:lvl5pPr>
            <a:lvl6pPr lvl="5" rtl="0" algn="r">
              <a:buNone/>
              <a:defRPr sz="800">
                <a:solidFill>
                  <a:schemeClr val="dk1"/>
                </a:solidFill>
                <a:latin typeface="Public Sans"/>
                <a:ea typeface="Public Sans"/>
                <a:cs typeface="Public Sans"/>
                <a:sym typeface="Public Sans"/>
              </a:defRPr>
            </a:lvl6pPr>
            <a:lvl7pPr lvl="6" rtl="0" algn="r">
              <a:buNone/>
              <a:defRPr sz="800">
                <a:solidFill>
                  <a:schemeClr val="dk1"/>
                </a:solidFill>
                <a:latin typeface="Public Sans"/>
                <a:ea typeface="Public Sans"/>
                <a:cs typeface="Public Sans"/>
                <a:sym typeface="Public Sans"/>
              </a:defRPr>
            </a:lvl7pPr>
            <a:lvl8pPr lvl="7" rtl="0" algn="r">
              <a:buNone/>
              <a:defRPr sz="800">
                <a:solidFill>
                  <a:schemeClr val="dk1"/>
                </a:solidFill>
                <a:latin typeface="Public Sans"/>
                <a:ea typeface="Public Sans"/>
                <a:cs typeface="Public Sans"/>
                <a:sym typeface="Public Sans"/>
              </a:defRPr>
            </a:lvl8pPr>
            <a:lvl9pPr lvl="8" rtl="0" algn="r">
              <a:buNone/>
              <a:defRPr sz="800">
                <a:solidFill>
                  <a:schemeClr val="dk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749">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half bright-dark">
  <p:cSld name="TITLE_AND_BODY_1_1">
    <p:bg>
      <p:bgPr>
        <a:solidFill>
          <a:schemeClr val="accent2"/>
        </a:solidFill>
      </p:bgPr>
    </p:bg>
    <p:spTree>
      <p:nvGrpSpPr>
        <p:cNvPr id="132" name="Shape 132"/>
        <p:cNvGrpSpPr/>
        <p:nvPr/>
      </p:nvGrpSpPr>
      <p:grpSpPr>
        <a:xfrm>
          <a:off x="0" y="0"/>
          <a:ext cx="0" cy="0"/>
          <a:chOff x="0" y="0"/>
          <a:chExt cx="0" cy="0"/>
        </a:xfrm>
      </p:grpSpPr>
      <p:sp>
        <p:nvSpPr>
          <p:cNvPr id="133" name="Google Shape;133;p18"/>
          <p:cNvSpPr/>
          <p:nvPr/>
        </p:nvSpPr>
        <p:spPr>
          <a:xfrm>
            <a:off x="0" y="75"/>
            <a:ext cx="4572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8"/>
          <p:cNvSpPr txBox="1"/>
          <p:nvPr>
            <p:ph type="title"/>
          </p:nvPr>
        </p:nvSpPr>
        <p:spPr>
          <a:xfrm>
            <a:off x="365750" y="274325"/>
            <a:ext cx="3657600" cy="5487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2800"/>
              <a:buFont typeface="Public Sans SemiBold"/>
              <a:buNone/>
              <a:defRPr b="0">
                <a:solidFill>
                  <a:schemeClr val="dk1"/>
                </a:solidFill>
                <a:latin typeface="Public Sans SemiBold"/>
                <a:ea typeface="Public Sans SemiBold"/>
                <a:cs typeface="Public Sans SemiBold"/>
                <a:sym typeface="Public Sans Semi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5" name="Google Shape;135;p18"/>
          <p:cNvSpPr txBox="1"/>
          <p:nvPr>
            <p:ph idx="1" type="body"/>
          </p:nvPr>
        </p:nvSpPr>
        <p:spPr>
          <a:xfrm>
            <a:off x="365750" y="1188725"/>
            <a:ext cx="3657600" cy="3430800"/>
          </a:xfrm>
          <a:prstGeom prst="rect">
            <a:avLst/>
          </a:prstGeom>
        </p:spPr>
        <p:txBody>
          <a:bodyPr anchorCtr="0" anchor="t" bIns="0" lIns="0" spcFirstLastPara="1" rIns="0" wrap="square" tIns="0">
            <a:noAutofit/>
          </a:bodyPr>
          <a:lstStyle>
            <a:lvl1pPr indent="-330200" lvl="0" marL="457200" rtl="0">
              <a:spcBef>
                <a:spcPts val="0"/>
              </a:spcBef>
              <a:spcAft>
                <a:spcPts val="0"/>
              </a:spcAft>
              <a:buSzPts val="1600"/>
              <a:buChar char="●"/>
              <a:defRPr/>
            </a:lvl1pPr>
            <a:lvl2pPr indent="-330200" lvl="1" marL="914400" rtl="0">
              <a:spcBef>
                <a:spcPts val="0"/>
              </a:spcBef>
              <a:spcAft>
                <a:spcPts val="0"/>
              </a:spcAft>
              <a:buSzPts val="1600"/>
              <a:buChar char="﹣"/>
              <a:defRPr/>
            </a:lvl2pPr>
            <a:lvl3pPr indent="-330200" lvl="2" marL="1371600" rtl="0">
              <a:spcBef>
                <a:spcPts val="0"/>
              </a:spcBef>
              <a:spcAft>
                <a:spcPts val="0"/>
              </a:spcAft>
              <a:buSzPts val="1600"/>
              <a:buChar char="﹣"/>
              <a:defRPr/>
            </a:lvl3pPr>
            <a:lvl4pPr indent="-330200" lvl="3" marL="1828800" rtl="0">
              <a:spcBef>
                <a:spcPts val="0"/>
              </a:spcBef>
              <a:spcAft>
                <a:spcPts val="0"/>
              </a:spcAft>
              <a:buSzPts val="1600"/>
              <a:buChar char="﹣"/>
              <a:defRPr/>
            </a:lvl4pPr>
            <a:lvl5pPr indent="-330200" lvl="4" marL="2286000" rtl="0">
              <a:spcBef>
                <a:spcPts val="0"/>
              </a:spcBef>
              <a:spcAft>
                <a:spcPts val="0"/>
              </a:spcAft>
              <a:buSzPts val="1600"/>
              <a:buChar char="﹣"/>
              <a:defRPr/>
            </a:lvl5pPr>
            <a:lvl6pPr indent="-330200" lvl="5" marL="2743200" rtl="0">
              <a:spcBef>
                <a:spcPts val="0"/>
              </a:spcBef>
              <a:spcAft>
                <a:spcPts val="0"/>
              </a:spcAft>
              <a:buSzPts val="1600"/>
              <a:buChar char="﹣"/>
              <a:defRPr/>
            </a:lvl6pPr>
            <a:lvl7pPr indent="-330200" lvl="6" marL="3200400" rtl="0">
              <a:spcBef>
                <a:spcPts val="0"/>
              </a:spcBef>
              <a:spcAft>
                <a:spcPts val="0"/>
              </a:spcAft>
              <a:buSzPts val="1600"/>
              <a:buChar char="﹣"/>
              <a:defRPr/>
            </a:lvl7pPr>
            <a:lvl8pPr indent="-330200" lvl="7" marL="3657600" rtl="0">
              <a:spcBef>
                <a:spcPts val="0"/>
              </a:spcBef>
              <a:spcAft>
                <a:spcPts val="0"/>
              </a:spcAft>
              <a:buSzPts val="1600"/>
              <a:buChar char="﹣"/>
              <a:defRPr/>
            </a:lvl8pPr>
            <a:lvl9pPr indent="-330200" lvl="8" marL="4114800" rtl="0">
              <a:spcBef>
                <a:spcPts val="0"/>
              </a:spcBef>
              <a:spcAft>
                <a:spcPts val="0"/>
              </a:spcAft>
              <a:buSzPts val="1600"/>
              <a:buChar char="﹣"/>
              <a:defRPr/>
            </a:lvl9pPr>
          </a:lstStyle>
          <a:p/>
        </p:txBody>
      </p:sp>
      <p:sp>
        <p:nvSpPr>
          <p:cNvPr id="136" name="Google Shape;136;p18"/>
          <p:cNvSpPr txBox="1"/>
          <p:nvPr>
            <p:ph idx="12" type="sldNum"/>
          </p:nvPr>
        </p:nvSpPr>
        <p:spPr>
          <a:xfrm>
            <a:off x="360650" y="4880150"/>
            <a:ext cx="3667800" cy="269700"/>
          </a:xfrm>
          <a:prstGeom prst="rect">
            <a:avLst/>
          </a:prstGeom>
          <a:noFill/>
          <a:ln>
            <a:noFill/>
          </a:ln>
        </p:spPr>
        <p:txBody>
          <a:bodyPr anchorCtr="0" anchor="t" bIns="0" lIns="0" spcFirstLastPara="1" rIns="0" wrap="square" tIns="0">
            <a:noAutofit/>
          </a:bodyPr>
          <a:lstStyle>
            <a:lvl1pPr lvl="0" rtl="0" algn="l">
              <a:buNone/>
              <a:defRPr sz="800">
                <a:solidFill>
                  <a:schemeClr val="dk1"/>
                </a:solidFill>
                <a:latin typeface="Public Sans"/>
                <a:ea typeface="Public Sans"/>
                <a:cs typeface="Public Sans"/>
                <a:sym typeface="Public Sans"/>
              </a:defRPr>
            </a:lvl1pPr>
            <a:lvl2pPr lvl="1" rtl="0" algn="l">
              <a:buNone/>
              <a:defRPr sz="800">
                <a:solidFill>
                  <a:schemeClr val="dk1"/>
                </a:solidFill>
                <a:latin typeface="Public Sans"/>
                <a:ea typeface="Public Sans"/>
                <a:cs typeface="Public Sans"/>
                <a:sym typeface="Public Sans"/>
              </a:defRPr>
            </a:lvl2pPr>
            <a:lvl3pPr lvl="2" rtl="0" algn="l">
              <a:buNone/>
              <a:defRPr sz="800">
                <a:solidFill>
                  <a:schemeClr val="dk1"/>
                </a:solidFill>
                <a:latin typeface="Public Sans"/>
                <a:ea typeface="Public Sans"/>
                <a:cs typeface="Public Sans"/>
                <a:sym typeface="Public Sans"/>
              </a:defRPr>
            </a:lvl3pPr>
            <a:lvl4pPr lvl="3" rtl="0" algn="l">
              <a:buNone/>
              <a:defRPr sz="800">
                <a:solidFill>
                  <a:schemeClr val="dk1"/>
                </a:solidFill>
                <a:latin typeface="Public Sans"/>
                <a:ea typeface="Public Sans"/>
                <a:cs typeface="Public Sans"/>
                <a:sym typeface="Public Sans"/>
              </a:defRPr>
            </a:lvl4pPr>
            <a:lvl5pPr lvl="4" rtl="0" algn="l">
              <a:buNone/>
              <a:defRPr sz="800">
                <a:solidFill>
                  <a:schemeClr val="dk1"/>
                </a:solidFill>
                <a:latin typeface="Public Sans"/>
                <a:ea typeface="Public Sans"/>
                <a:cs typeface="Public Sans"/>
                <a:sym typeface="Public Sans"/>
              </a:defRPr>
            </a:lvl5pPr>
            <a:lvl6pPr lvl="5" rtl="0" algn="l">
              <a:buNone/>
              <a:defRPr sz="800">
                <a:solidFill>
                  <a:schemeClr val="dk1"/>
                </a:solidFill>
                <a:latin typeface="Public Sans"/>
                <a:ea typeface="Public Sans"/>
                <a:cs typeface="Public Sans"/>
                <a:sym typeface="Public Sans"/>
              </a:defRPr>
            </a:lvl6pPr>
            <a:lvl7pPr lvl="6" rtl="0" algn="l">
              <a:buNone/>
              <a:defRPr sz="800">
                <a:solidFill>
                  <a:schemeClr val="dk1"/>
                </a:solidFill>
                <a:latin typeface="Public Sans"/>
                <a:ea typeface="Public Sans"/>
                <a:cs typeface="Public Sans"/>
                <a:sym typeface="Public Sans"/>
              </a:defRPr>
            </a:lvl7pPr>
            <a:lvl8pPr lvl="7" rtl="0" algn="l">
              <a:buNone/>
              <a:defRPr sz="800">
                <a:solidFill>
                  <a:schemeClr val="dk1"/>
                </a:solidFill>
                <a:latin typeface="Public Sans"/>
                <a:ea typeface="Public Sans"/>
                <a:cs typeface="Public Sans"/>
                <a:sym typeface="Public Sans"/>
              </a:defRPr>
            </a:lvl8pPr>
            <a:lvl9pPr lvl="8" rtl="0" algn="l">
              <a:buNone/>
              <a:defRPr sz="800">
                <a:solidFill>
                  <a:schemeClr val="dk1"/>
                </a:solidFill>
                <a:latin typeface="Public Sans"/>
                <a:ea typeface="Public Sans"/>
                <a:cs typeface="Public Sans"/>
                <a:sym typeface="Public Sans"/>
              </a:defRPr>
            </a:lvl9pPr>
          </a:lstStyle>
          <a:p>
            <a:pPr indent="0" lvl="0" marL="0" rtl="0" algn="l">
              <a:spcBef>
                <a:spcPts val="0"/>
              </a:spcBef>
              <a:spcAft>
                <a:spcPts val="0"/>
              </a:spcAft>
              <a:buNone/>
            </a:pPr>
            <a:r>
              <a:rPr lang="en"/>
              <a:t>Neo4j Inc. All rights reserved 2023	</a:t>
            </a:r>
            <a:endParaRPr/>
          </a:p>
        </p:txBody>
      </p:sp>
      <p:sp>
        <p:nvSpPr>
          <p:cNvPr id="137" name="Google Shape;137;p18"/>
          <p:cNvSpPr txBox="1"/>
          <p:nvPr>
            <p:ph idx="2" type="sldNum"/>
          </p:nvPr>
        </p:nvSpPr>
        <p:spPr>
          <a:xfrm>
            <a:off x="0" y="4880150"/>
            <a:ext cx="265200" cy="269700"/>
          </a:xfrm>
          <a:prstGeom prst="rect">
            <a:avLst/>
          </a:prstGeom>
          <a:noFill/>
          <a:ln>
            <a:noFill/>
          </a:ln>
        </p:spPr>
        <p:txBody>
          <a:bodyPr anchorCtr="0" anchor="t" bIns="0" lIns="0" spcFirstLastPara="1" rIns="0" wrap="square" tIns="0">
            <a:noAutofit/>
          </a:bodyPr>
          <a:lstStyle>
            <a:lvl1pPr lvl="0" rtl="0" algn="r">
              <a:buNone/>
              <a:defRPr sz="800">
                <a:solidFill>
                  <a:schemeClr val="dk1"/>
                </a:solidFill>
                <a:latin typeface="Public Sans"/>
                <a:ea typeface="Public Sans"/>
                <a:cs typeface="Public Sans"/>
                <a:sym typeface="Public Sans"/>
              </a:defRPr>
            </a:lvl1pPr>
            <a:lvl2pPr lvl="1" rtl="0" algn="r">
              <a:buNone/>
              <a:defRPr sz="800">
                <a:solidFill>
                  <a:schemeClr val="dk1"/>
                </a:solidFill>
                <a:latin typeface="Public Sans"/>
                <a:ea typeface="Public Sans"/>
                <a:cs typeface="Public Sans"/>
                <a:sym typeface="Public Sans"/>
              </a:defRPr>
            </a:lvl2pPr>
            <a:lvl3pPr lvl="2" rtl="0" algn="r">
              <a:buNone/>
              <a:defRPr sz="800">
                <a:solidFill>
                  <a:schemeClr val="dk1"/>
                </a:solidFill>
                <a:latin typeface="Public Sans"/>
                <a:ea typeface="Public Sans"/>
                <a:cs typeface="Public Sans"/>
                <a:sym typeface="Public Sans"/>
              </a:defRPr>
            </a:lvl3pPr>
            <a:lvl4pPr lvl="3" rtl="0" algn="r">
              <a:buNone/>
              <a:defRPr sz="800">
                <a:solidFill>
                  <a:schemeClr val="dk1"/>
                </a:solidFill>
                <a:latin typeface="Public Sans"/>
                <a:ea typeface="Public Sans"/>
                <a:cs typeface="Public Sans"/>
                <a:sym typeface="Public Sans"/>
              </a:defRPr>
            </a:lvl4pPr>
            <a:lvl5pPr lvl="4" rtl="0" algn="r">
              <a:buNone/>
              <a:defRPr sz="800">
                <a:solidFill>
                  <a:schemeClr val="dk1"/>
                </a:solidFill>
                <a:latin typeface="Public Sans"/>
                <a:ea typeface="Public Sans"/>
                <a:cs typeface="Public Sans"/>
                <a:sym typeface="Public Sans"/>
              </a:defRPr>
            </a:lvl5pPr>
            <a:lvl6pPr lvl="5" rtl="0" algn="r">
              <a:buNone/>
              <a:defRPr sz="800">
                <a:solidFill>
                  <a:schemeClr val="dk1"/>
                </a:solidFill>
                <a:latin typeface="Public Sans"/>
                <a:ea typeface="Public Sans"/>
                <a:cs typeface="Public Sans"/>
                <a:sym typeface="Public Sans"/>
              </a:defRPr>
            </a:lvl6pPr>
            <a:lvl7pPr lvl="6" rtl="0" algn="r">
              <a:buNone/>
              <a:defRPr sz="800">
                <a:solidFill>
                  <a:schemeClr val="dk1"/>
                </a:solidFill>
                <a:latin typeface="Public Sans"/>
                <a:ea typeface="Public Sans"/>
                <a:cs typeface="Public Sans"/>
                <a:sym typeface="Public Sans"/>
              </a:defRPr>
            </a:lvl7pPr>
            <a:lvl8pPr lvl="7" rtl="0" algn="r">
              <a:buNone/>
              <a:defRPr sz="800">
                <a:solidFill>
                  <a:schemeClr val="dk1"/>
                </a:solidFill>
                <a:latin typeface="Public Sans"/>
                <a:ea typeface="Public Sans"/>
                <a:cs typeface="Public Sans"/>
                <a:sym typeface="Public Sans"/>
              </a:defRPr>
            </a:lvl8pPr>
            <a:lvl9pPr lvl="8" rtl="0" algn="r">
              <a:buNone/>
              <a:defRPr sz="800">
                <a:solidFill>
                  <a:schemeClr val="dk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138" name="Google Shape;138;p18"/>
          <p:cNvSpPr txBox="1"/>
          <p:nvPr>
            <p:ph idx="3" type="body"/>
          </p:nvPr>
        </p:nvSpPr>
        <p:spPr>
          <a:xfrm>
            <a:off x="4933950" y="1188725"/>
            <a:ext cx="3657600" cy="3430800"/>
          </a:xfrm>
          <a:prstGeom prst="rect">
            <a:avLst/>
          </a:prstGeom>
        </p:spPr>
        <p:txBody>
          <a:bodyPr anchorCtr="0" anchor="t" bIns="0" lIns="0" spcFirstLastPara="1" rIns="0" wrap="square" tIns="0">
            <a:noAutofit/>
          </a:bodyPr>
          <a:lstStyle>
            <a:lvl1pPr indent="-330200" lvl="0" marL="457200" rtl="0">
              <a:spcBef>
                <a:spcPts val="0"/>
              </a:spcBef>
              <a:spcAft>
                <a:spcPts val="0"/>
              </a:spcAft>
              <a:buClr>
                <a:srgbClr val="FFFFFF"/>
              </a:buClr>
              <a:buSzPts val="1600"/>
              <a:buChar char="●"/>
              <a:defRPr>
                <a:solidFill>
                  <a:srgbClr val="FFFFFF"/>
                </a:solidFill>
              </a:defRPr>
            </a:lvl1pPr>
            <a:lvl2pPr indent="-330200" lvl="1" marL="914400" rtl="0">
              <a:spcBef>
                <a:spcPts val="0"/>
              </a:spcBef>
              <a:spcAft>
                <a:spcPts val="0"/>
              </a:spcAft>
              <a:buClr>
                <a:srgbClr val="FFFFFF"/>
              </a:buClr>
              <a:buSzPts val="1600"/>
              <a:buChar char="﹣"/>
              <a:defRPr>
                <a:solidFill>
                  <a:srgbClr val="FFFFFF"/>
                </a:solidFill>
              </a:defRPr>
            </a:lvl2pPr>
            <a:lvl3pPr indent="-330200" lvl="2" marL="1371600" rtl="0">
              <a:spcBef>
                <a:spcPts val="0"/>
              </a:spcBef>
              <a:spcAft>
                <a:spcPts val="0"/>
              </a:spcAft>
              <a:buClr>
                <a:srgbClr val="FFFFFF"/>
              </a:buClr>
              <a:buSzPts val="1600"/>
              <a:buChar char="﹣"/>
              <a:defRPr>
                <a:solidFill>
                  <a:srgbClr val="FFFFFF"/>
                </a:solidFill>
              </a:defRPr>
            </a:lvl3pPr>
            <a:lvl4pPr indent="-330200" lvl="3" marL="1828800" rtl="0">
              <a:spcBef>
                <a:spcPts val="0"/>
              </a:spcBef>
              <a:spcAft>
                <a:spcPts val="0"/>
              </a:spcAft>
              <a:buClr>
                <a:srgbClr val="FFFFFF"/>
              </a:buClr>
              <a:buSzPts val="1600"/>
              <a:buChar char="﹣"/>
              <a:defRPr>
                <a:solidFill>
                  <a:srgbClr val="FFFFFF"/>
                </a:solidFill>
              </a:defRPr>
            </a:lvl4pPr>
            <a:lvl5pPr indent="-330200" lvl="4" marL="2286000" rtl="0">
              <a:spcBef>
                <a:spcPts val="0"/>
              </a:spcBef>
              <a:spcAft>
                <a:spcPts val="0"/>
              </a:spcAft>
              <a:buClr>
                <a:srgbClr val="FFFFFF"/>
              </a:buClr>
              <a:buSzPts val="1600"/>
              <a:buChar char="﹣"/>
              <a:defRPr>
                <a:solidFill>
                  <a:srgbClr val="FFFFFF"/>
                </a:solidFill>
              </a:defRPr>
            </a:lvl5pPr>
            <a:lvl6pPr indent="-330200" lvl="5" marL="2743200" rtl="0">
              <a:spcBef>
                <a:spcPts val="0"/>
              </a:spcBef>
              <a:spcAft>
                <a:spcPts val="0"/>
              </a:spcAft>
              <a:buClr>
                <a:srgbClr val="FFFFFF"/>
              </a:buClr>
              <a:buSzPts val="1600"/>
              <a:buChar char="﹣"/>
              <a:defRPr>
                <a:solidFill>
                  <a:srgbClr val="FFFFFF"/>
                </a:solidFill>
              </a:defRPr>
            </a:lvl6pPr>
            <a:lvl7pPr indent="-330200" lvl="6" marL="3200400" rtl="0">
              <a:spcBef>
                <a:spcPts val="0"/>
              </a:spcBef>
              <a:spcAft>
                <a:spcPts val="0"/>
              </a:spcAft>
              <a:buClr>
                <a:srgbClr val="FFFFFF"/>
              </a:buClr>
              <a:buSzPts val="1600"/>
              <a:buChar char="﹣"/>
              <a:defRPr>
                <a:solidFill>
                  <a:srgbClr val="FFFFFF"/>
                </a:solidFill>
              </a:defRPr>
            </a:lvl7pPr>
            <a:lvl8pPr indent="-330200" lvl="7" marL="3657600" rtl="0">
              <a:spcBef>
                <a:spcPts val="0"/>
              </a:spcBef>
              <a:spcAft>
                <a:spcPts val="0"/>
              </a:spcAft>
              <a:buClr>
                <a:srgbClr val="FFFFFF"/>
              </a:buClr>
              <a:buSzPts val="1600"/>
              <a:buChar char="﹣"/>
              <a:defRPr>
                <a:solidFill>
                  <a:srgbClr val="FFFFFF"/>
                </a:solidFill>
              </a:defRPr>
            </a:lvl8pPr>
            <a:lvl9pPr indent="-330200" lvl="8" marL="4114800" rtl="0">
              <a:spcBef>
                <a:spcPts val="0"/>
              </a:spcBef>
              <a:spcAft>
                <a:spcPts val="0"/>
              </a:spcAft>
              <a:buClr>
                <a:srgbClr val="FFFFFF"/>
              </a:buClr>
              <a:buSzPts val="1600"/>
              <a:buChar char="﹣"/>
              <a:defRPr>
                <a:solidFill>
                  <a:srgbClr val="FFFFFF"/>
                </a:solidFill>
              </a:defRPr>
            </a:lvl9pPr>
          </a:lstStyle>
          <a:p/>
        </p:txBody>
      </p:sp>
    </p:spTree>
  </p:cSld>
  <p:clrMapOvr>
    <a:masterClrMapping/>
  </p:clrMapOvr>
  <p:extLst>
    <p:ext uri="{DCECCB84-F9BA-43D5-87BE-67443E8EF086}">
      <p15:sldGuideLst>
        <p15:guide id="1" orient="horz" pos="749">
          <p15:clr>
            <a:srgbClr val="E46962"/>
          </p15:clr>
        </p15:guide>
        <p15:guide id="2" orient="horz" pos="231">
          <p15:clr>
            <a:srgbClr val="E46962"/>
          </p15:clr>
        </p15:guide>
        <p15:guide id="3" pos="3108">
          <p15:clr>
            <a:srgbClr val="E46962"/>
          </p15:clr>
        </p15:guide>
        <p15:guide id="4" pos="2650">
          <p15:clr>
            <a:srgbClr val="E46962"/>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half bright-dark deco">
  <p:cSld name="TITLE_AND_BODY_1_1_5">
    <p:bg>
      <p:bgPr>
        <a:solidFill>
          <a:schemeClr val="accent2"/>
        </a:solidFill>
      </p:bgPr>
    </p:bg>
    <p:spTree>
      <p:nvGrpSpPr>
        <p:cNvPr id="139" name="Shape 139"/>
        <p:cNvGrpSpPr/>
        <p:nvPr/>
      </p:nvGrpSpPr>
      <p:grpSpPr>
        <a:xfrm>
          <a:off x="0" y="0"/>
          <a:ext cx="0" cy="0"/>
          <a:chOff x="0" y="0"/>
          <a:chExt cx="0" cy="0"/>
        </a:xfrm>
      </p:grpSpPr>
      <p:sp>
        <p:nvSpPr>
          <p:cNvPr id="140" name="Google Shape;140;p19"/>
          <p:cNvSpPr/>
          <p:nvPr/>
        </p:nvSpPr>
        <p:spPr>
          <a:xfrm>
            <a:off x="0" y="75"/>
            <a:ext cx="4572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9"/>
          <p:cNvSpPr/>
          <p:nvPr/>
        </p:nvSpPr>
        <p:spPr>
          <a:xfrm rot="1793545">
            <a:off x="4426827" y="-1288239"/>
            <a:ext cx="7544827" cy="2750779"/>
          </a:xfrm>
          <a:custGeom>
            <a:rect b="b" l="l" r="r" t="t"/>
            <a:pathLst>
              <a:path extrusionOk="0" h="3573" w="9800">
                <a:moveTo>
                  <a:pt x="1786" y="0"/>
                </a:moveTo>
                <a:cubicBezTo>
                  <a:pt x="1477" y="0"/>
                  <a:pt x="1179" y="84"/>
                  <a:pt x="893" y="239"/>
                </a:cubicBezTo>
                <a:cubicBezTo>
                  <a:pt x="632" y="393"/>
                  <a:pt x="405" y="620"/>
                  <a:pt x="239" y="893"/>
                </a:cubicBezTo>
                <a:cubicBezTo>
                  <a:pt x="96" y="1167"/>
                  <a:pt x="0" y="1465"/>
                  <a:pt x="0" y="1786"/>
                </a:cubicBezTo>
                <a:cubicBezTo>
                  <a:pt x="0" y="2108"/>
                  <a:pt x="84" y="2405"/>
                  <a:pt x="239" y="2679"/>
                </a:cubicBezTo>
                <a:cubicBezTo>
                  <a:pt x="393" y="2953"/>
                  <a:pt x="620" y="3179"/>
                  <a:pt x="893" y="3334"/>
                </a:cubicBezTo>
                <a:cubicBezTo>
                  <a:pt x="1167" y="3489"/>
                  <a:pt x="1465" y="3572"/>
                  <a:pt x="1786" y="3572"/>
                </a:cubicBezTo>
                <a:cubicBezTo>
                  <a:pt x="2108" y="3572"/>
                  <a:pt x="2406" y="3501"/>
                  <a:pt x="2679" y="3334"/>
                </a:cubicBezTo>
                <a:cubicBezTo>
                  <a:pt x="2846" y="3251"/>
                  <a:pt x="3013" y="3108"/>
                  <a:pt x="3132" y="2965"/>
                </a:cubicBezTo>
                <a:cubicBezTo>
                  <a:pt x="3674" y="2346"/>
                  <a:pt x="4281" y="2036"/>
                  <a:pt x="4888" y="2036"/>
                </a:cubicBezTo>
                <a:cubicBezTo>
                  <a:pt x="5495" y="2036"/>
                  <a:pt x="6102" y="2346"/>
                  <a:pt x="6644" y="2965"/>
                </a:cubicBezTo>
                <a:cubicBezTo>
                  <a:pt x="6775" y="3108"/>
                  <a:pt x="6930" y="3251"/>
                  <a:pt x="7109" y="3334"/>
                </a:cubicBezTo>
                <a:cubicBezTo>
                  <a:pt x="7370" y="3489"/>
                  <a:pt x="7668" y="3572"/>
                  <a:pt x="8001" y="3572"/>
                </a:cubicBezTo>
                <a:cubicBezTo>
                  <a:pt x="8311" y="3572"/>
                  <a:pt x="8609" y="3501"/>
                  <a:pt x="8894" y="3334"/>
                </a:cubicBezTo>
                <a:cubicBezTo>
                  <a:pt x="9156" y="3191"/>
                  <a:pt x="9383" y="2965"/>
                  <a:pt x="9549" y="2679"/>
                </a:cubicBezTo>
                <a:cubicBezTo>
                  <a:pt x="9692" y="2417"/>
                  <a:pt x="9787" y="2120"/>
                  <a:pt x="9787" y="1786"/>
                </a:cubicBezTo>
                <a:cubicBezTo>
                  <a:pt x="9799" y="1489"/>
                  <a:pt x="9728" y="1191"/>
                  <a:pt x="9561" y="917"/>
                </a:cubicBezTo>
                <a:cubicBezTo>
                  <a:pt x="9406" y="643"/>
                  <a:pt x="9192" y="417"/>
                  <a:pt x="8906" y="262"/>
                </a:cubicBezTo>
                <a:cubicBezTo>
                  <a:pt x="8644" y="108"/>
                  <a:pt x="8347" y="24"/>
                  <a:pt x="8013" y="24"/>
                </a:cubicBezTo>
                <a:cubicBezTo>
                  <a:pt x="7704" y="24"/>
                  <a:pt x="7406" y="96"/>
                  <a:pt x="7120" y="262"/>
                </a:cubicBezTo>
                <a:cubicBezTo>
                  <a:pt x="6954" y="358"/>
                  <a:pt x="6799" y="477"/>
                  <a:pt x="6656" y="631"/>
                </a:cubicBezTo>
                <a:cubicBezTo>
                  <a:pt x="6114" y="1251"/>
                  <a:pt x="5507" y="1560"/>
                  <a:pt x="4900" y="1560"/>
                </a:cubicBezTo>
                <a:cubicBezTo>
                  <a:pt x="4293" y="1560"/>
                  <a:pt x="3685" y="1251"/>
                  <a:pt x="3144" y="631"/>
                </a:cubicBezTo>
                <a:cubicBezTo>
                  <a:pt x="3013" y="477"/>
                  <a:pt x="2858" y="346"/>
                  <a:pt x="2679" y="239"/>
                </a:cubicBezTo>
                <a:cubicBezTo>
                  <a:pt x="2417" y="96"/>
                  <a:pt x="2120" y="0"/>
                  <a:pt x="178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9"/>
          <p:cNvSpPr/>
          <p:nvPr/>
        </p:nvSpPr>
        <p:spPr>
          <a:xfrm>
            <a:off x="8367100" y="-47700"/>
            <a:ext cx="1116000" cy="2697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9"/>
          <p:cNvSpPr/>
          <p:nvPr/>
        </p:nvSpPr>
        <p:spPr>
          <a:xfrm rot="1793710">
            <a:off x="-4105351" y="3244235"/>
            <a:ext cx="7544837" cy="2750779"/>
          </a:xfrm>
          <a:custGeom>
            <a:rect b="b" l="l" r="r" t="t"/>
            <a:pathLst>
              <a:path extrusionOk="0" h="3573" w="9800">
                <a:moveTo>
                  <a:pt x="1786" y="0"/>
                </a:moveTo>
                <a:cubicBezTo>
                  <a:pt x="1477" y="0"/>
                  <a:pt x="1179" y="84"/>
                  <a:pt x="893" y="239"/>
                </a:cubicBezTo>
                <a:cubicBezTo>
                  <a:pt x="632" y="393"/>
                  <a:pt x="405" y="620"/>
                  <a:pt x="239" y="893"/>
                </a:cubicBezTo>
                <a:cubicBezTo>
                  <a:pt x="96" y="1167"/>
                  <a:pt x="0" y="1465"/>
                  <a:pt x="0" y="1786"/>
                </a:cubicBezTo>
                <a:cubicBezTo>
                  <a:pt x="0" y="2108"/>
                  <a:pt x="84" y="2405"/>
                  <a:pt x="239" y="2679"/>
                </a:cubicBezTo>
                <a:cubicBezTo>
                  <a:pt x="393" y="2953"/>
                  <a:pt x="620" y="3179"/>
                  <a:pt x="893" y="3334"/>
                </a:cubicBezTo>
                <a:cubicBezTo>
                  <a:pt x="1167" y="3489"/>
                  <a:pt x="1465" y="3572"/>
                  <a:pt x="1786" y="3572"/>
                </a:cubicBezTo>
                <a:cubicBezTo>
                  <a:pt x="2108" y="3572"/>
                  <a:pt x="2406" y="3501"/>
                  <a:pt x="2679" y="3334"/>
                </a:cubicBezTo>
                <a:cubicBezTo>
                  <a:pt x="2846" y="3251"/>
                  <a:pt x="3013" y="3108"/>
                  <a:pt x="3132" y="2965"/>
                </a:cubicBezTo>
                <a:cubicBezTo>
                  <a:pt x="3674" y="2346"/>
                  <a:pt x="4281" y="2036"/>
                  <a:pt x="4888" y="2036"/>
                </a:cubicBezTo>
                <a:cubicBezTo>
                  <a:pt x="5495" y="2036"/>
                  <a:pt x="6102" y="2346"/>
                  <a:pt x="6644" y="2965"/>
                </a:cubicBezTo>
                <a:cubicBezTo>
                  <a:pt x="6775" y="3108"/>
                  <a:pt x="6930" y="3251"/>
                  <a:pt x="7109" y="3334"/>
                </a:cubicBezTo>
                <a:cubicBezTo>
                  <a:pt x="7370" y="3489"/>
                  <a:pt x="7668" y="3572"/>
                  <a:pt x="8001" y="3572"/>
                </a:cubicBezTo>
                <a:cubicBezTo>
                  <a:pt x="8311" y="3572"/>
                  <a:pt x="8609" y="3501"/>
                  <a:pt x="8894" y="3334"/>
                </a:cubicBezTo>
                <a:cubicBezTo>
                  <a:pt x="9156" y="3191"/>
                  <a:pt x="9383" y="2965"/>
                  <a:pt x="9549" y="2679"/>
                </a:cubicBezTo>
                <a:cubicBezTo>
                  <a:pt x="9692" y="2417"/>
                  <a:pt x="9787" y="2120"/>
                  <a:pt x="9787" y="1786"/>
                </a:cubicBezTo>
                <a:cubicBezTo>
                  <a:pt x="9799" y="1489"/>
                  <a:pt x="9728" y="1191"/>
                  <a:pt x="9561" y="917"/>
                </a:cubicBezTo>
                <a:cubicBezTo>
                  <a:pt x="9406" y="643"/>
                  <a:pt x="9192" y="417"/>
                  <a:pt x="8906" y="262"/>
                </a:cubicBezTo>
                <a:cubicBezTo>
                  <a:pt x="8644" y="108"/>
                  <a:pt x="8347" y="24"/>
                  <a:pt x="8013" y="24"/>
                </a:cubicBezTo>
                <a:cubicBezTo>
                  <a:pt x="7704" y="24"/>
                  <a:pt x="7406" y="96"/>
                  <a:pt x="7120" y="262"/>
                </a:cubicBezTo>
                <a:cubicBezTo>
                  <a:pt x="6954" y="358"/>
                  <a:pt x="6799" y="477"/>
                  <a:pt x="6656" y="631"/>
                </a:cubicBezTo>
                <a:cubicBezTo>
                  <a:pt x="6114" y="1251"/>
                  <a:pt x="5507" y="1560"/>
                  <a:pt x="4900" y="1560"/>
                </a:cubicBezTo>
                <a:cubicBezTo>
                  <a:pt x="4293" y="1560"/>
                  <a:pt x="3685" y="1251"/>
                  <a:pt x="3144" y="631"/>
                </a:cubicBezTo>
                <a:cubicBezTo>
                  <a:pt x="3013" y="477"/>
                  <a:pt x="2858" y="346"/>
                  <a:pt x="2679" y="239"/>
                </a:cubicBezTo>
                <a:cubicBezTo>
                  <a:pt x="2417" y="96"/>
                  <a:pt x="2120" y="0"/>
                  <a:pt x="178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9"/>
          <p:cNvSpPr txBox="1"/>
          <p:nvPr>
            <p:ph type="title"/>
          </p:nvPr>
        </p:nvSpPr>
        <p:spPr>
          <a:xfrm>
            <a:off x="365750" y="274325"/>
            <a:ext cx="3657600" cy="5487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2800"/>
              <a:buFont typeface="Public Sans SemiBold"/>
              <a:buNone/>
              <a:defRPr b="0">
                <a:solidFill>
                  <a:schemeClr val="dk1"/>
                </a:solidFill>
                <a:latin typeface="Public Sans SemiBold"/>
                <a:ea typeface="Public Sans SemiBold"/>
                <a:cs typeface="Public Sans SemiBold"/>
                <a:sym typeface="Public Sans Semi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5" name="Google Shape;145;p19"/>
          <p:cNvSpPr txBox="1"/>
          <p:nvPr>
            <p:ph idx="1" type="body"/>
          </p:nvPr>
        </p:nvSpPr>
        <p:spPr>
          <a:xfrm>
            <a:off x="365750" y="1188725"/>
            <a:ext cx="3657600" cy="3430800"/>
          </a:xfrm>
          <a:prstGeom prst="rect">
            <a:avLst/>
          </a:prstGeom>
        </p:spPr>
        <p:txBody>
          <a:bodyPr anchorCtr="0" anchor="t" bIns="0" lIns="0" spcFirstLastPara="1" rIns="0" wrap="square" tIns="0">
            <a:noAutofit/>
          </a:bodyPr>
          <a:lstStyle>
            <a:lvl1pPr indent="-330200" lvl="0" marL="457200" rtl="0">
              <a:spcBef>
                <a:spcPts val="0"/>
              </a:spcBef>
              <a:spcAft>
                <a:spcPts val="0"/>
              </a:spcAft>
              <a:buSzPts val="1600"/>
              <a:buChar char="●"/>
              <a:defRPr/>
            </a:lvl1pPr>
            <a:lvl2pPr indent="-330200" lvl="1" marL="914400" rtl="0">
              <a:spcBef>
                <a:spcPts val="0"/>
              </a:spcBef>
              <a:spcAft>
                <a:spcPts val="0"/>
              </a:spcAft>
              <a:buSzPts val="1600"/>
              <a:buChar char="﹣"/>
              <a:defRPr/>
            </a:lvl2pPr>
            <a:lvl3pPr indent="-330200" lvl="2" marL="1371600" rtl="0">
              <a:spcBef>
                <a:spcPts val="0"/>
              </a:spcBef>
              <a:spcAft>
                <a:spcPts val="0"/>
              </a:spcAft>
              <a:buSzPts val="1600"/>
              <a:buChar char="﹣"/>
              <a:defRPr/>
            </a:lvl3pPr>
            <a:lvl4pPr indent="-330200" lvl="3" marL="1828800" rtl="0">
              <a:spcBef>
                <a:spcPts val="0"/>
              </a:spcBef>
              <a:spcAft>
                <a:spcPts val="0"/>
              </a:spcAft>
              <a:buSzPts val="1600"/>
              <a:buChar char="﹣"/>
              <a:defRPr/>
            </a:lvl4pPr>
            <a:lvl5pPr indent="-330200" lvl="4" marL="2286000" rtl="0">
              <a:spcBef>
                <a:spcPts val="0"/>
              </a:spcBef>
              <a:spcAft>
                <a:spcPts val="0"/>
              </a:spcAft>
              <a:buSzPts val="1600"/>
              <a:buChar char="﹣"/>
              <a:defRPr/>
            </a:lvl5pPr>
            <a:lvl6pPr indent="-330200" lvl="5" marL="2743200" rtl="0">
              <a:spcBef>
                <a:spcPts val="0"/>
              </a:spcBef>
              <a:spcAft>
                <a:spcPts val="0"/>
              </a:spcAft>
              <a:buSzPts val="1600"/>
              <a:buChar char="﹣"/>
              <a:defRPr/>
            </a:lvl6pPr>
            <a:lvl7pPr indent="-330200" lvl="6" marL="3200400" rtl="0">
              <a:spcBef>
                <a:spcPts val="0"/>
              </a:spcBef>
              <a:spcAft>
                <a:spcPts val="0"/>
              </a:spcAft>
              <a:buSzPts val="1600"/>
              <a:buChar char="﹣"/>
              <a:defRPr/>
            </a:lvl7pPr>
            <a:lvl8pPr indent="-330200" lvl="7" marL="3657600" rtl="0">
              <a:spcBef>
                <a:spcPts val="0"/>
              </a:spcBef>
              <a:spcAft>
                <a:spcPts val="0"/>
              </a:spcAft>
              <a:buSzPts val="1600"/>
              <a:buChar char="﹣"/>
              <a:defRPr/>
            </a:lvl8pPr>
            <a:lvl9pPr indent="-330200" lvl="8" marL="4114800" rtl="0">
              <a:spcBef>
                <a:spcPts val="0"/>
              </a:spcBef>
              <a:spcAft>
                <a:spcPts val="0"/>
              </a:spcAft>
              <a:buSzPts val="1600"/>
              <a:buChar char="﹣"/>
              <a:defRPr/>
            </a:lvl9pPr>
          </a:lstStyle>
          <a:p/>
        </p:txBody>
      </p:sp>
      <p:sp>
        <p:nvSpPr>
          <p:cNvPr id="146" name="Google Shape;146;p19"/>
          <p:cNvSpPr txBox="1"/>
          <p:nvPr>
            <p:ph idx="12" type="sldNum"/>
          </p:nvPr>
        </p:nvSpPr>
        <p:spPr>
          <a:xfrm>
            <a:off x="360650" y="4880150"/>
            <a:ext cx="3667800" cy="269700"/>
          </a:xfrm>
          <a:prstGeom prst="rect">
            <a:avLst/>
          </a:prstGeom>
          <a:noFill/>
          <a:ln>
            <a:noFill/>
          </a:ln>
        </p:spPr>
        <p:txBody>
          <a:bodyPr anchorCtr="0" anchor="t" bIns="0" lIns="0" spcFirstLastPara="1" rIns="0" wrap="square" tIns="0">
            <a:noAutofit/>
          </a:bodyPr>
          <a:lstStyle>
            <a:lvl1pPr lvl="0" rtl="0" algn="l">
              <a:buNone/>
              <a:defRPr sz="800">
                <a:solidFill>
                  <a:srgbClr val="FFFFFF"/>
                </a:solidFill>
                <a:latin typeface="Public Sans"/>
                <a:ea typeface="Public Sans"/>
                <a:cs typeface="Public Sans"/>
                <a:sym typeface="Public Sans"/>
              </a:defRPr>
            </a:lvl1pPr>
            <a:lvl2pPr lvl="1" rtl="0" algn="l">
              <a:buNone/>
              <a:defRPr sz="800">
                <a:solidFill>
                  <a:srgbClr val="FFFFFF"/>
                </a:solidFill>
                <a:latin typeface="Public Sans"/>
                <a:ea typeface="Public Sans"/>
                <a:cs typeface="Public Sans"/>
                <a:sym typeface="Public Sans"/>
              </a:defRPr>
            </a:lvl2pPr>
            <a:lvl3pPr lvl="2" rtl="0" algn="l">
              <a:buNone/>
              <a:defRPr sz="800">
                <a:solidFill>
                  <a:srgbClr val="FFFFFF"/>
                </a:solidFill>
                <a:latin typeface="Public Sans"/>
                <a:ea typeface="Public Sans"/>
                <a:cs typeface="Public Sans"/>
                <a:sym typeface="Public Sans"/>
              </a:defRPr>
            </a:lvl3pPr>
            <a:lvl4pPr lvl="3" rtl="0" algn="l">
              <a:buNone/>
              <a:defRPr sz="800">
                <a:solidFill>
                  <a:srgbClr val="FFFFFF"/>
                </a:solidFill>
                <a:latin typeface="Public Sans"/>
                <a:ea typeface="Public Sans"/>
                <a:cs typeface="Public Sans"/>
                <a:sym typeface="Public Sans"/>
              </a:defRPr>
            </a:lvl4pPr>
            <a:lvl5pPr lvl="4" rtl="0" algn="l">
              <a:buNone/>
              <a:defRPr sz="800">
                <a:solidFill>
                  <a:srgbClr val="FFFFFF"/>
                </a:solidFill>
                <a:latin typeface="Public Sans"/>
                <a:ea typeface="Public Sans"/>
                <a:cs typeface="Public Sans"/>
                <a:sym typeface="Public Sans"/>
              </a:defRPr>
            </a:lvl5pPr>
            <a:lvl6pPr lvl="5" rtl="0" algn="l">
              <a:buNone/>
              <a:defRPr sz="800">
                <a:solidFill>
                  <a:srgbClr val="FFFFFF"/>
                </a:solidFill>
                <a:latin typeface="Public Sans"/>
                <a:ea typeface="Public Sans"/>
                <a:cs typeface="Public Sans"/>
                <a:sym typeface="Public Sans"/>
              </a:defRPr>
            </a:lvl6pPr>
            <a:lvl7pPr lvl="6" rtl="0" algn="l">
              <a:buNone/>
              <a:defRPr sz="800">
                <a:solidFill>
                  <a:srgbClr val="FFFFFF"/>
                </a:solidFill>
                <a:latin typeface="Public Sans"/>
                <a:ea typeface="Public Sans"/>
                <a:cs typeface="Public Sans"/>
                <a:sym typeface="Public Sans"/>
              </a:defRPr>
            </a:lvl7pPr>
            <a:lvl8pPr lvl="7" rtl="0" algn="l">
              <a:buNone/>
              <a:defRPr sz="800">
                <a:solidFill>
                  <a:srgbClr val="FFFFFF"/>
                </a:solidFill>
                <a:latin typeface="Public Sans"/>
                <a:ea typeface="Public Sans"/>
                <a:cs typeface="Public Sans"/>
                <a:sym typeface="Public Sans"/>
              </a:defRPr>
            </a:lvl8pPr>
            <a:lvl9pPr lvl="8" rtl="0" algn="l">
              <a:buNone/>
              <a:defRPr sz="800">
                <a:solidFill>
                  <a:srgbClr val="FFFFFF"/>
                </a:solidFill>
                <a:latin typeface="Public Sans"/>
                <a:ea typeface="Public Sans"/>
                <a:cs typeface="Public Sans"/>
                <a:sym typeface="Public Sans"/>
              </a:defRPr>
            </a:lvl9pPr>
          </a:lstStyle>
          <a:p>
            <a:pPr indent="0" lvl="0" marL="0" rtl="0" algn="l">
              <a:spcBef>
                <a:spcPts val="0"/>
              </a:spcBef>
              <a:spcAft>
                <a:spcPts val="0"/>
              </a:spcAft>
              <a:buNone/>
            </a:pPr>
            <a:r>
              <a:rPr lang="en"/>
              <a:t>Neo4j Inc. All rights reserved 2023	</a:t>
            </a:r>
            <a:endParaRPr/>
          </a:p>
        </p:txBody>
      </p:sp>
      <p:sp>
        <p:nvSpPr>
          <p:cNvPr id="147" name="Google Shape;147;p19"/>
          <p:cNvSpPr txBox="1"/>
          <p:nvPr>
            <p:ph idx="2" type="sldNum"/>
          </p:nvPr>
        </p:nvSpPr>
        <p:spPr>
          <a:xfrm>
            <a:off x="0" y="4880150"/>
            <a:ext cx="265200" cy="269700"/>
          </a:xfrm>
          <a:prstGeom prst="rect">
            <a:avLst/>
          </a:prstGeom>
          <a:noFill/>
          <a:ln>
            <a:noFill/>
          </a:ln>
        </p:spPr>
        <p:txBody>
          <a:bodyPr anchorCtr="0" anchor="t" bIns="0" lIns="0" spcFirstLastPara="1" rIns="0" wrap="square" tIns="0">
            <a:noAutofit/>
          </a:bodyPr>
          <a:lstStyle>
            <a:lvl1pPr lvl="0" rtl="0" algn="r">
              <a:buNone/>
              <a:defRPr sz="800">
                <a:solidFill>
                  <a:srgbClr val="FFFFFF"/>
                </a:solidFill>
                <a:latin typeface="Public Sans"/>
                <a:ea typeface="Public Sans"/>
                <a:cs typeface="Public Sans"/>
                <a:sym typeface="Public Sans"/>
              </a:defRPr>
            </a:lvl1pPr>
            <a:lvl2pPr lvl="1" rtl="0" algn="r">
              <a:buNone/>
              <a:defRPr sz="800">
                <a:solidFill>
                  <a:srgbClr val="FFFFFF"/>
                </a:solidFill>
                <a:latin typeface="Public Sans"/>
                <a:ea typeface="Public Sans"/>
                <a:cs typeface="Public Sans"/>
                <a:sym typeface="Public Sans"/>
              </a:defRPr>
            </a:lvl2pPr>
            <a:lvl3pPr lvl="2" rtl="0" algn="r">
              <a:buNone/>
              <a:defRPr sz="800">
                <a:solidFill>
                  <a:srgbClr val="FFFFFF"/>
                </a:solidFill>
                <a:latin typeface="Public Sans"/>
                <a:ea typeface="Public Sans"/>
                <a:cs typeface="Public Sans"/>
                <a:sym typeface="Public Sans"/>
              </a:defRPr>
            </a:lvl3pPr>
            <a:lvl4pPr lvl="3" rtl="0" algn="r">
              <a:buNone/>
              <a:defRPr sz="800">
                <a:solidFill>
                  <a:srgbClr val="FFFFFF"/>
                </a:solidFill>
                <a:latin typeface="Public Sans"/>
                <a:ea typeface="Public Sans"/>
                <a:cs typeface="Public Sans"/>
                <a:sym typeface="Public Sans"/>
              </a:defRPr>
            </a:lvl4pPr>
            <a:lvl5pPr lvl="4" rtl="0" algn="r">
              <a:buNone/>
              <a:defRPr sz="800">
                <a:solidFill>
                  <a:srgbClr val="FFFFFF"/>
                </a:solidFill>
                <a:latin typeface="Public Sans"/>
                <a:ea typeface="Public Sans"/>
                <a:cs typeface="Public Sans"/>
                <a:sym typeface="Public Sans"/>
              </a:defRPr>
            </a:lvl5pPr>
            <a:lvl6pPr lvl="5" rtl="0" algn="r">
              <a:buNone/>
              <a:defRPr sz="800">
                <a:solidFill>
                  <a:srgbClr val="FFFFFF"/>
                </a:solidFill>
                <a:latin typeface="Public Sans"/>
                <a:ea typeface="Public Sans"/>
                <a:cs typeface="Public Sans"/>
                <a:sym typeface="Public Sans"/>
              </a:defRPr>
            </a:lvl6pPr>
            <a:lvl7pPr lvl="6" rtl="0" algn="r">
              <a:buNone/>
              <a:defRPr sz="800">
                <a:solidFill>
                  <a:srgbClr val="FFFFFF"/>
                </a:solidFill>
                <a:latin typeface="Public Sans"/>
                <a:ea typeface="Public Sans"/>
                <a:cs typeface="Public Sans"/>
                <a:sym typeface="Public Sans"/>
              </a:defRPr>
            </a:lvl7pPr>
            <a:lvl8pPr lvl="7" rtl="0" algn="r">
              <a:buNone/>
              <a:defRPr sz="800">
                <a:solidFill>
                  <a:srgbClr val="FFFFFF"/>
                </a:solidFill>
                <a:latin typeface="Public Sans"/>
                <a:ea typeface="Public Sans"/>
                <a:cs typeface="Public Sans"/>
                <a:sym typeface="Public Sans"/>
              </a:defRPr>
            </a:lvl8pPr>
            <a:lvl9pPr lvl="8" rtl="0" algn="r">
              <a:buNone/>
              <a:defRPr sz="800">
                <a:solidFill>
                  <a:srgbClr val="FFFFFF"/>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148" name="Google Shape;148;p19"/>
          <p:cNvSpPr txBox="1"/>
          <p:nvPr>
            <p:ph idx="3" type="body"/>
          </p:nvPr>
        </p:nvSpPr>
        <p:spPr>
          <a:xfrm>
            <a:off x="4933950" y="1188725"/>
            <a:ext cx="3657600" cy="3430800"/>
          </a:xfrm>
          <a:prstGeom prst="rect">
            <a:avLst/>
          </a:prstGeom>
        </p:spPr>
        <p:txBody>
          <a:bodyPr anchorCtr="0" anchor="t" bIns="0" lIns="0" spcFirstLastPara="1" rIns="0" wrap="square" tIns="0">
            <a:noAutofit/>
          </a:bodyPr>
          <a:lstStyle>
            <a:lvl1pPr indent="-330200" lvl="0" marL="457200" rtl="0">
              <a:spcBef>
                <a:spcPts val="0"/>
              </a:spcBef>
              <a:spcAft>
                <a:spcPts val="0"/>
              </a:spcAft>
              <a:buClr>
                <a:srgbClr val="FFFFFF"/>
              </a:buClr>
              <a:buSzPts val="1600"/>
              <a:buChar char="●"/>
              <a:defRPr>
                <a:solidFill>
                  <a:srgbClr val="FFFFFF"/>
                </a:solidFill>
              </a:defRPr>
            </a:lvl1pPr>
            <a:lvl2pPr indent="-330200" lvl="1" marL="914400" rtl="0">
              <a:spcBef>
                <a:spcPts val="0"/>
              </a:spcBef>
              <a:spcAft>
                <a:spcPts val="0"/>
              </a:spcAft>
              <a:buClr>
                <a:srgbClr val="FFFFFF"/>
              </a:buClr>
              <a:buSzPts val="1600"/>
              <a:buChar char="﹣"/>
              <a:defRPr>
                <a:solidFill>
                  <a:srgbClr val="FFFFFF"/>
                </a:solidFill>
              </a:defRPr>
            </a:lvl2pPr>
            <a:lvl3pPr indent="-330200" lvl="2" marL="1371600" rtl="0">
              <a:spcBef>
                <a:spcPts val="0"/>
              </a:spcBef>
              <a:spcAft>
                <a:spcPts val="0"/>
              </a:spcAft>
              <a:buClr>
                <a:srgbClr val="FFFFFF"/>
              </a:buClr>
              <a:buSzPts val="1600"/>
              <a:buChar char="﹣"/>
              <a:defRPr>
                <a:solidFill>
                  <a:srgbClr val="FFFFFF"/>
                </a:solidFill>
              </a:defRPr>
            </a:lvl3pPr>
            <a:lvl4pPr indent="-330200" lvl="3" marL="1828800" rtl="0">
              <a:spcBef>
                <a:spcPts val="0"/>
              </a:spcBef>
              <a:spcAft>
                <a:spcPts val="0"/>
              </a:spcAft>
              <a:buClr>
                <a:srgbClr val="FFFFFF"/>
              </a:buClr>
              <a:buSzPts val="1600"/>
              <a:buChar char="﹣"/>
              <a:defRPr>
                <a:solidFill>
                  <a:srgbClr val="FFFFFF"/>
                </a:solidFill>
              </a:defRPr>
            </a:lvl4pPr>
            <a:lvl5pPr indent="-330200" lvl="4" marL="2286000" rtl="0">
              <a:spcBef>
                <a:spcPts val="0"/>
              </a:spcBef>
              <a:spcAft>
                <a:spcPts val="0"/>
              </a:spcAft>
              <a:buClr>
                <a:srgbClr val="FFFFFF"/>
              </a:buClr>
              <a:buSzPts val="1600"/>
              <a:buChar char="﹣"/>
              <a:defRPr>
                <a:solidFill>
                  <a:srgbClr val="FFFFFF"/>
                </a:solidFill>
              </a:defRPr>
            </a:lvl5pPr>
            <a:lvl6pPr indent="-330200" lvl="5" marL="2743200" rtl="0">
              <a:spcBef>
                <a:spcPts val="0"/>
              </a:spcBef>
              <a:spcAft>
                <a:spcPts val="0"/>
              </a:spcAft>
              <a:buClr>
                <a:srgbClr val="FFFFFF"/>
              </a:buClr>
              <a:buSzPts val="1600"/>
              <a:buChar char="﹣"/>
              <a:defRPr>
                <a:solidFill>
                  <a:srgbClr val="FFFFFF"/>
                </a:solidFill>
              </a:defRPr>
            </a:lvl6pPr>
            <a:lvl7pPr indent="-330200" lvl="6" marL="3200400" rtl="0">
              <a:spcBef>
                <a:spcPts val="0"/>
              </a:spcBef>
              <a:spcAft>
                <a:spcPts val="0"/>
              </a:spcAft>
              <a:buClr>
                <a:srgbClr val="FFFFFF"/>
              </a:buClr>
              <a:buSzPts val="1600"/>
              <a:buChar char="﹣"/>
              <a:defRPr>
                <a:solidFill>
                  <a:srgbClr val="FFFFFF"/>
                </a:solidFill>
              </a:defRPr>
            </a:lvl7pPr>
            <a:lvl8pPr indent="-330200" lvl="7" marL="3657600" rtl="0">
              <a:spcBef>
                <a:spcPts val="0"/>
              </a:spcBef>
              <a:spcAft>
                <a:spcPts val="0"/>
              </a:spcAft>
              <a:buClr>
                <a:srgbClr val="FFFFFF"/>
              </a:buClr>
              <a:buSzPts val="1600"/>
              <a:buChar char="﹣"/>
              <a:defRPr>
                <a:solidFill>
                  <a:srgbClr val="FFFFFF"/>
                </a:solidFill>
              </a:defRPr>
            </a:lvl8pPr>
            <a:lvl9pPr indent="-330200" lvl="8" marL="4114800" rtl="0">
              <a:spcBef>
                <a:spcPts val="0"/>
              </a:spcBef>
              <a:spcAft>
                <a:spcPts val="0"/>
              </a:spcAft>
              <a:buClr>
                <a:srgbClr val="FFFFFF"/>
              </a:buClr>
              <a:buSzPts val="1600"/>
              <a:buChar char="﹣"/>
              <a:defRPr>
                <a:solidFill>
                  <a:srgbClr val="FFFFFF"/>
                </a:solidFill>
              </a:defRPr>
            </a:lvl9pPr>
          </a:lstStyle>
          <a:p/>
        </p:txBody>
      </p:sp>
    </p:spTree>
  </p:cSld>
  <p:clrMapOvr>
    <a:masterClrMapping/>
  </p:clrMapOvr>
  <p:extLst>
    <p:ext uri="{DCECCB84-F9BA-43D5-87BE-67443E8EF086}">
      <p15:sldGuideLst>
        <p15:guide id="1" orient="horz" pos="749">
          <p15:clr>
            <a:srgbClr val="E46962"/>
          </p15:clr>
        </p15:guide>
        <p15:guide id="2" orient="horz" pos="231">
          <p15:clr>
            <a:srgbClr val="E46962"/>
          </p15:clr>
        </p15:guide>
        <p15:guide id="3" pos="3108">
          <p15:clr>
            <a:srgbClr val="E46962"/>
          </p15:clr>
        </p15:guide>
        <p15:guide id="4" pos="2650">
          <p15:clr>
            <a:srgbClr val="E46962"/>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third bright-dark">
  <p:cSld name="TITLE_AND_BODY_1_1_4">
    <p:bg>
      <p:bgPr>
        <a:solidFill>
          <a:schemeClr val="accent2"/>
        </a:solidFill>
      </p:bgPr>
    </p:bg>
    <p:spTree>
      <p:nvGrpSpPr>
        <p:cNvPr id="149" name="Shape 149"/>
        <p:cNvGrpSpPr/>
        <p:nvPr/>
      </p:nvGrpSpPr>
      <p:grpSpPr>
        <a:xfrm>
          <a:off x="0" y="0"/>
          <a:ext cx="0" cy="0"/>
          <a:chOff x="0" y="0"/>
          <a:chExt cx="0" cy="0"/>
        </a:xfrm>
      </p:grpSpPr>
      <p:sp>
        <p:nvSpPr>
          <p:cNvPr id="150" name="Google Shape;150;p20"/>
          <p:cNvSpPr/>
          <p:nvPr/>
        </p:nvSpPr>
        <p:spPr>
          <a:xfrm>
            <a:off x="0" y="75"/>
            <a:ext cx="3045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0"/>
          <p:cNvSpPr txBox="1"/>
          <p:nvPr>
            <p:ph type="title"/>
          </p:nvPr>
        </p:nvSpPr>
        <p:spPr>
          <a:xfrm>
            <a:off x="365750" y="274325"/>
            <a:ext cx="2404800" cy="5487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2800"/>
              <a:buFont typeface="Public Sans SemiBold"/>
              <a:buNone/>
              <a:defRPr b="0">
                <a:solidFill>
                  <a:schemeClr val="dk1"/>
                </a:solidFill>
                <a:latin typeface="Public Sans SemiBold"/>
                <a:ea typeface="Public Sans SemiBold"/>
                <a:cs typeface="Public Sans SemiBold"/>
                <a:sym typeface="Public Sans Semi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2" name="Google Shape;152;p20"/>
          <p:cNvSpPr txBox="1"/>
          <p:nvPr>
            <p:ph idx="1" type="body"/>
          </p:nvPr>
        </p:nvSpPr>
        <p:spPr>
          <a:xfrm>
            <a:off x="365750" y="1188725"/>
            <a:ext cx="2404800" cy="3430800"/>
          </a:xfrm>
          <a:prstGeom prst="rect">
            <a:avLst/>
          </a:prstGeom>
        </p:spPr>
        <p:txBody>
          <a:bodyPr anchorCtr="0" anchor="t" bIns="0" lIns="0" spcFirstLastPara="1" rIns="0" wrap="square" tIns="0">
            <a:noAutofit/>
          </a:bodyPr>
          <a:lstStyle>
            <a:lvl1pPr indent="-330200" lvl="0" marL="457200" rtl="0">
              <a:spcBef>
                <a:spcPts val="0"/>
              </a:spcBef>
              <a:spcAft>
                <a:spcPts val="0"/>
              </a:spcAft>
              <a:buSzPts val="1600"/>
              <a:buChar char="●"/>
              <a:defRPr/>
            </a:lvl1pPr>
            <a:lvl2pPr indent="-330200" lvl="1" marL="914400" rtl="0">
              <a:spcBef>
                <a:spcPts val="0"/>
              </a:spcBef>
              <a:spcAft>
                <a:spcPts val="0"/>
              </a:spcAft>
              <a:buSzPts val="1600"/>
              <a:buChar char="﹣"/>
              <a:defRPr/>
            </a:lvl2pPr>
            <a:lvl3pPr indent="-330200" lvl="2" marL="1371600" rtl="0">
              <a:spcBef>
                <a:spcPts val="0"/>
              </a:spcBef>
              <a:spcAft>
                <a:spcPts val="0"/>
              </a:spcAft>
              <a:buSzPts val="1600"/>
              <a:buChar char="﹣"/>
              <a:defRPr/>
            </a:lvl3pPr>
            <a:lvl4pPr indent="-330200" lvl="3" marL="1828800" rtl="0">
              <a:spcBef>
                <a:spcPts val="0"/>
              </a:spcBef>
              <a:spcAft>
                <a:spcPts val="0"/>
              </a:spcAft>
              <a:buSzPts val="1600"/>
              <a:buChar char="﹣"/>
              <a:defRPr/>
            </a:lvl4pPr>
            <a:lvl5pPr indent="-330200" lvl="4" marL="2286000" rtl="0">
              <a:spcBef>
                <a:spcPts val="0"/>
              </a:spcBef>
              <a:spcAft>
                <a:spcPts val="0"/>
              </a:spcAft>
              <a:buSzPts val="1600"/>
              <a:buChar char="﹣"/>
              <a:defRPr/>
            </a:lvl5pPr>
            <a:lvl6pPr indent="-330200" lvl="5" marL="2743200" rtl="0">
              <a:spcBef>
                <a:spcPts val="0"/>
              </a:spcBef>
              <a:spcAft>
                <a:spcPts val="0"/>
              </a:spcAft>
              <a:buSzPts val="1600"/>
              <a:buChar char="﹣"/>
              <a:defRPr/>
            </a:lvl6pPr>
            <a:lvl7pPr indent="-330200" lvl="6" marL="3200400" rtl="0">
              <a:spcBef>
                <a:spcPts val="0"/>
              </a:spcBef>
              <a:spcAft>
                <a:spcPts val="0"/>
              </a:spcAft>
              <a:buSzPts val="1600"/>
              <a:buChar char="﹣"/>
              <a:defRPr/>
            </a:lvl7pPr>
            <a:lvl8pPr indent="-330200" lvl="7" marL="3657600" rtl="0">
              <a:spcBef>
                <a:spcPts val="0"/>
              </a:spcBef>
              <a:spcAft>
                <a:spcPts val="0"/>
              </a:spcAft>
              <a:buSzPts val="1600"/>
              <a:buChar char="﹣"/>
              <a:defRPr/>
            </a:lvl8pPr>
            <a:lvl9pPr indent="-330200" lvl="8" marL="4114800" rtl="0">
              <a:spcBef>
                <a:spcPts val="0"/>
              </a:spcBef>
              <a:spcAft>
                <a:spcPts val="0"/>
              </a:spcAft>
              <a:buSzPts val="1600"/>
              <a:buChar char="﹣"/>
              <a:defRPr/>
            </a:lvl9pPr>
          </a:lstStyle>
          <a:p/>
        </p:txBody>
      </p:sp>
      <p:sp>
        <p:nvSpPr>
          <p:cNvPr id="153" name="Google Shape;153;p20"/>
          <p:cNvSpPr txBox="1"/>
          <p:nvPr>
            <p:ph idx="12" type="sldNum"/>
          </p:nvPr>
        </p:nvSpPr>
        <p:spPr>
          <a:xfrm>
            <a:off x="360650" y="4880150"/>
            <a:ext cx="3667800" cy="269700"/>
          </a:xfrm>
          <a:prstGeom prst="rect">
            <a:avLst/>
          </a:prstGeom>
          <a:noFill/>
          <a:ln>
            <a:noFill/>
          </a:ln>
        </p:spPr>
        <p:txBody>
          <a:bodyPr anchorCtr="0" anchor="t" bIns="0" lIns="0" spcFirstLastPara="1" rIns="0" wrap="square" tIns="0">
            <a:noAutofit/>
          </a:bodyPr>
          <a:lstStyle>
            <a:lvl1pPr lvl="0" rtl="0" algn="l">
              <a:buNone/>
              <a:defRPr sz="800">
                <a:solidFill>
                  <a:schemeClr val="dk1"/>
                </a:solidFill>
                <a:latin typeface="Public Sans"/>
                <a:ea typeface="Public Sans"/>
                <a:cs typeface="Public Sans"/>
                <a:sym typeface="Public Sans"/>
              </a:defRPr>
            </a:lvl1pPr>
            <a:lvl2pPr lvl="1" rtl="0" algn="l">
              <a:buNone/>
              <a:defRPr sz="800">
                <a:solidFill>
                  <a:schemeClr val="dk1"/>
                </a:solidFill>
                <a:latin typeface="Public Sans"/>
                <a:ea typeface="Public Sans"/>
                <a:cs typeface="Public Sans"/>
                <a:sym typeface="Public Sans"/>
              </a:defRPr>
            </a:lvl2pPr>
            <a:lvl3pPr lvl="2" rtl="0" algn="l">
              <a:buNone/>
              <a:defRPr sz="800">
                <a:solidFill>
                  <a:schemeClr val="dk1"/>
                </a:solidFill>
                <a:latin typeface="Public Sans"/>
                <a:ea typeface="Public Sans"/>
                <a:cs typeface="Public Sans"/>
                <a:sym typeface="Public Sans"/>
              </a:defRPr>
            </a:lvl3pPr>
            <a:lvl4pPr lvl="3" rtl="0" algn="l">
              <a:buNone/>
              <a:defRPr sz="800">
                <a:solidFill>
                  <a:schemeClr val="dk1"/>
                </a:solidFill>
                <a:latin typeface="Public Sans"/>
                <a:ea typeface="Public Sans"/>
                <a:cs typeface="Public Sans"/>
                <a:sym typeface="Public Sans"/>
              </a:defRPr>
            </a:lvl4pPr>
            <a:lvl5pPr lvl="4" rtl="0" algn="l">
              <a:buNone/>
              <a:defRPr sz="800">
                <a:solidFill>
                  <a:schemeClr val="dk1"/>
                </a:solidFill>
                <a:latin typeface="Public Sans"/>
                <a:ea typeface="Public Sans"/>
                <a:cs typeface="Public Sans"/>
                <a:sym typeface="Public Sans"/>
              </a:defRPr>
            </a:lvl5pPr>
            <a:lvl6pPr lvl="5" rtl="0" algn="l">
              <a:buNone/>
              <a:defRPr sz="800">
                <a:solidFill>
                  <a:schemeClr val="dk1"/>
                </a:solidFill>
                <a:latin typeface="Public Sans"/>
                <a:ea typeface="Public Sans"/>
                <a:cs typeface="Public Sans"/>
                <a:sym typeface="Public Sans"/>
              </a:defRPr>
            </a:lvl6pPr>
            <a:lvl7pPr lvl="6" rtl="0" algn="l">
              <a:buNone/>
              <a:defRPr sz="800">
                <a:solidFill>
                  <a:schemeClr val="dk1"/>
                </a:solidFill>
                <a:latin typeface="Public Sans"/>
                <a:ea typeface="Public Sans"/>
                <a:cs typeface="Public Sans"/>
                <a:sym typeface="Public Sans"/>
              </a:defRPr>
            </a:lvl7pPr>
            <a:lvl8pPr lvl="7" rtl="0" algn="l">
              <a:buNone/>
              <a:defRPr sz="800">
                <a:solidFill>
                  <a:schemeClr val="dk1"/>
                </a:solidFill>
                <a:latin typeface="Public Sans"/>
                <a:ea typeface="Public Sans"/>
                <a:cs typeface="Public Sans"/>
                <a:sym typeface="Public Sans"/>
              </a:defRPr>
            </a:lvl8pPr>
            <a:lvl9pPr lvl="8" rtl="0" algn="l">
              <a:buNone/>
              <a:defRPr sz="800">
                <a:solidFill>
                  <a:schemeClr val="dk1"/>
                </a:solidFill>
                <a:latin typeface="Public Sans"/>
                <a:ea typeface="Public Sans"/>
                <a:cs typeface="Public Sans"/>
                <a:sym typeface="Public Sans"/>
              </a:defRPr>
            </a:lvl9pPr>
          </a:lstStyle>
          <a:p>
            <a:pPr indent="0" lvl="0" marL="0" rtl="0" algn="l">
              <a:spcBef>
                <a:spcPts val="0"/>
              </a:spcBef>
              <a:spcAft>
                <a:spcPts val="0"/>
              </a:spcAft>
              <a:buNone/>
            </a:pPr>
            <a:r>
              <a:rPr lang="en"/>
              <a:t>Neo4j Inc. All rights reserved 2023	</a:t>
            </a:r>
            <a:endParaRPr/>
          </a:p>
        </p:txBody>
      </p:sp>
      <p:sp>
        <p:nvSpPr>
          <p:cNvPr id="154" name="Google Shape;154;p20"/>
          <p:cNvSpPr txBox="1"/>
          <p:nvPr>
            <p:ph idx="2" type="sldNum"/>
          </p:nvPr>
        </p:nvSpPr>
        <p:spPr>
          <a:xfrm>
            <a:off x="0" y="4880150"/>
            <a:ext cx="265200" cy="269700"/>
          </a:xfrm>
          <a:prstGeom prst="rect">
            <a:avLst/>
          </a:prstGeom>
          <a:noFill/>
          <a:ln>
            <a:noFill/>
          </a:ln>
        </p:spPr>
        <p:txBody>
          <a:bodyPr anchorCtr="0" anchor="t" bIns="0" lIns="0" spcFirstLastPara="1" rIns="0" wrap="square" tIns="0">
            <a:noAutofit/>
          </a:bodyPr>
          <a:lstStyle>
            <a:lvl1pPr lvl="0" rtl="0" algn="r">
              <a:buNone/>
              <a:defRPr sz="800">
                <a:solidFill>
                  <a:schemeClr val="dk1"/>
                </a:solidFill>
                <a:latin typeface="Public Sans"/>
                <a:ea typeface="Public Sans"/>
                <a:cs typeface="Public Sans"/>
                <a:sym typeface="Public Sans"/>
              </a:defRPr>
            </a:lvl1pPr>
            <a:lvl2pPr lvl="1" rtl="0" algn="r">
              <a:buNone/>
              <a:defRPr sz="800">
                <a:solidFill>
                  <a:schemeClr val="dk1"/>
                </a:solidFill>
                <a:latin typeface="Public Sans"/>
                <a:ea typeface="Public Sans"/>
                <a:cs typeface="Public Sans"/>
                <a:sym typeface="Public Sans"/>
              </a:defRPr>
            </a:lvl2pPr>
            <a:lvl3pPr lvl="2" rtl="0" algn="r">
              <a:buNone/>
              <a:defRPr sz="800">
                <a:solidFill>
                  <a:schemeClr val="dk1"/>
                </a:solidFill>
                <a:latin typeface="Public Sans"/>
                <a:ea typeface="Public Sans"/>
                <a:cs typeface="Public Sans"/>
                <a:sym typeface="Public Sans"/>
              </a:defRPr>
            </a:lvl3pPr>
            <a:lvl4pPr lvl="3" rtl="0" algn="r">
              <a:buNone/>
              <a:defRPr sz="800">
                <a:solidFill>
                  <a:schemeClr val="dk1"/>
                </a:solidFill>
                <a:latin typeface="Public Sans"/>
                <a:ea typeface="Public Sans"/>
                <a:cs typeface="Public Sans"/>
                <a:sym typeface="Public Sans"/>
              </a:defRPr>
            </a:lvl4pPr>
            <a:lvl5pPr lvl="4" rtl="0" algn="r">
              <a:buNone/>
              <a:defRPr sz="800">
                <a:solidFill>
                  <a:schemeClr val="dk1"/>
                </a:solidFill>
                <a:latin typeface="Public Sans"/>
                <a:ea typeface="Public Sans"/>
                <a:cs typeface="Public Sans"/>
                <a:sym typeface="Public Sans"/>
              </a:defRPr>
            </a:lvl5pPr>
            <a:lvl6pPr lvl="5" rtl="0" algn="r">
              <a:buNone/>
              <a:defRPr sz="800">
                <a:solidFill>
                  <a:schemeClr val="dk1"/>
                </a:solidFill>
                <a:latin typeface="Public Sans"/>
                <a:ea typeface="Public Sans"/>
                <a:cs typeface="Public Sans"/>
                <a:sym typeface="Public Sans"/>
              </a:defRPr>
            </a:lvl6pPr>
            <a:lvl7pPr lvl="6" rtl="0" algn="r">
              <a:buNone/>
              <a:defRPr sz="800">
                <a:solidFill>
                  <a:schemeClr val="dk1"/>
                </a:solidFill>
                <a:latin typeface="Public Sans"/>
                <a:ea typeface="Public Sans"/>
                <a:cs typeface="Public Sans"/>
                <a:sym typeface="Public Sans"/>
              </a:defRPr>
            </a:lvl7pPr>
            <a:lvl8pPr lvl="7" rtl="0" algn="r">
              <a:buNone/>
              <a:defRPr sz="800">
                <a:solidFill>
                  <a:schemeClr val="dk1"/>
                </a:solidFill>
                <a:latin typeface="Public Sans"/>
                <a:ea typeface="Public Sans"/>
                <a:cs typeface="Public Sans"/>
                <a:sym typeface="Public Sans"/>
              </a:defRPr>
            </a:lvl8pPr>
            <a:lvl9pPr lvl="8" rtl="0" algn="r">
              <a:buNone/>
              <a:defRPr sz="800">
                <a:solidFill>
                  <a:schemeClr val="dk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155" name="Google Shape;155;p20"/>
          <p:cNvSpPr txBox="1"/>
          <p:nvPr>
            <p:ph idx="3" type="body"/>
          </p:nvPr>
        </p:nvSpPr>
        <p:spPr>
          <a:xfrm>
            <a:off x="3410700" y="1188725"/>
            <a:ext cx="5181000" cy="3430800"/>
          </a:xfrm>
          <a:prstGeom prst="rect">
            <a:avLst/>
          </a:prstGeom>
        </p:spPr>
        <p:txBody>
          <a:bodyPr anchorCtr="0" anchor="t" bIns="0" lIns="0" spcFirstLastPara="1" rIns="0" wrap="square" tIns="0">
            <a:noAutofit/>
          </a:bodyPr>
          <a:lstStyle>
            <a:lvl1pPr indent="-330200" lvl="0" marL="457200" rtl="0">
              <a:spcBef>
                <a:spcPts val="0"/>
              </a:spcBef>
              <a:spcAft>
                <a:spcPts val="0"/>
              </a:spcAft>
              <a:buClr>
                <a:srgbClr val="FFFFFF"/>
              </a:buClr>
              <a:buSzPts val="1600"/>
              <a:buChar char="●"/>
              <a:defRPr>
                <a:solidFill>
                  <a:srgbClr val="FFFFFF"/>
                </a:solidFill>
              </a:defRPr>
            </a:lvl1pPr>
            <a:lvl2pPr indent="-330200" lvl="1" marL="914400" rtl="0">
              <a:spcBef>
                <a:spcPts val="0"/>
              </a:spcBef>
              <a:spcAft>
                <a:spcPts val="0"/>
              </a:spcAft>
              <a:buClr>
                <a:srgbClr val="FFFFFF"/>
              </a:buClr>
              <a:buSzPts val="1600"/>
              <a:buChar char="﹣"/>
              <a:defRPr>
                <a:solidFill>
                  <a:srgbClr val="FFFFFF"/>
                </a:solidFill>
              </a:defRPr>
            </a:lvl2pPr>
            <a:lvl3pPr indent="-330200" lvl="2" marL="1371600" rtl="0">
              <a:spcBef>
                <a:spcPts val="0"/>
              </a:spcBef>
              <a:spcAft>
                <a:spcPts val="0"/>
              </a:spcAft>
              <a:buClr>
                <a:srgbClr val="FFFFFF"/>
              </a:buClr>
              <a:buSzPts val="1600"/>
              <a:buChar char="﹣"/>
              <a:defRPr>
                <a:solidFill>
                  <a:srgbClr val="FFFFFF"/>
                </a:solidFill>
              </a:defRPr>
            </a:lvl3pPr>
            <a:lvl4pPr indent="-330200" lvl="3" marL="1828800" rtl="0">
              <a:spcBef>
                <a:spcPts val="0"/>
              </a:spcBef>
              <a:spcAft>
                <a:spcPts val="0"/>
              </a:spcAft>
              <a:buClr>
                <a:srgbClr val="FFFFFF"/>
              </a:buClr>
              <a:buSzPts val="1600"/>
              <a:buChar char="﹣"/>
              <a:defRPr>
                <a:solidFill>
                  <a:srgbClr val="FFFFFF"/>
                </a:solidFill>
              </a:defRPr>
            </a:lvl4pPr>
            <a:lvl5pPr indent="-330200" lvl="4" marL="2286000" rtl="0">
              <a:spcBef>
                <a:spcPts val="0"/>
              </a:spcBef>
              <a:spcAft>
                <a:spcPts val="0"/>
              </a:spcAft>
              <a:buClr>
                <a:srgbClr val="FFFFFF"/>
              </a:buClr>
              <a:buSzPts val="1600"/>
              <a:buChar char="﹣"/>
              <a:defRPr>
                <a:solidFill>
                  <a:srgbClr val="FFFFFF"/>
                </a:solidFill>
              </a:defRPr>
            </a:lvl5pPr>
            <a:lvl6pPr indent="-330200" lvl="5" marL="2743200" rtl="0">
              <a:spcBef>
                <a:spcPts val="0"/>
              </a:spcBef>
              <a:spcAft>
                <a:spcPts val="0"/>
              </a:spcAft>
              <a:buClr>
                <a:srgbClr val="FFFFFF"/>
              </a:buClr>
              <a:buSzPts val="1600"/>
              <a:buChar char="﹣"/>
              <a:defRPr>
                <a:solidFill>
                  <a:srgbClr val="FFFFFF"/>
                </a:solidFill>
              </a:defRPr>
            </a:lvl6pPr>
            <a:lvl7pPr indent="-330200" lvl="6" marL="3200400" rtl="0">
              <a:spcBef>
                <a:spcPts val="0"/>
              </a:spcBef>
              <a:spcAft>
                <a:spcPts val="0"/>
              </a:spcAft>
              <a:buClr>
                <a:srgbClr val="FFFFFF"/>
              </a:buClr>
              <a:buSzPts val="1600"/>
              <a:buChar char="﹣"/>
              <a:defRPr>
                <a:solidFill>
                  <a:srgbClr val="FFFFFF"/>
                </a:solidFill>
              </a:defRPr>
            </a:lvl7pPr>
            <a:lvl8pPr indent="-330200" lvl="7" marL="3657600" rtl="0">
              <a:spcBef>
                <a:spcPts val="0"/>
              </a:spcBef>
              <a:spcAft>
                <a:spcPts val="0"/>
              </a:spcAft>
              <a:buClr>
                <a:srgbClr val="FFFFFF"/>
              </a:buClr>
              <a:buSzPts val="1600"/>
              <a:buChar char="﹣"/>
              <a:defRPr>
                <a:solidFill>
                  <a:srgbClr val="FFFFFF"/>
                </a:solidFill>
              </a:defRPr>
            </a:lvl8pPr>
            <a:lvl9pPr indent="-330200" lvl="8" marL="4114800" rtl="0">
              <a:spcBef>
                <a:spcPts val="0"/>
              </a:spcBef>
              <a:spcAft>
                <a:spcPts val="0"/>
              </a:spcAft>
              <a:buClr>
                <a:srgbClr val="FFFFFF"/>
              </a:buClr>
              <a:buSzPts val="1600"/>
              <a:buChar char="﹣"/>
              <a:defRPr>
                <a:solidFill>
                  <a:srgbClr val="FFFFFF"/>
                </a:solidFill>
              </a:defRPr>
            </a:lvl9pPr>
          </a:lstStyle>
          <a:p/>
        </p:txBody>
      </p:sp>
    </p:spTree>
  </p:cSld>
  <p:clrMapOvr>
    <a:masterClrMapping/>
  </p:clrMapOvr>
  <p:extLst>
    <p:ext uri="{DCECCB84-F9BA-43D5-87BE-67443E8EF086}">
      <p15:sldGuideLst>
        <p15:guide id="1" orient="horz" pos="749">
          <p15:clr>
            <a:srgbClr val="E46962"/>
          </p15:clr>
        </p15:guide>
        <p15:guide id="2" orient="horz" pos="231">
          <p15:clr>
            <a:srgbClr val="E46962"/>
          </p15:clr>
        </p15:guide>
        <p15:guide id="3" pos="2148">
          <p15:clr>
            <a:srgbClr val="E46962"/>
          </p15:clr>
        </p15:guide>
        <p15:guide id="4" pos="1745">
          <p15:clr>
            <a:srgbClr val="E46962"/>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olit third bright-darkl deco">
  <p:cSld name="TITLE_AND_BODY_1_1_4_1">
    <p:bg>
      <p:bgPr>
        <a:solidFill>
          <a:schemeClr val="accent2"/>
        </a:solidFill>
      </p:bgPr>
    </p:bg>
    <p:spTree>
      <p:nvGrpSpPr>
        <p:cNvPr id="156" name="Shape 156"/>
        <p:cNvGrpSpPr/>
        <p:nvPr/>
      </p:nvGrpSpPr>
      <p:grpSpPr>
        <a:xfrm>
          <a:off x="0" y="0"/>
          <a:ext cx="0" cy="0"/>
          <a:chOff x="0" y="0"/>
          <a:chExt cx="0" cy="0"/>
        </a:xfrm>
      </p:grpSpPr>
      <p:sp>
        <p:nvSpPr>
          <p:cNvPr id="157" name="Google Shape;157;p21"/>
          <p:cNvSpPr/>
          <p:nvPr/>
        </p:nvSpPr>
        <p:spPr>
          <a:xfrm rot="1793545">
            <a:off x="4426827" y="-1288239"/>
            <a:ext cx="7544827" cy="2750779"/>
          </a:xfrm>
          <a:custGeom>
            <a:rect b="b" l="l" r="r" t="t"/>
            <a:pathLst>
              <a:path extrusionOk="0" h="3573" w="9800">
                <a:moveTo>
                  <a:pt x="1786" y="0"/>
                </a:moveTo>
                <a:cubicBezTo>
                  <a:pt x="1477" y="0"/>
                  <a:pt x="1179" y="84"/>
                  <a:pt x="893" y="239"/>
                </a:cubicBezTo>
                <a:cubicBezTo>
                  <a:pt x="632" y="393"/>
                  <a:pt x="405" y="620"/>
                  <a:pt x="239" y="893"/>
                </a:cubicBezTo>
                <a:cubicBezTo>
                  <a:pt x="96" y="1167"/>
                  <a:pt x="0" y="1465"/>
                  <a:pt x="0" y="1786"/>
                </a:cubicBezTo>
                <a:cubicBezTo>
                  <a:pt x="0" y="2108"/>
                  <a:pt x="84" y="2405"/>
                  <a:pt x="239" y="2679"/>
                </a:cubicBezTo>
                <a:cubicBezTo>
                  <a:pt x="393" y="2953"/>
                  <a:pt x="620" y="3179"/>
                  <a:pt x="893" y="3334"/>
                </a:cubicBezTo>
                <a:cubicBezTo>
                  <a:pt x="1167" y="3489"/>
                  <a:pt x="1465" y="3572"/>
                  <a:pt x="1786" y="3572"/>
                </a:cubicBezTo>
                <a:cubicBezTo>
                  <a:pt x="2108" y="3572"/>
                  <a:pt x="2406" y="3501"/>
                  <a:pt x="2679" y="3334"/>
                </a:cubicBezTo>
                <a:cubicBezTo>
                  <a:pt x="2846" y="3251"/>
                  <a:pt x="3013" y="3108"/>
                  <a:pt x="3132" y="2965"/>
                </a:cubicBezTo>
                <a:cubicBezTo>
                  <a:pt x="3674" y="2346"/>
                  <a:pt x="4281" y="2036"/>
                  <a:pt x="4888" y="2036"/>
                </a:cubicBezTo>
                <a:cubicBezTo>
                  <a:pt x="5495" y="2036"/>
                  <a:pt x="6102" y="2346"/>
                  <a:pt x="6644" y="2965"/>
                </a:cubicBezTo>
                <a:cubicBezTo>
                  <a:pt x="6775" y="3108"/>
                  <a:pt x="6930" y="3251"/>
                  <a:pt x="7109" y="3334"/>
                </a:cubicBezTo>
                <a:cubicBezTo>
                  <a:pt x="7370" y="3489"/>
                  <a:pt x="7668" y="3572"/>
                  <a:pt x="8001" y="3572"/>
                </a:cubicBezTo>
                <a:cubicBezTo>
                  <a:pt x="8311" y="3572"/>
                  <a:pt x="8609" y="3501"/>
                  <a:pt x="8894" y="3334"/>
                </a:cubicBezTo>
                <a:cubicBezTo>
                  <a:pt x="9156" y="3191"/>
                  <a:pt x="9383" y="2965"/>
                  <a:pt x="9549" y="2679"/>
                </a:cubicBezTo>
                <a:cubicBezTo>
                  <a:pt x="9692" y="2417"/>
                  <a:pt x="9787" y="2120"/>
                  <a:pt x="9787" y="1786"/>
                </a:cubicBezTo>
                <a:cubicBezTo>
                  <a:pt x="9799" y="1489"/>
                  <a:pt x="9728" y="1191"/>
                  <a:pt x="9561" y="917"/>
                </a:cubicBezTo>
                <a:cubicBezTo>
                  <a:pt x="9406" y="643"/>
                  <a:pt x="9192" y="417"/>
                  <a:pt x="8906" y="262"/>
                </a:cubicBezTo>
                <a:cubicBezTo>
                  <a:pt x="8644" y="108"/>
                  <a:pt x="8347" y="24"/>
                  <a:pt x="8013" y="24"/>
                </a:cubicBezTo>
                <a:cubicBezTo>
                  <a:pt x="7704" y="24"/>
                  <a:pt x="7406" y="96"/>
                  <a:pt x="7120" y="262"/>
                </a:cubicBezTo>
                <a:cubicBezTo>
                  <a:pt x="6954" y="358"/>
                  <a:pt x="6799" y="477"/>
                  <a:pt x="6656" y="631"/>
                </a:cubicBezTo>
                <a:cubicBezTo>
                  <a:pt x="6114" y="1251"/>
                  <a:pt x="5507" y="1560"/>
                  <a:pt x="4900" y="1560"/>
                </a:cubicBezTo>
                <a:cubicBezTo>
                  <a:pt x="4293" y="1560"/>
                  <a:pt x="3685" y="1251"/>
                  <a:pt x="3144" y="631"/>
                </a:cubicBezTo>
                <a:cubicBezTo>
                  <a:pt x="3013" y="477"/>
                  <a:pt x="2858" y="346"/>
                  <a:pt x="2679" y="239"/>
                </a:cubicBezTo>
                <a:cubicBezTo>
                  <a:pt x="2417" y="96"/>
                  <a:pt x="2120" y="0"/>
                  <a:pt x="178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1"/>
          <p:cNvSpPr/>
          <p:nvPr/>
        </p:nvSpPr>
        <p:spPr>
          <a:xfrm>
            <a:off x="8367100" y="-47700"/>
            <a:ext cx="1116000" cy="2697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1"/>
          <p:cNvSpPr/>
          <p:nvPr/>
        </p:nvSpPr>
        <p:spPr>
          <a:xfrm>
            <a:off x="0" y="75"/>
            <a:ext cx="3045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1"/>
          <p:cNvSpPr txBox="1"/>
          <p:nvPr>
            <p:ph type="title"/>
          </p:nvPr>
        </p:nvSpPr>
        <p:spPr>
          <a:xfrm>
            <a:off x="365750" y="274325"/>
            <a:ext cx="2404800" cy="5487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2800"/>
              <a:buFont typeface="Public Sans SemiBold"/>
              <a:buNone/>
              <a:defRPr b="0">
                <a:solidFill>
                  <a:schemeClr val="dk1"/>
                </a:solidFill>
                <a:latin typeface="Public Sans SemiBold"/>
                <a:ea typeface="Public Sans SemiBold"/>
                <a:cs typeface="Public Sans SemiBold"/>
                <a:sym typeface="Public Sans Semi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61" name="Google Shape;161;p21"/>
          <p:cNvSpPr txBox="1"/>
          <p:nvPr>
            <p:ph idx="1" type="body"/>
          </p:nvPr>
        </p:nvSpPr>
        <p:spPr>
          <a:xfrm>
            <a:off x="365750" y="1188725"/>
            <a:ext cx="2404800" cy="3430800"/>
          </a:xfrm>
          <a:prstGeom prst="rect">
            <a:avLst/>
          </a:prstGeom>
        </p:spPr>
        <p:txBody>
          <a:bodyPr anchorCtr="0" anchor="t" bIns="0" lIns="0" spcFirstLastPara="1" rIns="0" wrap="square" tIns="0">
            <a:noAutofit/>
          </a:bodyPr>
          <a:lstStyle>
            <a:lvl1pPr indent="-330200" lvl="0" marL="457200" rtl="0">
              <a:spcBef>
                <a:spcPts val="0"/>
              </a:spcBef>
              <a:spcAft>
                <a:spcPts val="0"/>
              </a:spcAft>
              <a:buSzPts val="1600"/>
              <a:buChar char="●"/>
              <a:defRPr/>
            </a:lvl1pPr>
            <a:lvl2pPr indent="-330200" lvl="1" marL="914400" rtl="0">
              <a:spcBef>
                <a:spcPts val="0"/>
              </a:spcBef>
              <a:spcAft>
                <a:spcPts val="0"/>
              </a:spcAft>
              <a:buSzPts val="1600"/>
              <a:buChar char="﹣"/>
              <a:defRPr/>
            </a:lvl2pPr>
            <a:lvl3pPr indent="-330200" lvl="2" marL="1371600" rtl="0">
              <a:spcBef>
                <a:spcPts val="0"/>
              </a:spcBef>
              <a:spcAft>
                <a:spcPts val="0"/>
              </a:spcAft>
              <a:buSzPts val="1600"/>
              <a:buChar char="﹣"/>
              <a:defRPr/>
            </a:lvl3pPr>
            <a:lvl4pPr indent="-330200" lvl="3" marL="1828800" rtl="0">
              <a:spcBef>
                <a:spcPts val="0"/>
              </a:spcBef>
              <a:spcAft>
                <a:spcPts val="0"/>
              </a:spcAft>
              <a:buSzPts val="1600"/>
              <a:buChar char="﹣"/>
              <a:defRPr/>
            </a:lvl4pPr>
            <a:lvl5pPr indent="-330200" lvl="4" marL="2286000" rtl="0">
              <a:spcBef>
                <a:spcPts val="0"/>
              </a:spcBef>
              <a:spcAft>
                <a:spcPts val="0"/>
              </a:spcAft>
              <a:buSzPts val="1600"/>
              <a:buChar char="﹣"/>
              <a:defRPr/>
            </a:lvl5pPr>
            <a:lvl6pPr indent="-330200" lvl="5" marL="2743200" rtl="0">
              <a:spcBef>
                <a:spcPts val="0"/>
              </a:spcBef>
              <a:spcAft>
                <a:spcPts val="0"/>
              </a:spcAft>
              <a:buSzPts val="1600"/>
              <a:buChar char="﹣"/>
              <a:defRPr/>
            </a:lvl6pPr>
            <a:lvl7pPr indent="-330200" lvl="6" marL="3200400" rtl="0">
              <a:spcBef>
                <a:spcPts val="0"/>
              </a:spcBef>
              <a:spcAft>
                <a:spcPts val="0"/>
              </a:spcAft>
              <a:buSzPts val="1600"/>
              <a:buChar char="﹣"/>
              <a:defRPr/>
            </a:lvl7pPr>
            <a:lvl8pPr indent="-330200" lvl="7" marL="3657600" rtl="0">
              <a:spcBef>
                <a:spcPts val="0"/>
              </a:spcBef>
              <a:spcAft>
                <a:spcPts val="0"/>
              </a:spcAft>
              <a:buSzPts val="1600"/>
              <a:buChar char="﹣"/>
              <a:defRPr/>
            </a:lvl8pPr>
            <a:lvl9pPr indent="-330200" lvl="8" marL="4114800" rtl="0">
              <a:spcBef>
                <a:spcPts val="0"/>
              </a:spcBef>
              <a:spcAft>
                <a:spcPts val="0"/>
              </a:spcAft>
              <a:buSzPts val="1600"/>
              <a:buChar char="﹣"/>
              <a:defRPr/>
            </a:lvl9pPr>
          </a:lstStyle>
          <a:p/>
        </p:txBody>
      </p:sp>
      <p:sp>
        <p:nvSpPr>
          <p:cNvPr id="162" name="Google Shape;162;p21"/>
          <p:cNvSpPr txBox="1"/>
          <p:nvPr>
            <p:ph idx="12" type="sldNum"/>
          </p:nvPr>
        </p:nvSpPr>
        <p:spPr>
          <a:xfrm>
            <a:off x="360650" y="4880150"/>
            <a:ext cx="3667800" cy="269700"/>
          </a:xfrm>
          <a:prstGeom prst="rect">
            <a:avLst/>
          </a:prstGeom>
          <a:noFill/>
          <a:ln>
            <a:noFill/>
          </a:ln>
        </p:spPr>
        <p:txBody>
          <a:bodyPr anchorCtr="0" anchor="t" bIns="0" lIns="0" spcFirstLastPara="1" rIns="0" wrap="square" tIns="0">
            <a:noAutofit/>
          </a:bodyPr>
          <a:lstStyle>
            <a:lvl1pPr lvl="0" rtl="0" algn="l">
              <a:buNone/>
              <a:defRPr sz="800">
                <a:solidFill>
                  <a:schemeClr val="dk1"/>
                </a:solidFill>
                <a:latin typeface="Public Sans"/>
                <a:ea typeface="Public Sans"/>
                <a:cs typeface="Public Sans"/>
                <a:sym typeface="Public Sans"/>
              </a:defRPr>
            </a:lvl1pPr>
            <a:lvl2pPr lvl="1" rtl="0" algn="l">
              <a:buNone/>
              <a:defRPr sz="800">
                <a:solidFill>
                  <a:schemeClr val="dk1"/>
                </a:solidFill>
                <a:latin typeface="Public Sans"/>
                <a:ea typeface="Public Sans"/>
                <a:cs typeface="Public Sans"/>
                <a:sym typeface="Public Sans"/>
              </a:defRPr>
            </a:lvl2pPr>
            <a:lvl3pPr lvl="2" rtl="0" algn="l">
              <a:buNone/>
              <a:defRPr sz="800">
                <a:solidFill>
                  <a:schemeClr val="dk1"/>
                </a:solidFill>
                <a:latin typeface="Public Sans"/>
                <a:ea typeface="Public Sans"/>
                <a:cs typeface="Public Sans"/>
                <a:sym typeface="Public Sans"/>
              </a:defRPr>
            </a:lvl3pPr>
            <a:lvl4pPr lvl="3" rtl="0" algn="l">
              <a:buNone/>
              <a:defRPr sz="800">
                <a:solidFill>
                  <a:schemeClr val="dk1"/>
                </a:solidFill>
                <a:latin typeface="Public Sans"/>
                <a:ea typeface="Public Sans"/>
                <a:cs typeface="Public Sans"/>
                <a:sym typeface="Public Sans"/>
              </a:defRPr>
            </a:lvl4pPr>
            <a:lvl5pPr lvl="4" rtl="0" algn="l">
              <a:buNone/>
              <a:defRPr sz="800">
                <a:solidFill>
                  <a:schemeClr val="dk1"/>
                </a:solidFill>
                <a:latin typeface="Public Sans"/>
                <a:ea typeface="Public Sans"/>
                <a:cs typeface="Public Sans"/>
                <a:sym typeface="Public Sans"/>
              </a:defRPr>
            </a:lvl5pPr>
            <a:lvl6pPr lvl="5" rtl="0" algn="l">
              <a:buNone/>
              <a:defRPr sz="800">
                <a:solidFill>
                  <a:schemeClr val="dk1"/>
                </a:solidFill>
                <a:latin typeface="Public Sans"/>
                <a:ea typeface="Public Sans"/>
                <a:cs typeface="Public Sans"/>
                <a:sym typeface="Public Sans"/>
              </a:defRPr>
            </a:lvl6pPr>
            <a:lvl7pPr lvl="6" rtl="0" algn="l">
              <a:buNone/>
              <a:defRPr sz="800">
                <a:solidFill>
                  <a:schemeClr val="dk1"/>
                </a:solidFill>
                <a:latin typeface="Public Sans"/>
                <a:ea typeface="Public Sans"/>
                <a:cs typeface="Public Sans"/>
                <a:sym typeface="Public Sans"/>
              </a:defRPr>
            </a:lvl7pPr>
            <a:lvl8pPr lvl="7" rtl="0" algn="l">
              <a:buNone/>
              <a:defRPr sz="800">
                <a:solidFill>
                  <a:schemeClr val="dk1"/>
                </a:solidFill>
                <a:latin typeface="Public Sans"/>
                <a:ea typeface="Public Sans"/>
                <a:cs typeface="Public Sans"/>
                <a:sym typeface="Public Sans"/>
              </a:defRPr>
            </a:lvl8pPr>
            <a:lvl9pPr lvl="8" rtl="0" algn="l">
              <a:buNone/>
              <a:defRPr sz="800">
                <a:solidFill>
                  <a:schemeClr val="dk1"/>
                </a:solidFill>
                <a:latin typeface="Public Sans"/>
                <a:ea typeface="Public Sans"/>
                <a:cs typeface="Public Sans"/>
                <a:sym typeface="Public Sans"/>
              </a:defRPr>
            </a:lvl9pPr>
          </a:lstStyle>
          <a:p>
            <a:pPr indent="0" lvl="0" marL="0" rtl="0" algn="l">
              <a:spcBef>
                <a:spcPts val="0"/>
              </a:spcBef>
              <a:spcAft>
                <a:spcPts val="0"/>
              </a:spcAft>
              <a:buNone/>
            </a:pPr>
            <a:r>
              <a:rPr lang="en"/>
              <a:t>Neo4j Inc. All rights reserved 2023	</a:t>
            </a:r>
            <a:endParaRPr/>
          </a:p>
        </p:txBody>
      </p:sp>
      <p:sp>
        <p:nvSpPr>
          <p:cNvPr id="163" name="Google Shape;163;p21"/>
          <p:cNvSpPr txBox="1"/>
          <p:nvPr>
            <p:ph idx="2" type="sldNum"/>
          </p:nvPr>
        </p:nvSpPr>
        <p:spPr>
          <a:xfrm>
            <a:off x="0" y="4880150"/>
            <a:ext cx="265200" cy="269700"/>
          </a:xfrm>
          <a:prstGeom prst="rect">
            <a:avLst/>
          </a:prstGeom>
          <a:noFill/>
          <a:ln>
            <a:noFill/>
          </a:ln>
        </p:spPr>
        <p:txBody>
          <a:bodyPr anchorCtr="0" anchor="t" bIns="0" lIns="0" spcFirstLastPara="1" rIns="0" wrap="square" tIns="0">
            <a:noAutofit/>
          </a:bodyPr>
          <a:lstStyle>
            <a:lvl1pPr lvl="0" rtl="0" algn="r">
              <a:buNone/>
              <a:defRPr sz="800">
                <a:solidFill>
                  <a:schemeClr val="dk1"/>
                </a:solidFill>
                <a:latin typeface="Public Sans"/>
                <a:ea typeface="Public Sans"/>
                <a:cs typeface="Public Sans"/>
                <a:sym typeface="Public Sans"/>
              </a:defRPr>
            </a:lvl1pPr>
            <a:lvl2pPr lvl="1" rtl="0" algn="r">
              <a:buNone/>
              <a:defRPr sz="800">
                <a:solidFill>
                  <a:schemeClr val="dk1"/>
                </a:solidFill>
                <a:latin typeface="Public Sans"/>
                <a:ea typeface="Public Sans"/>
                <a:cs typeface="Public Sans"/>
                <a:sym typeface="Public Sans"/>
              </a:defRPr>
            </a:lvl2pPr>
            <a:lvl3pPr lvl="2" rtl="0" algn="r">
              <a:buNone/>
              <a:defRPr sz="800">
                <a:solidFill>
                  <a:schemeClr val="dk1"/>
                </a:solidFill>
                <a:latin typeface="Public Sans"/>
                <a:ea typeface="Public Sans"/>
                <a:cs typeface="Public Sans"/>
                <a:sym typeface="Public Sans"/>
              </a:defRPr>
            </a:lvl3pPr>
            <a:lvl4pPr lvl="3" rtl="0" algn="r">
              <a:buNone/>
              <a:defRPr sz="800">
                <a:solidFill>
                  <a:schemeClr val="dk1"/>
                </a:solidFill>
                <a:latin typeface="Public Sans"/>
                <a:ea typeface="Public Sans"/>
                <a:cs typeface="Public Sans"/>
                <a:sym typeface="Public Sans"/>
              </a:defRPr>
            </a:lvl4pPr>
            <a:lvl5pPr lvl="4" rtl="0" algn="r">
              <a:buNone/>
              <a:defRPr sz="800">
                <a:solidFill>
                  <a:schemeClr val="dk1"/>
                </a:solidFill>
                <a:latin typeface="Public Sans"/>
                <a:ea typeface="Public Sans"/>
                <a:cs typeface="Public Sans"/>
                <a:sym typeface="Public Sans"/>
              </a:defRPr>
            </a:lvl5pPr>
            <a:lvl6pPr lvl="5" rtl="0" algn="r">
              <a:buNone/>
              <a:defRPr sz="800">
                <a:solidFill>
                  <a:schemeClr val="dk1"/>
                </a:solidFill>
                <a:latin typeface="Public Sans"/>
                <a:ea typeface="Public Sans"/>
                <a:cs typeface="Public Sans"/>
                <a:sym typeface="Public Sans"/>
              </a:defRPr>
            </a:lvl6pPr>
            <a:lvl7pPr lvl="6" rtl="0" algn="r">
              <a:buNone/>
              <a:defRPr sz="800">
                <a:solidFill>
                  <a:schemeClr val="dk1"/>
                </a:solidFill>
                <a:latin typeface="Public Sans"/>
                <a:ea typeface="Public Sans"/>
                <a:cs typeface="Public Sans"/>
                <a:sym typeface="Public Sans"/>
              </a:defRPr>
            </a:lvl7pPr>
            <a:lvl8pPr lvl="7" rtl="0" algn="r">
              <a:buNone/>
              <a:defRPr sz="800">
                <a:solidFill>
                  <a:schemeClr val="dk1"/>
                </a:solidFill>
                <a:latin typeface="Public Sans"/>
                <a:ea typeface="Public Sans"/>
                <a:cs typeface="Public Sans"/>
                <a:sym typeface="Public Sans"/>
              </a:defRPr>
            </a:lvl8pPr>
            <a:lvl9pPr lvl="8" rtl="0" algn="r">
              <a:buNone/>
              <a:defRPr sz="800">
                <a:solidFill>
                  <a:schemeClr val="dk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164" name="Google Shape;164;p21"/>
          <p:cNvSpPr txBox="1"/>
          <p:nvPr>
            <p:ph idx="3" type="body"/>
          </p:nvPr>
        </p:nvSpPr>
        <p:spPr>
          <a:xfrm>
            <a:off x="3410700" y="1188725"/>
            <a:ext cx="5181000" cy="3430800"/>
          </a:xfrm>
          <a:prstGeom prst="rect">
            <a:avLst/>
          </a:prstGeom>
        </p:spPr>
        <p:txBody>
          <a:bodyPr anchorCtr="0" anchor="t" bIns="0" lIns="0" spcFirstLastPara="1" rIns="0" wrap="square" tIns="0">
            <a:noAutofit/>
          </a:bodyPr>
          <a:lstStyle>
            <a:lvl1pPr indent="-330200" lvl="0" marL="457200" rtl="0">
              <a:spcBef>
                <a:spcPts val="0"/>
              </a:spcBef>
              <a:spcAft>
                <a:spcPts val="0"/>
              </a:spcAft>
              <a:buClr>
                <a:srgbClr val="FFFFFF"/>
              </a:buClr>
              <a:buSzPts val="1600"/>
              <a:buChar char="●"/>
              <a:defRPr>
                <a:solidFill>
                  <a:srgbClr val="FFFFFF"/>
                </a:solidFill>
              </a:defRPr>
            </a:lvl1pPr>
            <a:lvl2pPr indent="-330200" lvl="1" marL="914400" rtl="0">
              <a:spcBef>
                <a:spcPts val="0"/>
              </a:spcBef>
              <a:spcAft>
                <a:spcPts val="0"/>
              </a:spcAft>
              <a:buClr>
                <a:srgbClr val="FFFFFF"/>
              </a:buClr>
              <a:buSzPts val="1600"/>
              <a:buChar char="﹣"/>
              <a:defRPr>
                <a:solidFill>
                  <a:srgbClr val="FFFFFF"/>
                </a:solidFill>
              </a:defRPr>
            </a:lvl2pPr>
            <a:lvl3pPr indent="-330200" lvl="2" marL="1371600" rtl="0">
              <a:spcBef>
                <a:spcPts val="0"/>
              </a:spcBef>
              <a:spcAft>
                <a:spcPts val="0"/>
              </a:spcAft>
              <a:buClr>
                <a:srgbClr val="FFFFFF"/>
              </a:buClr>
              <a:buSzPts val="1600"/>
              <a:buChar char="﹣"/>
              <a:defRPr>
                <a:solidFill>
                  <a:srgbClr val="FFFFFF"/>
                </a:solidFill>
              </a:defRPr>
            </a:lvl3pPr>
            <a:lvl4pPr indent="-330200" lvl="3" marL="1828800" rtl="0">
              <a:spcBef>
                <a:spcPts val="0"/>
              </a:spcBef>
              <a:spcAft>
                <a:spcPts val="0"/>
              </a:spcAft>
              <a:buClr>
                <a:srgbClr val="FFFFFF"/>
              </a:buClr>
              <a:buSzPts val="1600"/>
              <a:buChar char="﹣"/>
              <a:defRPr>
                <a:solidFill>
                  <a:srgbClr val="FFFFFF"/>
                </a:solidFill>
              </a:defRPr>
            </a:lvl4pPr>
            <a:lvl5pPr indent="-330200" lvl="4" marL="2286000" rtl="0">
              <a:spcBef>
                <a:spcPts val="0"/>
              </a:spcBef>
              <a:spcAft>
                <a:spcPts val="0"/>
              </a:spcAft>
              <a:buClr>
                <a:srgbClr val="FFFFFF"/>
              </a:buClr>
              <a:buSzPts val="1600"/>
              <a:buChar char="﹣"/>
              <a:defRPr>
                <a:solidFill>
                  <a:srgbClr val="FFFFFF"/>
                </a:solidFill>
              </a:defRPr>
            </a:lvl5pPr>
            <a:lvl6pPr indent="-330200" lvl="5" marL="2743200" rtl="0">
              <a:spcBef>
                <a:spcPts val="0"/>
              </a:spcBef>
              <a:spcAft>
                <a:spcPts val="0"/>
              </a:spcAft>
              <a:buClr>
                <a:srgbClr val="FFFFFF"/>
              </a:buClr>
              <a:buSzPts val="1600"/>
              <a:buChar char="﹣"/>
              <a:defRPr>
                <a:solidFill>
                  <a:srgbClr val="FFFFFF"/>
                </a:solidFill>
              </a:defRPr>
            </a:lvl6pPr>
            <a:lvl7pPr indent="-330200" lvl="6" marL="3200400" rtl="0">
              <a:spcBef>
                <a:spcPts val="0"/>
              </a:spcBef>
              <a:spcAft>
                <a:spcPts val="0"/>
              </a:spcAft>
              <a:buClr>
                <a:srgbClr val="FFFFFF"/>
              </a:buClr>
              <a:buSzPts val="1600"/>
              <a:buChar char="﹣"/>
              <a:defRPr>
                <a:solidFill>
                  <a:srgbClr val="FFFFFF"/>
                </a:solidFill>
              </a:defRPr>
            </a:lvl7pPr>
            <a:lvl8pPr indent="-330200" lvl="7" marL="3657600" rtl="0">
              <a:spcBef>
                <a:spcPts val="0"/>
              </a:spcBef>
              <a:spcAft>
                <a:spcPts val="0"/>
              </a:spcAft>
              <a:buClr>
                <a:srgbClr val="FFFFFF"/>
              </a:buClr>
              <a:buSzPts val="1600"/>
              <a:buChar char="﹣"/>
              <a:defRPr>
                <a:solidFill>
                  <a:srgbClr val="FFFFFF"/>
                </a:solidFill>
              </a:defRPr>
            </a:lvl8pPr>
            <a:lvl9pPr indent="-330200" lvl="8" marL="4114800" rtl="0">
              <a:spcBef>
                <a:spcPts val="0"/>
              </a:spcBef>
              <a:spcAft>
                <a:spcPts val="0"/>
              </a:spcAft>
              <a:buClr>
                <a:srgbClr val="FFFFFF"/>
              </a:buClr>
              <a:buSzPts val="1600"/>
              <a:buChar char="﹣"/>
              <a:defRPr>
                <a:solidFill>
                  <a:srgbClr val="FFFFFF"/>
                </a:solidFill>
              </a:defRPr>
            </a:lvl9pPr>
          </a:lstStyle>
          <a:p/>
        </p:txBody>
      </p:sp>
    </p:spTree>
  </p:cSld>
  <p:clrMapOvr>
    <a:masterClrMapping/>
  </p:clrMapOvr>
  <p:extLst>
    <p:ext uri="{DCECCB84-F9BA-43D5-87BE-67443E8EF086}">
      <p15:sldGuideLst>
        <p15:guide id="1" orient="horz" pos="749">
          <p15:clr>
            <a:srgbClr val="E46962"/>
          </p15:clr>
        </p15:guide>
        <p15:guide id="2" orient="horz" pos="231">
          <p15:clr>
            <a:srgbClr val="E46962"/>
          </p15:clr>
        </p15:guide>
        <p15:guide id="3" pos="2148">
          <p15:clr>
            <a:srgbClr val="E46962"/>
          </p15:clr>
        </p15:guide>
        <p15:guide id="4" pos="1745">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split">
  <p:cSld name="TITLE_AND_BODY_1_1_3">
    <p:bg>
      <p:bgPr>
        <a:solidFill>
          <a:schemeClr val="accent2"/>
        </a:solidFill>
      </p:bgPr>
    </p:bg>
    <p:spTree>
      <p:nvGrpSpPr>
        <p:cNvPr id="165" name="Shape 165"/>
        <p:cNvGrpSpPr/>
        <p:nvPr/>
      </p:nvGrpSpPr>
      <p:grpSpPr>
        <a:xfrm>
          <a:off x="0" y="0"/>
          <a:ext cx="0" cy="0"/>
          <a:chOff x="0" y="0"/>
          <a:chExt cx="0" cy="0"/>
        </a:xfrm>
      </p:grpSpPr>
      <p:sp>
        <p:nvSpPr>
          <p:cNvPr id="166" name="Google Shape;166;p22"/>
          <p:cNvSpPr/>
          <p:nvPr/>
        </p:nvSpPr>
        <p:spPr>
          <a:xfrm>
            <a:off x="2000" y="75"/>
            <a:ext cx="4572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2"/>
          <p:cNvSpPr txBox="1"/>
          <p:nvPr>
            <p:ph type="title"/>
          </p:nvPr>
        </p:nvSpPr>
        <p:spPr>
          <a:xfrm>
            <a:off x="365750" y="274325"/>
            <a:ext cx="3657600" cy="5487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2800"/>
              <a:buFont typeface="Public Sans SemiBold"/>
              <a:buNone/>
              <a:defRPr b="0">
                <a:solidFill>
                  <a:schemeClr val="dk1"/>
                </a:solidFill>
                <a:latin typeface="Public Sans SemiBold"/>
                <a:ea typeface="Public Sans SemiBold"/>
                <a:cs typeface="Public Sans SemiBold"/>
                <a:sym typeface="Public Sans Semi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68" name="Google Shape;168;p22"/>
          <p:cNvSpPr txBox="1"/>
          <p:nvPr>
            <p:ph idx="1" type="body"/>
          </p:nvPr>
        </p:nvSpPr>
        <p:spPr>
          <a:xfrm>
            <a:off x="365750" y="1188725"/>
            <a:ext cx="3657600" cy="3430800"/>
          </a:xfrm>
          <a:prstGeom prst="rect">
            <a:avLst/>
          </a:prstGeom>
        </p:spPr>
        <p:txBody>
          <a:bodyPr anchorCtr="0" anchor="t" bIns="0" lIns="0" spcFirstLastPara="1" rIns="0" wrap="square" tIns="0">
            <a:noAutofit/>
          </a:bodyPr>
          <a:lstStyle>
            <a:lvl1pPr indent="-330200" lvl="0" marL="457200" rtl="0">
              <a:spcBef>
                <a:spcPts val="0"/>
              </a:spcBef>
              <a:spcAft>
                <a:spcPts val="0"/>
              </a:spcAft>
              <a:buSzPts val="1600"/>
              <a:buChar char="●"/>
              <a:defRPr/>
            </a:lvl1pPr>
            <a:lvl2pPr indent="-330200" lvl="1" marL="914400" rtl="0">
              <a:spcBef>
                <a:spcPts val="0"/>
              </a:spcBef>
              <a:spcAft>
                <a:spcPts val="0"/>
              </a:spcAft>
              <a:buSzPts val="1600"/>
              <a:buChar char="﹣"/>
              <a:defRPr/>
            </a:lvl2pPr>
            <a:lvl3pPr indent="-330200" lvl="2" marL="1371600" rtl="0">
              <a:spcBef>
                <a:spcPts val="0"/>
              </a:spcBef>
              <a:spcAft>
                <a:spcPts val="0"/>
              </a:spcAft>
              <a:buSzPts val="1600"/>
              <a:buChar char="﹣"/>
              <a:defRPr/>
            </a:lvl3pPr>
            <a:lvl4pPr indent="-330200" lvl="3" marL="1828800" rtl="0">
              <a:spcBef>
                <a:spcPts val="0"/>
              </a:spcBef>
              <a:spcAft>
                <a:spcPts val="0"/>
              </a:spcAft>
              <a:buSzPts val="1600"/>
              <a:buChar char="﹣"/>
              <a:defRPr/>
            </a:lvl4pPr>
            <a:lvl5pPr indent="-330200" lvl="4" marL="2286000" rtl="0">
              <a:spcBef>
                <a:spcPts val="0"/>
              </a:spcBef>
              <a:spcAft>
                <a:spcPts val="0"/>
              </a:spcAft>
              <a:buSzPts val="1600"/>
              <a:buChar char="﹣"/>
              <a:defRPr/>
            </a:lvl5pPr>
            <a:lvl6pPr indent="-330200" lvl="5" marL="2743200" rtl="0">
              <a:spcBef>
                <a:spcPts val="0"/>
              </a:spcBef>
              <a:spcAft>
                <a:spcPts val="0"/>
              </a:spcAft>
              <a:buSzPts val="1600"/>
              <a:buChar char="﹣"/>
              <a:defRPr/>
            </a:lvl6pPr>
            <a:lvl7pPr indent="-330200" lvl="6" marL="3200400" rtl="0">
              <a:spcBef>
                <a:spcPts val="0"/>
              </a:spcBef>
              <a:spcAft>
                <a:spcPts val="0"/>
              </a:spcAft>
              <a:buSzPts val="1600"/>
              <a:buChar char="﹣"/>
              <a:defRPr/>
            </a:lvl7pPr>
            <a:lvl8pPr indent="-330200" lvl="7" marL="3657600" rtl="0">
              <a:spcBef>
                <a:spcPts val="0"/>
              </a:spcBef>
              <a:spcAft>
                <a:spcPts val="0"/>
              </a:spcAft>
              <a:buSzPts val="1600"/>
              <a:buChar char="﹣"/>
              <a:defRPr/>
            </a:lvl8pPr>
            <a:lvl9pPr indent="-330200" lvl="8" marL="4114800" rtl="0">
              <a:spcBef>
                <a:spcPts val="0"/>
              </a:spcBef>
              <a:spcAft>
                <a:spcPts val="0"/>
              </a:spcAft>
              <a:buSzPts val="1600"/>
              <a:buChar char="﹣"/>
              <a:defRPr/>
            </a:lvl9pPr>
          </a:lstStyle>
          <a:p/>
        </p:txBody>
      </p:sp>
      <p:sp>
        <p:nvSpPr>
          <p:cNvPr id="169" name="Google Shape;169;p22"/>
          <p:cNvSpPr txBox="1"/>
          <p:nvPr>
            <p:ph idx="2" type="body"/>
          </p:nvPr>
        </p:nvSpPr>
        <p:spPr>
          <a:xfrm>
            <a:off x="5029200" y="1386175"/>
            <a:ext cx="3657600" cy="2378100"/>
          </a:xfrm>
          <a:prstGeom prst="rect">
            <a:avLst/>
          </a:prstGeom>
        </p:spPr>
        <p:txBody>
          <a:bodyPr anchorCtr="0" anchor="ctr" bIns="0" lIns="0" spcFirstLastPara="1" rIns="0" wrap="square" tIns="0">
            <a:noAutofit/>
          </a:bodyPr>
          <a:lstStyle>
            <a:lvl1pPr indent="-330200" lvl="0" marL="457200" rtl="0" algn="ctr">
              <a:spcBef>
                <a:spcPts val="0"/>
              </a:spcBef>
              <a:spcAft>
                <a:spcPts val="0"/>
              </a:spcAft>
              <a:buClr>
                <a:srgbClr val="FFFFFF"/>
              </a:buClr>
              <a:buSzPts val="1600"/>
              <a:buFont typeface="Public Sans SemiBold"/>
              <a:buChar char="●"/>
              <a:defRPr>
                <a:solidFill>
                  <a:srgbClr val="FFFFFF"/>
                </a:solidFill>
                <a:latin typeface="Public Sans SemiBold"/>
                <a:ea typeface="Public Sans SemiBold"/>
                <a:cs typeface="Public Sans SemiBold"/>
                <a:sym typeface="Public Sans SemiBold"/>
              </a:defRPr>
            </a:lvl1pPr>
            <a:lvl2pPr indent="-330200" lvl="1" marL="914400" rtl="0" algn="ctr">
              <a:spcBef>
                <a:spcPts val="0"/>
              </a:spcBef>
              <a:spcAft>
                <a:spcPts val="0"/>
              </a:spcAft>
              <a:buClr>
                <a:srgbClr val="FFFFFF"/>
              </a:buClr>
              <a:buSzPts val="1600"/>
              <a:buFont typeface="Public Sans SemiBold"/>
              <a:buChar char="﹣"/>
              <a:defRPr>
                <a:solidFill>
                  <a:srgbClr val="FFFFFF"/>
                </a:solidFill>
                <a:latin typeface="Public Sans SemiBold"/>
                <a:ea typeface="Public Sans SemiBold"/>
                <a:cs typeface="Public Sans SemiBold"/>
                <a:sym typeface="Public Sans SemiBold"/>
              </a:defRPr>
            </a:lvl2pPr>
            <a:lvl3pPr indent="-330200" lvl="2" marL="1371600" rtl="0" algn="ctr">
              <a:spcBef>
                <a:spcPts val="0"/>
              </a:spcBef>
              <a:spcAft>
                <a:spcPts val="0"/>
              </a:spcAft>
              <a:buClr>
                <a:srgbClr val="FFFFFF"/>
              </a:buClr>
              <a:buSzPts val="1600"/>
              <a:buFont typeface="Public Sans SemiBold"/>
              <a:buChar char="﹣"/>
              <a:defRPr>
                <a:solidFill>
                  <a:srgbClr val="FFFFFF"/>
                </a:solidFill>
                <a:latin typeface="Public Sans SemiBold"/>
                <a:ea typeface="Public Sans SemiBold"/>
                <a:cs typeface="Public Sans SemiBold"/>
                <a:sym typeface="Public Sans SemiBold"/>
              </a:defRPr>
            </a:lvl3pPr>
            <a:lvl4pPr indent="-330200" lvl="3" marL="1828800" rtl="0" algn="ctr">
              <a:spcBef>
                <a:spcPts val="0"/>
              </a:spcBef>
              <a:spcAft>
                <a:spcPts val="0"/>
              </a:spcAft>
              <a:buClr>
                <a:srgbClr val="FFFFFF"/>
              </a:buClr>
              <a:buSzPts val="1600"/>
              <a:buFont typeface="Public Sans SemiBold"/>
              <a:buChar char="﹣"/>
              <a:defRPr>
                <a:solidFill>
                  <a:srgbClr val="FFFFFF"/>
                </a:solidFill>
                <a:latin typeface="Public Sans SemiBold"/>
                <a:ea typeface="Public Sans SemiBold"/>
                <a:cs typeface="Public Sans SemiBold"/>
                <a:sym typeface="Public Sans SemiBold"/>
              </a:defRPr>
            </a:lvl4pPr>
            <a:lvl5pPr indent="-330200" lvl="4" marL="2286000" rtl="0" algn="ctr">
              <a:spcBef>
                <a:spcPts val="0"/>
              </a:spcBef>
              <a:spcAft>
                <a:spcPts val="0"/>
              </a:spcAft>
              <a:buClr>
                <a:srgbClr val="FFFFFF"/>
              </a:buClr>
              <a:buSzPts val="1600"/>
              <a:buFont typeface="Public Sans SemiBold"/>
              <a:buChar char="﹣"/>
              <a:defRPr>
                <a:solidFill>
                  <a:srgbClr val="FFFFFF"/>
                </a:solidFill>
                <a:latin typeface="Public Sans SemiBold"/>
                <a:ea typeface="Public Sans SemiBold"/>
                <a:cs typeface="Public Sans SemiBold"/>
                <a:sym typeface="Public Sans SemiBold"/>
              </a:defRPr>
            </a:lvl5pPr>
            <a:lvl6pPr indent="-330200" lvl="5" marL="2743200" rtl="0" algn="ctr">
              <a:spcBef>
                <a:spcPts val="0"/>
              </a:spcBef>
              <a:spcAft>
                <a:spcPts val="0"/>
              </a:spcAft>
              <a:buClr>
                <a:srgbClr val="FFFFFF"/>
              </a:buClr>
              <a:buSzPts val="1600"/>
              <a:buFont typeface="Public Sans SemiBold"/>
              <a:buChar char="﹣"/>
              <a:defRPr>
                <a:solidFill>
                  <a:srgbClr val="FFFFFF"/>
                </a:solidFill>
                <a:latin typeface="Public Sans SemiBold"/>
                <a:ea typeface="Public Sans SemiBold"/>
                <a:cs typeface="Public Sans SemiBold"/>
                <a:sym typeface="Public Sans SemiBold"/>
              </a:defRPr>
            </a:lvl6pPr>
            <a:lvl7pPr indent="-330200" lvl="6" marL="3200400" rtl="0" algn="ctr">
              <a:spcBef>
                <a:spcPts val="0"/>
              </a:spcBef>
              <a:spcAft>
                <a:spcPts val="0"/>
              </a:spcAft>
              <a:buClr>
                <a:srgbClr val="FFFFFF"/>
              </a:buClr>
              <a:buSzPts val="1600"/>
              <a:buFont typeface="Public Sans SemiBold"/>
              <a:buChar char="﹣"/>
              <a:defRPr>
                <a:solidFill>
                  <a:srgbClr val="FFFFFF"/>
                </a:solidFill>
                <a:latin typeface="Public Sans SemiBold"/>
                <a:ea typeface="Public Sans SemiBold"/>
                <a:cs typeface="Public Sans SemiBold"/>
                <a:sym typeface="Public Sans SemiBold"/>
              </a:defRPr>
            </a:lvl7pPr>
            <a:lvl8pPr indent="-330200" lvl="7" marL="3657600" rtl="0" algn="ctr">
              <a:spcBef>
                <a:spcPts val="0"/>
              </a:spcBef>
              <a:spcAft>
                <a:spcPts val="0"/>
              </a:spcAft>
              <a:buClr>
                <a:srgbClr val="FFFFFF"/>
              </a:buClr>
              <a:buSzPts val="1600"/>
              <a:buFont typeface="Public Sans SemiBold"/>
              <a:buChar char="﹣"/>
              <a:defRPr>
                <a:solidFill>
                  <a:srgbClr val="FFFFFF"/>
                </a:solidFill>
                <a:latin typeface="Public Sans SemiBold"/>
                <a:ea typeface="Public Sans SemiBold"/>
                <a:cs typeface="Public Sans SemiBold"/>
                <a:sym typeface="Public Sans SemiBold"/>
              </a:defRPr>
            </a:lvl8pPr>
            <a:lvl9pPr indent="-330200" lvl="8" marL="4114800" rtl="0" algn="ctr">
              <a:spcBef>
                <a:spcPts val="0"/>
              </a:spcBef>
              <a:spcAft>
                <a:spcPts val="0"/>
              </a:spcAft>
              <a:buClr>
                <a:srgbClr val="FFFFFF"/>
              </a:buClr>
              <a:buSzPts val="1600"/>
              <a:buFont typeface="Public Sans SemiBold"/>
              <a:buChar char="﹣"/>
              <a:defRPr>
                <a:solidFill>
                  <a:srgbClr val="FFFFFF"/>
                </a:solidFill>
                <a:latin typeface="Public Sans SemiBold"/>
                <a:ea typeface="Public Sans SemiBold"/>
                <a:cs typeface="Public Sans SemiBold"/>
                <a:sym typeface="Public Sans SemiBold"/>
              </a:defRPr>
            </a:lvl9pPr>
          </a:lstStyle>
          <a:p/>
        </p:txBody>
      </p:sp>
      <p:sp>
        <p:nvSpPr>
          <p:cNvPr id="170" name="Google Shape;170;p22"/>
          <p:cNvSpPr/>
          <p:nvPr/>
        </p:nvSpPr>
        <p:spPr>
          <a:xfrm rot="-7200112">
            <a:off x="8367615" y="4146756"/>
            <a:ext cx="619895" cy="430842"/>
          </a:xfrm>
          <a:custGeom>
            <a:rect b="b" l="l" r="r" t="t"/>
            <a:pathLst>
              <a:path extrusionOk="0" h="8954" w="12883">
                <a:moveTo>
                  <a:pt x="7990" y="0"/>
                </a:moveTo>
                <a:cubicBezTo>
                  <a:pt x="7680" y="0"/>
                  <a:pt x="7382" y="72"/>
                  <a:pt x="7097" y="238"/>
                </a:cubicBezTo>
                <a:cubicBezTo>
                  <a:pt x="6930" y="322"/>
                  <a:pt x="6787" y="465"/>
                  <a:pt x="6644" y="607"/>
                </a:cubicBezTo>
                <a:cubicBezTo>
                  <a:pt x="6101" y="1228"/>
                  <a:pt x="5495" y="1538"/>
                  <a:pt x="4887" y="1538"/>
                </a:cubicBezTo>
                <a:cubicBezTo>
                  <a:pt x="4281" y="1538"/>
                  <a:pt x="3672" y="1231"/>
                  <a:pt x="3120" y="619"/>
                </a:cubicBezTo>
                <a:cubicBezTo>
                  <a:pt x="2989" y="476"/>
                  <a:pt x="2834" y="357"/>
                  <a:pt x="2656" y="250"/>
                </a:cubicBezTo>
                <a:cubicBezTo>
                  <a:pt x="2394" y="107"/>
                  <a:pt x="2096" y="12"/>
                  <a:pt x="1763" y="12"/>
                </a:cubicBezTo>
                <a:cubicBezTo>
                  <a:pt x="1453" y="12"/>
                  <a:pt x="1155" y="84"/>
                  <a:pt x="870" y="250"/>
                </a:cubicBezTo>
                <a:cubicBezTo>
                  <a:pt x="631" y="369"/>
                  <a:pt x="393" y="596"/>
                  <a:pt x="239" y="881"/>
                </a:cubicBezTo>
                <a:cubicBezTo>
                  <a:pt x="84" y="1143"/>
                  <a:pt x="0" y="1441"/>
                  <a:pt x="0" y="1774"/>
                </a:cubicBezTo>
                <a:cubicBezTo>
                  <a:pt x="0" y="2084"/>
                  <a:pt x="72" y="2381"/>
                  <a:pt x="239" y="2667"/>
                </a:cubicBezTo>
                <a:cubicBezTo>
                  <a:pt x="381" y="2929"/>
                  <a:pt x="608" y="3155"/>
                  <a:pt x="893" y="3310"/>
                </a:cubicBezTo>
                <a:cubicBezTo>
                  <a:pt x="1155" y="3465"/>
                  <a:pt x="1453" y="3560"/>
                  <a:pt x="1786" y="3560"/>
                </a:cubicBezTo>
                <a:cubicBezTo>
                  <a:pt x="2096" y="3560"/>
                  <a:pt x="2394" y="3477"/>
                  <a:pt x="2679" y="3310"/>
                </a:cubicBezTo>
                <a:cubicBezTo>
                  <a:pt x="2834" y="3215"/>
                  <a:pt x="3001" y="3096"/>
                  <a:pt x="3132" y="2941"/>
                </a:cubicBezTo>
                <a:cubicBezTo>
                  <a:pt x="3679" y="2322"/>
                  <a:pt x="4287" y="2012"/>
                  <a:pt x="4892" y="2012"/>
                </a:cubicBezTo>
                <a:cubicBezTo>
                  <a:pt x="5498" y="2012"/>
                  <a:pt x="6102" y="2322"/>
                  <a:pt x="6644" y="2941"/>
                </a:cubicBezTo>
                <a:cubicBezTo>
                  <a:pt x="6787" y="3096"/>
                  <a:pt x="6930" y="3227"/>
                  <a:pt x="7108" y="3334"/>
                </a:cubicBezTo>
                <a:cubicBezTo>
                  <a:pt x="7275" y="3441"/>
                  <a:pt x="7466" y="3501"/>
                  <a:pt x="7656" y="3536"/>
                </a:cubicBezTo>
                <a:cubicBezTo>
                  <a:pt x="9264" y="3870"/>
                  <a:pt x="9942" y="5025"/>
                  <a:pt x="9418" y="6572"/>
                </a:cubicBezTo>
                <a:cubicBezTo>
                  <a:pt x="9359" y="6751"/>
                  <a:pt x="9311" y="6965"/>
                  <a:pt x="9311" y="7168"/>
                </a:cubicBezTo>
                <a:cubicBezTo>
                  <a:pt x="9311" y="7477"/>
                  <a:pt x="9383" y="7775"/>
                  <a:pt x="9549" y="8061"/>
                </a:cubicBezTo>
                <a:cubicBezTo>
                  <a:pt x="9704" y="8335"/>
                  <a:pt x="9918" y="8549"/>
                  <a:pt x="10204" y="8716"/>
                </a:cubicBezTo>
                <a:cubicBezTo>
                  <a:pt x="10478" y="8870"/>
                  <a:pt x="10776" y="8954"/>
                  <a:pt x="11097" y="8954"/>
                </a:cubicBezTo>
                <a:cubicBezTo>
                  <a:pt x="11407" y="8954"/>
                  <a:pt x="11704" y="8882"/>
                  <a:pt x="11990" y="8716"/>
                </a:cubicBezTo>
                <a:cubicBezTo>
                  <a:pt x="12264" y="8573"/>
                  <a:pt x="12478" y="8347"/>
                  <a:pt x="12645" y="8061"/>
                </a:cubicBezTo>
                <a:cubicBezTo>
                  <a:pt x="12800" y="7799"/>
                  <a:pt x="12883" y="7501"/>
                  <a:pt x="12883" y="7168"/>
                </a:cubicBezTo>
                <a:cubicBezTo>
                  <a:pt x="12883" y="6858"/>
                  <a:pt x="12812" y="6561"/>
                  <a:pt x="12645" y="6275"/>
                </a:cubicBezTo>
                <a:cubicBezTo>
                  <a:pt x="12502" y="6013"/>
                  <a:pt x="12276" y="5787"/>
                  <a:pt x="11990" y="5620"/>
                </a:cubicBezTo>
                <a:cubicBezTo>
                  <a:pt x="11823" y="5525"/>
                  <a:pt x="11633" y="5453"/>
                  <a:pt x="11442" y="5418"/>
                </a:cubicBezTo>
                <a:cubicBezTo>
                  <a:pt x="9835" y="5084"/>
                  <a:pt x="9144" y="3929"/>
                  <a:pt x="9668" y="2370"/>
                </a:cubicBezTo>
                <a:cubicBezTo>
                  <a:pt x="9728" y="2191"/>
                  <a:pt x="9775" y="1977"/>
                  <a:pt x="9775" y="1786"/>
                </a:cubicBezTo>
                <a:cubicBezTo>
                  <a:pt x="9775" y="1477"/>
                  <a:pt x="9704" y="1179"/>
                  <a:pt x="9537" y="893"/>
                </a:cubicBezTo>
                <a:cubicBezTo>
                  <a:pt x="9383" y="619"/>
                  <a:pt x="9168" y="405"/>
                  <a:pt x="8883" y="238"/>
                </a:cubicBezTo>
                <a:cubicBezTo>
                  <a:pt x="8609" y="84"/>
                  <a:pt x="8311" y="0"/>
                  <a:pt x="799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22"/>
          <p:cNvSpPr/>
          <p:nvPr/>
        </p:nvSpPr>
        <p:spPr>
          <a:xfrm rot="-7200112">
            <a:off x="8057965" y="4146756"/>
            <a:ext cx="619895" cy="430842"/>
          </a:xfrm>
          <a:custGeom>
            <a:rect b="b" l="l" r="r" t="t"/>
            <a:pathLst>
              <a:path extrusionOk="0" h="8954" w="12883">
                <a:moveTo>
                  <a:pt x="7990" y="0"/>
                </a:moveTo>
                <a:cubicBezTo>
                  <a:pt x="7680" y="0"/>
                  <a:pt x="7382" y="72"/>
                  <a:pt x="7097" y="238"/>
                </a:cubicBezTo>
                <a:cubicBezTo>
                  <a:pt x="6930" y="322"/>
                  <a:pt x="6787" y="465"/>
                  <a:pt x="6644" y="607"/>
                </a:cubicBezTo>
                <a:cubicBezTo>
                  <a:pt x="6101" y="1228"/>
                  <a:pt x="5495" y="1538"/>
                  <a:pt x="4887" y="1538"/>
                </a:cubicBezTo>
                <a:cubicBezTo>
                  <a:pt x="4281" y="1538"/>
                  <a:pt x="3672" y="1231"/>
                  <a:pt x="3120" y="619"/>
                </a:cubicBezTo>
                <a:cubicBezTo>
                  <a:pt x="2989" y="476"/>
                  <a:pt x="2834" y="357"/>
                  <a:pt x="2656" y="250"/>
                </a:cubicBezTo>
                <a:cubicBezTo>
                  <a:pt x="2394" y="107"/>
                  <a:pt x="2096" y="12"/>
                  <a:pt x="1763" y="12"/>
                </a:cubicBezTo>
                <a:cubicBezTo>
                  <a:pt x="1453" y="12"/>
                  <a:pt x="1155" y="84"/>
                  <a:pt x="870" y="250"/>
                </a:cubicBezTo>
                <a:cubicBezTo>
                  <a:pt x="631" y="369"/>
                  <a:pt x="393" y="596"/>
                  <a:pt x="239" y="881"/>
                </a:cubicBezTo>
                <a:cubicBezTo>
                  <a:pt x="84" y="1143"/>
                  <a:pt x="0" y="1441"/>
                  <a:pt x="0" y="1774"/>
                </a:cubicBezTo>
                <a:cubicBezTo>
                  <a:pt x="0" y="2084"/>
                  <a:pt x="72" y="2381"/>
                  <a:pt x="239" y="2667"/>
                </a:cubicBezTo>
                <a:cubicBezTo>
                  <a:pt x="381" y="2929"/>
                  <a:pt x="608" y="3155"/>
                  <a:pt x="893" y="3310"/>
                </a:cubicBezTo>
                <a:cubicBezTo>
                  <a:pt x="1155" y="3465"/>
                  <a:pt x="1453" y="3560"/>
                  <a:pt x="1786" y="3560"/>
                </a:cubicBezTo>
                <a:cubicBezTo>
                  <a:pt x="2096" y="3560"/>
                  <a:pt x="2394" y="3477"/>
                  <a:pt x="2679" y="3310"/>
                </a:cubicBezTo>
                <a:cubicBezTo>
                  <a:pt x="2834" y="3215"/>
                  <a:pt x="3001" y="3096"/>
                  <a:pt x="3132" y="2941"/>
                </a:cubicBezTo>
                <a:cubicBezTo>
                  <a:pt x="3679" y="2322"/>
                  <a:pt x="4287" y="2012"/>
                  <a:pt x="4892" y="2012"/>
                </a:cubicBezTo>
                <a:cubicBezTo>
                  <a:pt x="5498" y="2012"/>
                  <a:pt x="6102" y="2322"/>
                  <a:pt x="6644" y="2941"/>
                </a:cubicBezTo>
                <a:cubicBezTo>
                  <a:pt x="6787" y="3096"/>
                  <a:pt x="6930" y="3227"/>
                  <a:pt x="7108" y="3334"/>
                </a:cubicBezTo>
                <a:cubicBezTo>
                  <a:pt x="7275" y="3441"/>
                  <a:pt x="7466" y="3501"/>
                  <a:pt x="7656" y="3536"/>
                </a:cubicBezTo>
                <a:cubicBezTo>
                  <a:pt x="9264" y="3870"/>
                  <a:pt x="9942" y="5025"/>
                  <a:pt x="9418" y="6572"/>
                </a:cubicBezTo>
                <a:cubicBezTo>
                  <a:pt x="9359" y="6751"/>
                  <a:pt x="9311" y="6965"/>
                  <a:pt x="9311" y="7168"/>
                </a:cubicBezTo>
                <a:cubicBezTo>
                  <a:pt x="9311" y="7477"/>
                  <a:pt x="9383" y="7775"/>
                  <a:pt x="9549" y="8061"/>
                </a:cubicBezTo>
                <a:cubicBezTo>
                  <a:pt x="9704" y="8335"/>
                  <a:pt x="9918" y="8549"/>
                  <a:pt x="10204" y="8716"/>
                </a:cubicBezTo>
                <a:cubicBezTo>
                  <a:pt x="10478" y="8870"/>
                  <a:pt x="10776" y="8954"/>
                  <a:pt x="11097" y="8954"/>
                </a:cubicBezTo>
                <a:cubicBezTo>
                  <a:pt x="11407" y="8954"/>
                  <a:pt x="11704" y="8882"/>
                  <a:pt x="11990" y="8716"/>
                </a:cubicBezTo>
                <a:cubicBezTo>
                  <a:pt x="12264" y="8573"/>
                  <a:pt x="12478" y="8347"/>
                  <a:pt x="12645" y="8061"/>
                </a:cubicBezTo>
                <a:cubicBezTo>
                  <a:pt x="12800" y="7799"/>
                  <a:pt x="12883" y="7501"/>
                  <a:pt x="12883" y="7168"/>
                </a:cubicBezTo>
                <a:cubicBezTo>
                  <a:pt x="12883" y="6858"/>
                  <a:pt x="12812" y="6561"/>
                  <a:pt x="12645" y="6275"/>
                </a:cubicBezTo>
                <a:cubicBezTo>
                  <a:pt x="12502" y="6013"/>
                  <a:pt x="12276" y="5787"/>
                  <a:pt x="11990" y="5620"/>
                </a:cubicBezTo>
                <a:cubicBezTo>
                  <a:pt x="11823" y="5525"/>
                  <a:pt x="11633" y="5453"/>
                  <a:pt x="11442" y="5418"/>
                </a:cubicBezTo>
                <a:cubicBezTo>
                  <a:pt x="9835" y="5084"/>
                  <a:pt x="9144" y="3929"/>
                  <a:pt x="9668" y="2370"/>
                </a:cubicBezTo>
                <a:cubicBezTo>
                  <a:pt x="9728" y="2191"/>
                  <a:pt x="9775" y="1977"/>
                  <a:pt x="9775" y="1786"/>
                </a:cubicBezTo>
                <a:cubicBezTo>
                  <a:pt x="9775" y="1477"/>
                  <a:pt x="9704" y="1179"/>
                  <a:pt x="9537" y="893"/>
                </a:cubicBezTo>
                <a:cubicBezTo>
                  <a:pt x="9383" y="619"/>
                  <a:pt x="9168" y="405"/>
                  <a:pt x="8883" y="238"/>
                </a:cubicBezTo>
                <a:cubicBezTo>
                  <a:pt x="8609" y="84"/>
                  <a:pt x="8311" y="0"/>
                  <a:pt x="799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2"/>
          <p:cNvSpPr/>
          <p:nvPr/>
        </p:nvSpPr>
        <p:spPr>
          <a:xfrm rot="3599888">
            <a:off x="4712518" y="563873"/>
            <a:ext cx="619895" cy="430842"/>
          </a:xfrm>
          <a:custGeom>
            <a:rect b="b" l="l" r="r" t="t"/>
            <a:pathLst>
              <a:path extrusionOk="0" h="8954" w="12883">
                <a:moveTo>
                  <a:pt x="7990" y="0"/>
                </a:moveTo>
                <a:cubicBezTo>
                  <a:pt x="7680" y="0"/>
                  <a:pt x="7382" y="72"/>
                  <a:pt x="7097" y="238"/>
                </a:cubicBezTo>
                <a:cubicBezTo>
                  <a:pt x="6930" y="322"/>
                  <a:pt x="6787" y="465"/>
                  <a:pt x="6644" y="607"/>
                </a:cubicBezTo>
                <a:cubicBezTo>
                  <a:pt x="6101" y="1228"/>
                  <a:pt x="5495" y="1538"/>
                  <a:pt x="4887" y="1538"/>
                </a:cubicBezTo>
                <a:cubicBezTo>
                  <a:pt x="4281" y="1538"/>
                  <a:pt x="3672" y="1231"/>
                  <a:pt x="3120" y="619"/>
                </a:cubicBezTo>
                <a:cubicBezTo>
                  <a:pt x="2989" y="476"/>
                  <a:pt x="2834" y="357"/>
                  <a:pt x="2656" y="250"/>
                </a:cubicBezTo>
                <a:cubicBezTo>
                  <a:pt x="2394" y="107"/>
                  <a:pt x="2096" y="12"/>
                  <a:pt x="1763" y="12"/>
                </a:cubicBezTo>
                <a:cubicBezTo>
                  <a:pt x="1453" y="12"/>
                  <a:pt x="1155" y="84"/>
                  <a:pt x="870" y="250"/>
                </a:cubicBezTo>
                <a:cubicBezTo>
                  <a:pt x="631" y="369"/>
                  <a:pt x="393" y="596"/>
                  <a:pt x="239" y="881"/>
                </a:cubicBezTo>
                <a:cubicBezTo>
                  <a:pt x="84" y="1143"/>
                  <a:pt x="0" y="1441"/>
                  <a:pt x="0" y="1774"/>
                </a:cubicBezTo>
                <a:cubicBezTo>
                  <a:pt x="0" y="2084"/>
                  <a:pt x="72" y="2381"/>
                  <a:pt x="239" y="2667"/>
                </a:cubicBezTo>
                <a:cubicBezTo>
                  <a:pt x="381" y="2929"/>
                  <a:pt x="608" y="3155"/>
                  <a:pt x="893" y="3310"/>
                </a:cubicBezTo>
                <a:cubicBezTo>
                  <a:pt x="1155" y="3465"/>
                  <a:pt x="1453" y="3560"/>
                  <a:pt x="1786" y="3560"/>
                </a:cubicBezTo>
                <a:cubicBezTo>
                  <a:pt x="2096" y="3560"/>
                  <a:pt x="2394" y="3477"/>
                  <a:pt x="2679" y="3310"/>
                </a:cubicBezTo>
                <a:cubicBezTo>
                  <a:pt x="2834" y="3215"/>
                  <a:pt x="3001" y="3096"/>
                  <a:pt x="3132" y="2941"/>
                </a:cubicBezTo>
                <a:cubicBezTo>
                  <a:pt x="3679" y="2322"/>
                  <a:pt x="4287" y="2012"/>
                  <a:pt x="4892" y="2012"/>
                </a:cubicBezTo>
                <a:cubicBezTo>
                  <a:pt x="5498" y="2012"/>
                  <a:pt x="6102" y="2322"/>
                  <a:pt x="6644" y="2941"/>
                </a:cubicBezTo>
                <a:cubicBezTo>
                  <a:pt x="6787" y="3096"/>
                  <a:pt x="6930" y="3227"/>
                  <a:pt x="7108" y="3334"/>
                </a:cubicBezTo>
                <a:cubicBezTo>
                  <a:pt x="7275" y="3441"/>
                  <a:pt x="7466" y="3501"/>
                  <a:pt x="7656" y="3536"/>
                </a:cubicBezTo>
                <a:cubicBezTo>
                  <a:pt x="9264" y="3870"/>
                  <a:pt x="9942" y="5025"/>
                  <a:pt x="9418" y="6572"/>
                </a:cubicBezTo>
                <a:cubicBezTo>
                  <a:pt x="9359" y="6751"/>
                  <a:pt x="9311" y="6965"/>
                  <a:pt x="9311" y="7168"/>
                </a:cubicBezTo>
                <a:cubicBezTo>
                  <a:pt x="9311" y="7477"/>
                  <a:pt x="9383" y="7775"/>
                  <a:pt x="9549" y="8061"/>
                </a:cubicBezTo>
                <a:cubicBezTo>
                  <a:pt x="9704" y="8335"/>
                  <a:pt x="9918" y="8549"/>
                  <a:pt x="10204" y="8716"/>
                </a:cubicBezTo>
                <a:cubicBezTo>
                  <a:pt x="10478" y="8870"/>
                  <a:pt x="10776" y="8954"/>
                  <a:pt x="11097" y="8954"/>
                </a:cubicBezTo>
                <a:cubicBezTo>
                  <a:pt x="11407" y="8954"/>
                  <a:pt x="11704" y="8882"/>
                  <a:pt x="11990" y="8716"/>
                </a:cubicBezTo>
                <a:cubicBezTo>
                  <a:pt x="12264" y="8573"/>
                  <a:pt x="12478" y="8347"/>
                  <a:pt x="12645" y="8061"/>
                </a:cubicBezTo>
                <a:cubicBezTo>
                  <a:pt x="12800" y="7799"/>
                  <a:pt x="12883" y="7501"/>
                  <a:pt x="12883" y="7168"/>
                </a:cubicBezTo>
                <a:cubicBezTo>
                  <a:pt x="12883" y="6858"/>
                  <a:pt x="12812" y="6561"/>
                  <a:pt x="12645" y="6275"/>
                </a:cubicBezTo>
                <a:cubicBezTo>
                  <a:pt x="12502" y="6013"/>
                  <a:pt x="12276" y="5787"/>
                  <a:pt x="11990" y="5620"/>
                </a:cubicBezTo>
                <a:cubicBezTo>
                  <a:pt x="11823" y="5525"/>
                  <a:pt x="11633" y="5453"/>
                  <a:pt x="11442" y="5418"/>
                </a:cubicBezTo>
                <a:cubicBezTo>
                  <a:pt x="9835" y="5084"/>
                  <a:pt x="9144" y="3929"/>
                  <a:pt x="9668" y="2370"/>
                </a:cubicBezTo>
                <a:cubicBezTo>
                  <a:pt x="9728" y="2191"/>
                  <a:pt x="9775" y="1977"/>
                  <a:pt x="9775" y="1786"/>
                </a:cubicBezTo>
                <a:cubicBezTo>
                  <a:pt x="9775" y="1477"/>
                  <a:pt x="9704" y="1179"/>
                  <a:pt x="9537" y="893"/>
                </a:cubicBezTo>
                <a:cubicBezTo>
                  <a:pt x="9383" y="619"/>
                  <a:pt x="9168" y="405"/>
                  <a:pt x="8883" y="238"/>
                </a:cubicBezTo>
                <a:cubicBezTo>
                  <a:pt x="8609" y="84"/>
                  <a:pt x="8311" y="0"/>
                  <a:pt x="799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2"/>
          <p:cNvSpPr/>
          <p:nvPr/>
        </p:nvSpPr>
        <p:spPr>
          <a:xfrm rot="3599888">
            <a:off x="5022168" y="563873"/>
            <a:ext cx="619895" cy="430842"/>
          </a:xfrm>
          <a:custGeom>
            <a:rect b="b" l="l" r="r" t="t"/>
            <a:pathLst>
              <a:path extrusionOk="0" h="8954" w="12883">
                <a:moveTo>
                  <a:pt x="7990" y="0"/>
                </a:moveTo>
                <a:cubicBezTo>
                  <a:pt x="7680" y="0"/>
                  <a:pt x="7382" y="72"/>
                  <a:pt x="7097" y="238"/>
                </a:cubicBezTo>
                <a:cubicBezTo>
                  <a:pt x="6930" y="322"/>
                  <a:pt x="6787" y="465"/>
                  <a:pt x="6644" y="607"/>
                </a:cubicBezTo>
                <a:cubicBezTo>
                  <a:pt x="6101" y="1228"/>
                  <a:pt x="5495" y="1538"/>
                  <a:pt x="4887" y="1538"/>
                </a:cubicBezTo>
                <a:cubicBezTo>
                  <a:pt x="4281" y="1538"/>
                  <a:pt x="3672" y="1231"/>
                  <a:pt x="3120" y="619"/>
                </a:cubicBezTo>
                <a:cubicBezTo>
                  <a:pt x="2989" y="476"/>
                  <a:pt x="2834" y="357"/>
                  <a:pt x="2656" y="250"/>
                </a:cubicBezTo>
                <a:cubicBezTo>
                  <a:pt x="2394" y="107"/>
                  <a:pt x="2096" y="12"/>
                  <a:pt x="1763" y="12"/>
                </a:cubicBezTo>
                <a:cubicBezTo>
                  <a:pt x="1453" y="12"/>
                  <a:pt x="1155" y="84"/>
                  <a:pt x="870" y="250"/>
                </a:cubicBezTo>
                <a:cubicBezTo>
                  <a:pt x="631" y="369"/>
                  <a:pt x="393" y="596"/>
                  <a:pt x="239" y="881"/>
                </a:cubicBezTo>
                <a:cubicBezTo>
                  <a:pt x="84" y="1143"/>
                  <a:pt x="0" y="1441"/>
                  <a:pt x="0" y="1774"/>
                </a:cubicBezTo>
                <a:cubicBezTo>
                  <a:pt x="0" y="2084"/>
                  <a:pt x="72" y="2381"/>
                  <a:pt x="239" y="2667"/>
                </a:cubicBezTo>
                <a:cubicBezTo>
                  <a:pt x="381" y="2929"/>
                  <a:pt x="608" y="3155"/>
                  <a:pt x="893" y="3310"/>
                </a:cubicBezTo>
                <a:cubicBezTo>
                  <a:pt x="1155" y="3465"/>
                  <a:pt x="1453" y="3560"/>
                  <a:pt x="1786" y="3560"/>
                </a:cubicBezTo>
                <a:cubicBezTo>
                  <a:pt x="2096" y="3560"/>
                  <a:pt x="2394" y="3477"/>
                  <a:pt x="2679" y="3310"/>
                </a:cubicBezTo>
                <a:cubicBezTo>
                  <a:pt x="2834" y="3215"/>
                  <a:pt x="3001" y="3096"/>
                  <a:pt x="3132" y="2941"/>
                </a:cubicBezTo>
                <a:cubicBezTo>
                  <a:pt x="3679" y="2322"/>
                  <a:pt x="4287" y="2012"/>
                  <a:pt x="4892" y="2012"/>
                </a:cubicBezTo>
                <a:cubicBezTo>
                  <a:pt x="5498" y="2012"/>
                  <a:pt x="6102" y="2322"/>
                  <a:pt x="6644" y="2941"/>
                </a:cubicBezTo>
                <a:cubicBezTo>
                  <a:pt x="6787" y="3096"/>
                  <a:pt x="6930" y="3227"/>
                  <a:pt x="7108" y="3334"/>
                </a:cubicBezTo>
                <a:cubicBezTo>
                  <a:pt x="7275" y="3441"/>
                  <a:pt x="7466" y="3501"/>
                  <a:pt x="7656" y="3536"/>
                </a:cubicBezTo>
                <a:cubicBezTo>
                  <a:pt x="9264" y="3870"/>
                  <a:pt x="9942" y="5025"/>
                  <a:pt x="9418" y="6572"/>
                </a:cubicBezTo>
                <a:cubicBezTo>
                  <a:pt x="9359" y="6751"/>
                  <a:pt x="9311" y="6965"/>
                  <a:pt x="9311" y="7168"/>
                </a:cubicBezTo>
                <a:cubicBezTo>
                  <a:pt x="9311" y="7477"/>
                  <a:pt x="9383" y="7775"/>
                  <a:pt x="9549" y="8061"/>
                </a:cubicBezTo>
                <a:cubicBezTo>
                  <a:pt x="9704" y="8335"/>
                  <a:pt x="9918" y="8549"/>
                  <a:pt x="10204" y="8716"/>
                </a:cubicBezTo>
                <a:cubicBezTo>
                  <a:pt x="10478" y="8870"/>
                  <a:pt x="10776" y="8954"/>
                  <a:pt x="11097" y="8954"/>
                </a:cubicBezTo>
                <a:cubicBezTo>
                  <a:pt x="11407" y="8954"/>
                  <a:pt x="11704" y="8882"/>
                  <a:pt x="11990" y="8716"/>
                </a:cubicBezTo>
                <a:cubicBezTo>
                  <a:pt x="12264" y="8573"/>
                  <a:pt x="12478" y="8347"/>
                  <a:pt x="12645" y="8061"/>
                </a:cubicBezTo>
                <a:cubicBezTo>
                  <a:pt x="12800" y="7799"/>
                  <a:pt x="12883" y="7501"/>
                  <a:pt x="12883" y="7168"/>
                </a:cubicBezTo>
                <a:cubicBezTo>
                  <a:pt x="12883" y="6858"/>
                  <a:pt x="12812" y="6561"/>
                  <a:pt x="12645" y="6275"/>
                </a:cubicBezTo>
                <a:cubicBezTo>
                  <a:pt x="12502" y="6013"/>
                  <a:pt x="12276" y="5787"/>
                  <a:pt x="11990" y="5620"/>
                </a:cubicBezTo>
                <a:cubicBezTo>
                  <a:pt x="11823" y="5525"/>
                  <a:pt x="11633" y="5453"/>
                  <a:pt x="11442" y="5418"/>
                </a:cubicBezTo>
                <a:cubicBezTo>
                  <a:pt x="9835" y="5084"/>
                  <a:pt x="9144" y="3929"/>
                  <a:pt x="9668" y="2370"/>
                </a:cubicBezTo>
                <a:cubicBezTo>
                  <a:pt x="9728" y="2191"/>
                  <a:pt x="9775" y="1977"/>
                  <a:pt x="9775" y="1786"/>
                </a:cubicBezTo>
                <a:cubicBezTo>
                  <a:pt x="9775" y="1477"/>
                  <a:pt x="9704" y="1179"/>
                  <a:pt x="9537" y="893"/>
                </a:cubicBezTo>
                <a:cubicBezTo>
                  <a:pt x="9383" y="619"/>
                  <a:pt x="9168" y="405"/>
                  <a:pt x="8883" y="238"/>
                </a:cubicBezTo>
                <a:cubicBezTo>
                  <a:pt x="8609" y="84"/>
                  <a:pt x="8311" y="0"/>
                  <a:pt x="799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22"/>
          <p:cNvSpPr/>
          <p:nvPr>
            <p:ph idx="3" type="pic"/>
          </p:nvPr>
        </p:nvSpPr>
        <p:spPr>
          <a:xfrm>
            <a:off x="7958526" y="363351"/>
            <a:ext cx="825300" cy="825300"/>
          </a:xfrm>
          <a:prstGeom prst="ellipse">
            <a:avLst/>
          </a:prstGeom>
          <a:noFill/>
          <a:ln cap="flat" cmpd="sng" w="28575">
            <a:solidFill>
              <a:srgbClr val="FFFFFF"/>
            </a:solidFill>
            <a:prstDash val="solid"/>
            <a:round/>
            <a:headEnd len="sm" w="sm" type="none"/>
            <a:tailEnd len="sm" w="sm" type="none"/>
          </a:ln>
        </p:spPr>
      </p:sp>
      <p:sp>
        <p:nvSpPr>
          <p:cNvPr id="175" name="Google Shape;175;p22"/>
          <p:cNvSpPr txBox="1"/>
          <p:nvPr>
            <p:ph idx="12" type="sldNum"/>
          </p:nvPr>
        </p:nvSpPr>
        <p:spPr>
          <a:xfrm>
            <a:off x="360650" y="4880150"/>
            <a:ext cx="3667800" cy="269700"/>
          </a:xfrm>
          <a:prstGeom prst="rect">
            <a:avLst/>
          </a:prstGeom>
          <a:noFill/>
          <a:ln>
            <a:noFill/>
          </a:ln>
        </p:spPr>
        <p:txBody>
          <a:bodyPr anchorCtr="0" anchor="t" bIns="0" lIns="0" spcFirstLastPara="1" rIns="0" wrap="square" tIns="0">
            <a:noAutofit/>
          </a:bodyPr>
          <a:lstStyle>
            <a:lvl1pPr lvl="0" rtl="0" algn="l">
              <a:buNone/>
              <a:defRPr sz="800">
                <a:solidFill>
                  <a:schemeClr val="dk1"/>
                </a:solidFill>
                <a:latin typeface="Public Sans"/>
                <a:ea typeface="Public Sans"/>
                <a:cs typeface="Public Sans"/>
                <a:sym typeface="Public Sans"/>
              </a:defRPr>
            </a:lvl1pPr>
            <a:lvl2pPr lvl="1" rtl="0" algn="l">
              <a:buNone/>
              <a:defRPr sz="800">
                <a:solidFill>
                  <a:schemeClr val="dk1"/>
                </a:solidFill>
                <a:latin typeface="Public Sans"/>
                <a:ea typeface="Public Sans"/>
                <a:cs typeface="Public Sans"/>
                <a:sym typeface="Public Sans"/>
              </a:defRPr>
            </a:lvl2pPr>
            <a:lvl3pPr lvl="2" rtl="0" algn="l">
              <a:buNone/>
              <a:defRPr sz="800">
                <a:solidFill>
                  <a:schemeClr val="dk1"/>
                </a:solidFill>
                <a:latin typeface="Public Sans"/>
                <a:ea typeface="Public Sans"/>
                <a:cs typeface="Public Sans"/>
                <a:sym typeface="Public Sans"/>
              </a:defRPr>
            </a:lvl3pPr>
            <a:lvl4pPr lvl="3" rtl="0" algn="l">
              <a:buNone/>
              <a:defRPr sz="800">
                <a:solidFill>
                  <a:schemeClr val="dk1"/>
                </a:solidFill>
                <a:latin typeface="Public Sans"/>
                <a:ea typeface="Public Sans"/>
                <a:cs typeface="Public Sans"/>
                <a:sym typeface="Public Sans"/>
              </a:defRPr>
            </a:lvl4pPr>
            <a:lvl5pPr lvl="4" rtl="0" algn="l">
              <a:buNone/>
              <a:defRPr sz="800">
                <a:solidFill>
                  <a:schemeClr val="dk1"/>
                </a:solidFill>
                <a:latin typeface="Public Sans"/>
                <a:ea typeface="Public Sans"/>
                <a:cs typeface="Public Sans"/>
                <a:sym typeface="Public Sans"/>
              </a:defRPr>
            </a:lvl5pPr>
            <a:lvl6pPr lvl="5" rtl="0" algn="l">
              <a:buNone/>
              <a:defRPr sz="800">
                <a:solidFill>
                  <a:schemeClr val="dk1"/>
                </a:solidFill>
                <a:latin typeface="Public Sans"/>
                <a:ea typeface="Public Sans"/>
                <a:cs typeface="Public Sans"/>
                <a:sym typeface="Public Sans"/>
              </a:defRPr>
            </a:lvl6pPr>
            <a:lvl7pPr lvl="6" rtl="0" algn="l">
              <a:buNone/>
              <a:defRPr sz="800">
                <a:solidFill>
                  <a:schemeClr val="dk1"/>
                </a:solidFill>
                <a:latin typeface="Public Sans"/>
                <a:ea typeface="Public Sans"/>
                <a:cs typeface="Public Sans"/>
                <a:sym typeface="Public Sans"/>
              </a:defRPr>
            </a:lvl7pPr>
            <a:lvl8pPr lvl="7" rtl="0" algn="l">
              <a:buNone/>
              <a:defRPr sz="800">
                <a:solidFill>
                  <a:schemeClr val="dk1"/>
                </a:solidFill>
                <a:latin typeface="Public Sans"/>
                <a:ea typeface="Public Sans"/>
                <a:cs typeface="Public Sans"/>
                <a:sym typeface="Public Sans"/>
              </a:defRPr>
            </a:lvl8pPr>
            <a:lvl9pPr lvl="8" rtl="0" algn="l">
              <a:buNone/>
              <a:defRPr sz="800">
                <a:solidFill>
                  <a:schemeClr val="dk1"/>
                </a:solidFill>
                <a:latin typeface="Public Sans"/>
                <a:ea typeface="Public Sans"/>
                <a:cs typeface="Public Sans"/>
                <a:sym typeface="Public Sans"/>
              </a:defRPr>
            </a:lvl9pPr>
          </a:lstStyle>
          <a:p>
            <a:pPr indent="0" lvl="0" marL="0" rtl="0" algn="l">
              <a:spcBef>
                <a:spcPts val="0"/>
              </a:spcBef>
              <a:spcAft>
                <a:spcPts val="0"/>
              </a:spcAft>
              <a:buNone/>
            </a:pPr>
            <a:r>
              <a:rPr lang="en"/>
              <a:t>Neo4j Inc. All rights reserved 2023	</a:t>
            </a:r>
            <a:endParaRPr/>
          </a:p>
        </p:txBody>
      </p:sp>
      <p:sp>
        <p:nvSpPr>
          <p:cNvPr id="176" name="Google Shape;176;p22"/>
          <p:cNvSpPr txBox="1"/>
          <p:nvPr>
            <p:ph idx="4" type="sldNum"/>
          </p:nvPr>
        </p:nvSpPr>
        <p:spPr>
          <a:xfrm>
            <a:off x="0" y="4880150"/>
            <a:ext cx="265200" cy="269700"/>
          </a:xfrm>
          <a:prstGeom prst="rect">
            <a:avLst/>
          </a:prstGeom>
          <a:noFill/>
          <a:ln>
            <a:noFill/>
          </a:ln>
        </p:spPr>
        <p:txBody>
          <a:bodyPr anchorCtr="0" anchor="t" bIns="0" lIns="0" spcFirstLastPara="1" rIns="0" wrap="square" tIns="0">
            <a:noAutofit/>
          </a:bodyPr>
          <a:lstStyle>
            <a:lvl1pPr lvl="0" rtl="0" algn="r">
              <a:buNone/>
              <a:defRPr sz="800">
                <a:solidFill>
                  <a:schemeClr val="dk1"/>
                </a:solidFill>
                <a:latin typeface="Public Sans"/>
                <a:ea typeface="Public Sans"/>
                <a:cs typeface="Public Sans"/>
                <a:sym typeface="Public Sans"/>
              </a:defRPr>
            </a:lvl1pPr>
            <a:lvl2pPr lvl="1" rtl="0" algn="r">
              <a:buNone/>
              <a:defRPr sz="800">
                <a:solidFill>
                  <a:schemeClr val="dk1"/>
                </a:solidFill>
                <a:latin typeface="Public Sans"/>
                <a:ea typeface="Public Sans"/>
                <a:cs typeface="Public Sans"/>
                <a:sym typeface="Public Sans"/>
              </a:defRPr>
            </a:lvl2pPr>
            <a:lvl3pPr lvl="2" rtl="0" algn="r">
              <a:buNone/>
              <a:defRPr sz="800">
                <a:solidFill>
                  <a:schemeClr val="dk1"/>
                </a:solidFill>
                <a:latin typeface="Public Sans"/>
                <a:ea typeface="Public Sans"/>
                <a:cs typeface="Public Sans"/>
                <a:sym typeface="Public Sans"/>
              </a:defRPr>
            </a:lvl3pPr>
            <a:lvl4pPr lvl="3" rtl="0" algn="r">
              <a:buNone/>
              <a:defRPr sz="800">
                <a:solidFill>
                  <a:schemeClr val="dk1"/>
                </a:solidFill>
                <a:latin typeface="Public Sans"/>
                <a:ea typeface="Public Sans"/>
                <a:cs typeface="Public Sans"/>
                <a:sym typeface="Public Sans"/>
              </a:defRPr>
            </a:lvl4pPr>
            <a:lvl5pPr lvl="4" rtl="0" algn="r">
              <a:buNone/>
              <a:defRPr sz="800">
                <a:solidFill>
                  <a:schemeClr val="dk1"/>
                </a:solidFill>
                <a:latin typeface="Public Sans"/>
                <a:ea typeface="Public Sans"/>
                <a:cs typeface="Public Sans"/>
                <a:sym typeface="Public Sans"/>
              </a:defRPr>
            </a:lvl5pPr>
            <a:lvl6pPr lvl="5" rtl="0" algn="r">
              <a:buNone/>
              <a:defRPr sz="800">
                <a:solidFill>
                  <a:schemeClr val="dk1"/>
                </a:solidFill>
                <a:latin typeface="Public Sans"/>
                <a:ea typeface="Public Sans"/>
                <a:cs typeface="Public Sans"/>
                <a:sym typeface="Public Sans"/>
              </a:defRPr>
            </a:lvl6pPr>
            <a:lvl7pPr lvl="6" rtl="0" algn="r">
              <a:buNone/>
              <a:defRPr sz="800">
                <a:solidFill>
                  <a:schemeClr val="dk1"/>
                </a:solidFill>
                <a:latin typeface="Public Sans"/>
                <a:ea typeface="Public Sans"/>
                <a:cs typeface="Public Sans"/>
                <a:sym typeface="Public Sans"/>
              </a:defRPr>
            </a:lvl7pPr>
            <a:lvl8pPr lvl="7" rtl="0" algn="r">
              <a:buNone/>
              <a:defRPr sz="800">
                <a:solidFill>
                  <a:schemeClr val="dk1"/>
                </a:solidFill>
                <a:latin typeface="Public Sans"/>
                <a:ea typeface="Public Sans"/>
                <a:cs typeface="Public Sans"/>
                <a:sym typeface="Public Sans"/>
              </a:defRPr>
            </a:lvl8pPr>
            <a:lvl9pPr lvl="8" rtl="0" algn="r">
              <a:buNone/>
              <a:defRPr sz="800">
                <a:solidFill>
                  <a:schemeClr val="dk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749">
          <p15:clr>
            <a:srgbClr val="E46962"/>
          </p15:clr>
        </p15:guide>
        <p15:guide id="2" orient="horz" pos="231">
          <p15:clr>
            <a:srgbClr val="E46962"/>
          </p15:clr>
        </p15:guide>
        <p15:guide id="3" pos="3108">
          <p15:clr>
            <a:srgbClr val="E46962"/>
          </p15:clr>
        </p15:guide>
        <p15:guide id="4" pos="2652">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solid">
  <p:cSld name="TITLE_AND_BODY_1_1_2">
    <p:bg>
      <p:bgPr>
        <a:solidFill>
          <a:schemeClr val="accent2"/>
        </a:solidFill>
      </p:bgPr>
    </p:bg>
    <p:spTree>
      <p:nvGrpSpPr>
        <p:cNvPr id="177" name="Shape 177"/>
        <p:cNvGrpSpPr/>
        <p:nvPr/>
      </p:nvGrpSpPr>
      <p:grpSpPr>
        <a:xfrm>
          <a:off x="0" y="0"/>
          <a:ext cx="0" cy="0"/>
          <a:chOff x="0" y="0"/>
          <a:chExt cx="0" cy="0"/>
        </a:xfrm>
      </p:grpSpPr>
      <p:sp>
        <p:nvSpPr>
          <p:cNvPr id="178" name="Google Shape;178;p23"/>
          <p:cNvSpPr txBox="1"/>
          <p:nvPr>
            <p:ph idx="1" type="body"/>
          </p:nvPr>
        </p:nvSpPr>
        <p:spPr>
          <a:xfrm>
            <a:off x="1828800" y="366725"/>
            <a:ext cx="5486400" cy="4417500"/>
          </a:xfrm>
          <a:prstGeom prst="rect">
            <a:avLst/>
          </a:prstGeom>
        </p:spPr>
        <p:txBody>
          <a:bodyPr anchorCtr="0" anchor="ctr" bIns="0" lIns="0" spcFirstLastPara="1" rIns="0" wrap="square" tIns="0">
            <a:noAutofit/>
          </a:bodyPr>
          <a:lstStyle>
            <a:lvl1pPr indent="-330200" lvl="0" marL="457200" rtl="0" algn="ctr">
              <a:spcBef>
                <a:spcPts val="0"/>
              </a:spcBef>
              <a:spcAft>
                <a:spcPts val="0"/>
              </a:spcAft>
              <a:buClr>
                <a:srgbClr val="FFFFFF"/>
              </a:buClr>
              <a:buSzPts val="1600"/>
              <a:buFont typeface="Public Sans SemiBold"/>
              <a:buChar char="●"/>
              <a:defRPr>
                <a:solidFill>
                  <a:srgbClr val="FFFFFF"/>
                </a:solidFill>
                <a:latin typeface="Public Sans SemiBold"/>
                <a:ea typeface="Public Sans SemiBold"/>
                <a:cs typeface="Public Sans SemiBold"/>
                <a:sym typeface="Public Sans SemiBold"/>
              </a:defRPr>
            </a:lvl1pPr>
            <a:lvl2pPr indent="-330200" lvl="1" marL="914400" rtl="0" algn="ctr">
              <a:spcBef>
                <a:spcPts val="0"/>
              </a:spcBef>
              <a:spcAft>
                <a:spcPts val="0"/>
              </a:spcAft>
              <a:buClr>
                <a:srgbClr val="FFFFFF"/>
              </a:buClr>
              <a:buSzPts val="1600"/>
              <a:buFont typeface="Public Sans SemiBold"/>
              <a:buChar char="﹣"/>
              <a:defRPr>
                <a:solidFill>
                  <a:srgbClr val="FFFFFF"/>
                </a:solidFill>
                <a:latin typeface="Public Sans SemiBold"/>
                <a:ea typeface="Public Sans SemiBold"/>
                <a:cs typeface="Public Sans SemiBold"/>
                <a:sym typeface="Public Sans SemiBold"/>
              </a:defRPr>
            </a:lvl2pPr>
            <a:lvl3pPr indent="-330200" lvl="2" marL="1371600" rtl="0" algn="ctr">
              <a:spcBef>
                <a:spcPts val="0"/>
              </a:spcBef>
              <a:spcAft>
                <a:spcPts val="0"/>
              </a:spcAft>
              <a:buClr>
                <a:srgbClr val="FFFFFF"/>
              </a:buClr>
              <a:buSzPts val="1600"/>
              <a:buFont typeface="Public Sans SemiBold"/>
              <a:buChar char="﹣"/>
              <a:defRPr>
                <a:solidFill>
                  <a:srgbClr val="FFFFFF"/>
                </a:solidFill>
                <a:latin typeface="Public Sans SemiBold"/>
                <a:ea typeface="Public Sans SemiBold"/>
                <a:cs typeface="Public Sans SemiBold"/>
                <a:sym typeface="Public Sans SemiBold"/>
              </a:defRPr>
            </a:lvl3pPr>
            <a:lvl4pPr indent="-330200" lvl="3" marL="1828800" rtl="0" algn="ctr">
              <a:spcBef>
                <a:spcPts val="0"/>
              </a:spcBef>
              <a:spcAft>
                <a:spcPts val="0"/>
              </a:spcAft>
              <a:buClr>
                <a:srgbClr val="FFFFFF"/>
              </a:buClr>
              <a:buSzPts val="1600"/>
              <a:buFont typeface="Public Sans SemiBold"/>
              <a:buChar char="﹣"/>
              <a:defRPr>
                <a:solidFill>
                  <a:srgbClr val="FFFFFF"/>
                </a:solidFill>
                <a:latin typeface="Public Sans SemiBold"/>
                <a:ea typeface="Public Sans SemiBold"/>
                <a:cs typeface="Public Sans SemiBold"/>
                <a:sym typeface="Public Sans SemiBold"/>
              </a:defRPr>
            </a:lvl4pPr>
            <a:lvl5pPr indent="-330200" lvl="4" marL="2286000" rtl="0" algn="ctr">
              <a:spcBef>
                <a:spcPts val="0"/>
              </a:spcBef>
              <a:spcAft>
                <a:spcPts val="0"/>
              </a:spcAft>
              <a:buClr>
                <a:srgbClr val="FFFFFF"/>
              </a:buClr>
              <a:buSzPts val="1600"/>
              <a:buFont typeface="Public Sans SemiBold"/>
              <a:buChar char="﹣"/>
              <a:defRPr>
                <a:solidFill>
                  <a:srgbClr val="FFFFFF"/>
                </a:solidFill>
                <a:latin typeface="Public Sans SemiBold"/>
                <a:ea typeface="Public Sans SemiBold"/>
                <a:cs typeface="Public Sans SemiBold"/>
                <a:sym typeface="Public Sans SemiBold"/>
              </a:defRPr>
            </a:lvl5pPr>
            <a:lvl6pPr indent="-330200" lvl="5" marL="2743200" rtl="0" algn="ctr">
              <a:spcBef>
                <a:spcPts val="0"/>
              </a:spcBef>
              <a:spcAft>
                <a:spcPts val="0"/>
              </a:spcAft>
              <a:buClr>
                <a:srgbClr val="FFFFFF"/>
              </a:buClr>
              <a:buSzPts val="1600"/>
              <a:buFont typeface="Public Sans SemiBold"/>
              <a:buChar char="﹣"/>
              <a:defRPr>
                <a:solidFill>
                  <a:srgbClr val="FFFFFF"/>
                </a:solidFill>
                <a:latin typeface="Public Sans SemiBold"/>
                <a:ea typeface="Public Sans SemiBold"/>
                <a:cs typeface="Public Sans SemiBold"/>
                <a:sym typeface="Public Sans SemiBold"/>
              </a:defRPr>
            </a:lvl6pPr>
            <a:lvl7pPr indent="-330200" lvl="6" marL="3200400" rtl="0" algn="ctr">
              <a:spcBef>
                <a:spcPts val="0"/>
              </a:spcBef>
              <a:spcAft>
                <a:spcPts val="0"/>
              </a:spcAft>
              <a:buClr>
                <a:srgbClr val="FFFFFF"/>
              </a:buClr>
              <a:buSzPts val="1600"/>
              <a:buFont typeface="Public Sans SemiBold"/>
              <a:buChar char="﹣"/>
              <a:defRPr>
                <a:solidFill>
                  <a:srgbClr val="FFFFFF"/>
                </a:solidFill>
                <a:latin typeface="Public Sans SemiBold"/>
                <a:ea typeface="Public Sans SemiBold"/>
                <a:cs typeface="Public Sans SemiBold"/>
                <a:sym typeface="Public Sans SemiBold"/>
              </a:defRPr>
            </a:lvl7pPr>
            <a:lvl8pPr indent="-330200" lvl="7" marL="3657600" rtl="0" algn="ctr">
              <a:spcBef>
                <a:spcPts val="0"/>
              </a:spcBef>
              <a:spcAft>
                <a:spcPts val="0"/>
              </a:spcAft>
              <a:buClr>
                <a:srgbClr val="FFFFFF"/>
              </a:buClr>
              <a:buSzPts val="1600"/>
              <a:buFont typeface="Public Sans SemiBold"/>
              <a:buChar char="﹣"/>
              <a:defRPr>
                <a:solidFill>
                  <a:srgbClr val="FFFFFF"/>
                </a:solidFill>
                <a:latin typeface="Public Sans SemiBold"/>
                <a:ea typeface="Public Sans SemiBold"/>
                <a:cs typeface="Public Sans SemiBold"/>
                <a:sym typeface="Public Sans SemiBold"/>
              </a:defRPr>
            </a:lvl8pPr>
            <a:lvl9pPr indent="-330200" lvl="8" marL="4114800" rtl="0" algn="ctr">
              <a:spcBef>
                <a:spcPts val="0"/>
              </a:spcBef>
              <a:spcAft>
                <a:spcPts val="0"/>
              </a:spcAft>
              <a:buClr>
                <a:srgbClr val="FFFFFF"/>
              </a:buClr>
              <a:buSzPts val="1600"/>
              <a:buFont typeface="Public Sans SemiBold"/>
              <a:buChar char="﹣"/>
              <a:defRPr>
                <a:solidFill>
                  <a:srgbClr val="FFFFFF"/>
                </a:solidFill>
                <a:latin typeface="Public Sans SemiBold"/>
                <a:ea typeface="Public Sans SemiBold"/>
                <a:cs typeface="Public Sans SemiBold"/>
                <a:sym typeface="Public Sans SemiBold"/>
              </a:defRPr>
            </a:lvl9pPr>
          </a:lstStyle>
          <a:p/>
        </p:txBody>
      </p:sp>
      <p:sp>
        <p:nvSpPr>
          <p:cNvPr id="179" name="Google Shape;179;p23"/>
          <p:cNvSpPr/>
          <p:nvPr/>
        </p:nvSpPr>
        <p:spPr>
          <a:xfrm rot="-7200112">
            <a:off x="8367615" y="4146756"/>
            <a:ext cx="619895" cy="430842"/>
          </a:xfrm>
          <a:custGeom>
            <a:rect b="b" l="l" r="r" t="t"/>
            <a:pathLst>
              <a:path extrusionOk="0" h="8954" w="12883">
                <a:moveTo>
                  <a:pt x="7990" y="0"/>
                </a:moveTo>
                <a:cubicBezTo>
                  <a:pt x="7680" y="0"/>
                  <a:pt x="7382" y="72"/>
                  <a:pt x="7097" y="238"/>
                </a:cubicBezTo>
                <a:cubicBezTo>
                  <a:pt x="6930" y="322"/>
                  <a:pt x="6787" y="465"/>
                  <a:pt x="6644" y="607"/>
                </a:cubicBezTo>
                <a:cubicBezTo>
                  <a:pt x="6101" y="1228"/>
                  <a:pt x="5495" y="1538"/>
                  <a:pt x="4887" y="1538"/>
                </a:cubicBezTo>
                <a:cubicBezTo>
                  <a:pt x="4281" y="1538"/>
                  <a:pt x="3672" y="1231"/>
                  <a:pt x="3120" y="619"/>
                </a:cubicBezTo>
                <a:cubicBezTo>
                  <a:pt x="2989" y="476"/>
                  <a:pt x="2834" y="357"/>
                  <a:pt x="2656" y="250"/>
                </a:cubicBezTo>
                <a:cubicBezTo>
                  <a:pt x="2394" y="107"/>
                  <a:pt x="2096" y="12"/>
                  <a:pt x="1763" y="12"/>
                </a:cubicBezTo>
                <a:cubicBezTo>
                  <a:pt x="1453" y="12"/>
                  <a:pt x="1155" y="84"/>
                  <a:pt x="870" y="250"/>
                </a:cubicBezTo>
                <a:cubicBezTo>
                  <a:pt x="631" y="369"/>
                  <a:pt x="393" y="596"/>
                  <a:pt x="239" y="881"/>
                </a:cubicBezTo>
                <a:cubicBezTo>
                  <a:pt x="84" y="1143"/>
                  <a:pt x="0" y="1441"/>
                  <a:pt x="0" y="1774"/>
                </a:cubicBezTo>
                <a:cubicBezTo>
                  <a:pt x="0" y="2084"/>
                  <a:pt x="72" y="2381"/>
                  <a:pt x="239" y="2667"/>
                </a:cubicBezTo>
                <a:cubicBezTo>
                  <a:pt x="381" y="2929"/>
                  <a:pt x="608" y="3155"/>
                  <a:pt x="893" y="3310"/>
                </a:cubicBezTo>
                <a:cubicBezTo>
                  <a:pt x="1155" y="3465"/>
                  <a:pt x="1453" y="3560"/>
                  <a:pt x="1786" y="3560"/>
                </a:cubicBezTo>
                <a:cubicBezTo>
                  <a:pt x="2096" y="3560"/>
                  <a:pt x="2394" y="3477"/>
                  <a:pt x="2679" y="3310"/>
                </a:cubicBezTo>
                <a:cubicBezTo>
                  <a:pt x="2834" y="3215"/>
                  <a:pt x="3001" y="3096"/>
                  <a:pt x="3132" y="2941"/>
                </a:cubicBezTo>
                <a:cubicBezTo>
                  <a:pt x="3679" y="2322"/>
                  <a:pt x="4287" y="2012"/>
                  <a:pt x="4892" y="2012"/>
                </a:cubicBezTo>
                <a:cubicBezTo>
                  <a:pt x="5498" y="2012"/>
                  <a:pt x="6102" y="2322"/>
                  <a:pt x="6644" y="2941"/>
                </a:cubicBezTo>
                <a:cubicBezTo>
                  <a:pt x="6787" y="3096"/>
                  <a:pt x="6930" y="3227"/>
                  <a:pt x="7108" y="3334"/>
                </a:cubicBezTo>
                <a:cubicBezTo>
                  <a:pt x="7275" y="3441"/>
                  <a:pt x="7466" y="3501"/>
                  <a:pt x="7656" y="3536"/>
                </a:cubicBezTo>
                <a:cubicBezTo>
                  <a:pt x="9264" y="3870"/>
                  <a:pt x="9942" y="5025"/>
                  <a:pt x="9418" y="6572"/>
                </a:cubicBezTo>
                <a:cubicBezTo>
                  <a:pt x="9359" y="6751"/>
                  <a:pt x="9311" y="6965"/>
                  <a:pt x="9311" y="7168"/>
                </a:cubicBezTo>
                <a:cubicBezTo>
                  <a:pt x="9311" y="7477"/>
                  <a:pt x="9383" y="7775"/>
                  <a:pt x="9549" y="8061"/>
                </a:cubicBezTo>
                <a:cubicBezTo>
                  <a:pt x="9704" y="8335"/>
                  <a:pt x="9918" y="8549"/>
                  <a:pt x="10204" y="8716"/>
                </a:cubicBezTo>
                <a:cubicBezTo>
                  <a:pt x="10478" y="8870"/>
                  <a:pt x="10776" y="8954"/>
                  <a:pt x="11097" y="8954"/>
                </a:cubicBezTo>
                <a:cubicBezTo>
                  <a:pt x="11407" y="8954"/>
                  <a:pt x="11704" y="8882"/>
                  <a:pt x="11990" y="8716"/>
                </a:cubicBezTo>
                <a:cubicBezTo>
                  <a:pt x="12264" y="8573"/>
                  <a:pt x="12478" y="8347"/>
                  <a:pt x="12645" y="8061"/>
                </a:cubicBezTo>
                <a:cubicBezTo>
                  <a:pt x="12800" y="7799"/>
                  <a:pt x="12883" y="7501"/>
                  <a:pt x="12883" y="7168"/>
                </a:cubicBezTo>
                <a:cubicBezTo>
                  <a:pt x="12883" y="6858"/>
                  <a:pt x="12812" y="6561"/>
                  <a:pt x="12645" y="6275"/>
                </a:cubicBezTo>
                <a:cubicBezTo>
                  <a:pt x="12502" y="6013"/>
                  <a:pt x="12276" y="5787"/>
                  <a:pt x="11990" y="5620"/>
                </a:cubicBezTo>
                <a:cubicBezTo>
                  <a:pt x="11823" y="5525"/>
                  <a:pt x="11633" y="5453"/>
                  <a:pt x="11442" y="5418"/>
                </a:cubicBezTo>
                <a:cubicBezTo>
                  <a:pt x="9835" y="5084"/>
                  <a:pt x="9144" y="3929"/>
                  <a:pt x="9668" y="2370"/>
                </a:cubicBezTo>
                <a:cubicBezTo>
                  <a:pt x="9728" y="2191"/>
                  <a:pt x="9775" y="1977"/>
                  <a:pt x="9775" y="1786"/>
                </a:cubicBezTo>
                <a:cubicBezTo>
                  <a:pt x="9775" y="1477"/>
                  <a:pt x="9704" y="1179"/>
                  <a:pt x="9537" y="893"/>
                </a:cubicBezTo>
                <a:cubicBezTo>
                  <a:pt x="9383" y="619"/>
                  <a:pt x="9168" y="405"/>
                  <a:pt x="8883" y="238"/>
                </a:cubicBezTo>
                <a:cubicBezTo>
                  <a:pt x="8609" y="84"/>
                  <a:pt x="8311" y="0"/>
                  <a:pt x="799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23"/>
          <p:cNvSpPr/>
          <p:nvPr/>
        </p:nvSpPr>
        <p:spPr>
          <a:xfrm rot="-7200112">
            <a:off x="8057965" y="4146756"/>
            <a:ext cx="619895" cy="430842"/>
          </a:xfrm>
          <a:custGeom>
            <a:rect b="b" l="l" r="r" t="t"/>
            <a:pathLst>
              <a:path extrusionOk="0" h="8954" w="12883">
                <a:moveTo>
                  <a:pt x="7990" y="0"/>
                </a:moveTo>
                <a:cubicBezTo>
                  <a:pt x="7680" y="0"/>
                  <a:pt x="7382" y="72"/>
                  <a:pt x="7097" y="238"/>
                </a:cubicBezTo>
                <a:cubicBezTo>
                  <a:pt x="6930" y="322"/>
                  <a:pt x="6787" y="465"/>
                  <a:pt x="6644" y="607"/>
                </a:cubicBezTo>
                <a:cubicBezTo>
                  <a:pt x="6101" y="1228"/>
                  <a:pt x="5495" y="1538"/>
                  <a:pt x="4887" y="1538"/>
                </a:cubicBezTo>
                <a:cubicBezTo>
                  <a:pt x="4281" y="1538"/>
                  <a:pt x="3672" y="1231"/>
                  <a:pt x="3120" y="619"/>
                </a:cubicBezTo>
                <a:cubicBezTo>
                  <a:pt x="2989" y="476"/>
                  <a:pt x="2834" y="357"/>
                  <a:pt x="2656" y="250"/>
                </a:cubicBezTo>
                <a:cubicBezTo>
                  <a:pt x="2394" y="107"/>
                  <a:pt x="2096" y="12"/>
                  <a:pt x="1763" y="12"/>
                </a:cubicBezTo>
                <a:cubicBezTo>
                  <a:pt x="1453" y="12"/>
                  <a:pt x="1155" y="84"/>
                  <a:pt x="870" y="250"/>
                </a:cubicBezTo>
                <a:cubicBezTo>
                  <a:pt x="631" y="369"/>
                  <a:pt x="393" y="596"/>
                  <a:pt x="239" y="881"/>
                </a:cubicBezTo>
                <a:cubicBezTo>
                  <a:pt x="84" y="1143"/>
                  <a:pt x="0" y="1441"/>
                  <a:pt x="0" y="1774"/>
                </a:cubicBezTo>
                <a:cubicBezTo>
                  <a:pt x="0" y="2084"/>
                  <a:pt x="72" y="2381"/>
                  <a:pt x="239" y="2667"/>
                </a:cubicBezTo>
                <a:cubicBezTo>
                  <a:pt x="381" y="2929"/>
                  <a:pt x="608" y="3155"/>
                  <a:pt x="893" y="3310"/>
                </a:cubicBezTo>
                <a:cubicBezTo>
                  <a:pt x="1155" y="3465"/>
                  <a:pt x="1453" y="3560"/>
                  <a:pt x="1786" y="3560"/>
                </a:cubicBezTo>
                <a:cubicBezTo>
                  <a:pt x="2096" y="3560"/>
                  <a:pt x="2394" y="3477"/>
                  <a:pt x="2679" y="3310"/>
                </a:cubicBezTo>
                <a:cubicBezTo>
                  <a:pt x="2834" y="3215"/>
                  <a:pt x="3001" y="3096"/>
                  <a:pt x="3132" y="2941"/>
                </a:cubicBezTo>
                <a:cubicBezTo>
                  <a:pt x="3679" y="2322"/>
                  <a:pt x="4287" y="2012"/>
                  <a:pt x="4892" y="2012"/>
                </a:cubicBezTo>
                <a:cubicBezTo>
                  <a:pt x="5498" y="2012"/>
                  <a:pt x="6102" y="2322"/>
                  <a:pt x="6644" y="2941"/>
                </a:cubicBezTo>
                <a:cubicBezTo>
                  <a:pt x="6787" y="3096"/>
                  <a:pt x="6930" y="3227"/>
                  <a:pt x="7108" y="3334"/>
                </a:cubicBezTo>
                <a:cubicBezTo>
                  <a:pt x="7275" y="3441"/>
                  <a:pt x="7466" y="3501"/>
                  <a:pt x="7656" y="3536"/>
                </a:cubicBezTo>
                <a:cubicBezTo>
                  <a:pt x="9264" y="3870"/>
                  <a:pt x="9942" y="5025"/>
                  <a:pt x="9418" y="6572"/>
                </a:cubicBezTo>
                <a:cubicBezTo>
                  <a:pt x="9359" y="6751"/>
                  <a:pt x="9311" y="6965"/>
                  <a:pt x="9311" y="7168"/>
                </a:cubicBezTo>
                <a:cubicBezTo>
                  <a:pt x="9311" y="7477"/>
                  <a:pt x="9383" y="7775"/>
                  <a:pt x="9549" y="8061"/>
                </a:cubicBezTo>
                <a:cubicBezTo>
                  <a:pt x="9704" y="8335"/>
                  <a:pt x="9918" y="8549"/>
                  <a:pt x="10204" y="8716"/>
                </a:cubicBezTo>
                <a:cubicBezTo>
                  <a:pt x="10478" y="8870"/>
                  <a:pt x="10776" y="8954"/>
                  <a:pt x="11097" y="8954"/>
                </a:cubicBezTo>
                <a:cubicBezTo>
                  <a:pt x="11407" y="8954"/>
                  <a:pt x="11704" y="8882"/>
                  <a:pt x="11990" y="8716"/>
                </a:cubicBezTo>
                <a:cubicBezTo>
                  <a:pt x="12264" y="8573"/>
                  <a:pt x="12478" y="8347"/>
                  <a:pt x="12645" y="8061"/>
                </a:cubicBezTo>
                <a:cubicBezTo>
                  <a:pt x="12800" y="7799"/>
                  <a:pt x="12883" y="7501"/>
                  <a:pt x="12883" y="7168"/>
                </a:cubicBezTo>
                <a:cubicBezTo>
                  <a:pt x="12883" y="6858"/>
                  <a:pt x="12812" y="6561"/>
                  <a:pt x="12645" y="6275"/>
                </a:cubicBezTo>
                <a:cubicBezTo>
                  <a:pt x="12502" y="6013"/>
                  <a:pt x="12276" y="5787"/>
                  <a:pt x="11990" y="5620"/>
                </a:cubicBezTo>
                <a:cubicBezTo>
                  <a:pt x="11823" y="5525"/>
                  <a:pt x="11633" y="5453"/>
                  <a:pt x="11442" y="5418"/>
                </a:cubicBezTo>
                <a:cubicBezTo>
                  <a:pt x="9835" y="5084"/>
                  <a:pt x="9144" y="3929"/>
                  <a:pt x="9668" y="2370"/>
                </a:cubicBezTo>
                <a:cubicBezTo>
                  <a:pt x="9728" y="2191"/>
                  <a:pt x="9775" y="1977"/>
                  <a:pt x="9775" y="1786"/>
                </a:cubicBezTo>
                <a:cubicBezTo>
                  <a:pt x="9775" y="1477"/>
                  <a:pt x="9704" y="1179"/>
                  <a:pt x="9537" y="893"/>
                </a:cubicBezTo>
                <a:cubicBezTo>
                  <a:pt x="9383" y="619"/>
                  <a:pt x="9168" y="405"/>
                  <a:pt x="8883" y="238"/>
                </a:cubicBezTo>
                <a:cubicBezTo>
                  <a:pt x="8609" y="84"/>
                  <a:pt x="8311" y="0"/>
                  <a:pt x="799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3"/>
          <p:cNvSpPr/>
          <p:nvPr/>
        </p:nvSpPr>
        <p:spPr>
          <a:xfrm rot="3599888">
            <a:off x="144457" y="563873"/>
            <a:ext cx="619895" cy="430842"/>
          </a:xfrm>
          <a:custGeom>
            <a:rect b="b" l="l" r="r" t="t"/>
            <a:pathLst>
              <a:path extrusionOk="0" h="8954" w="12883">
                <a:moveTo>
                  <a:pt x="7990" y="0"/>
                </a:moveTo>
                <a:cubicBezTo>
                  <a:pt x="7680" y="0"/>
                  <a:pt x="7382" y="72"/>
                  <a:pt x="7097" y="238"/>
                </a:cubicBezTo>
                <a:cubicBezTo>
                  <a:pt x="6930" y="322"/>
                  <a:pt x="6787" y="465"/>
                  <a:pt x="6644" y="607"/>
                </a:cubicBezTo>
                <a:cubicBezTo>
                  <a:pt x="6101" y="1228"/>
                  <a:pt x="5495" y="1538"/>
                  <a:pt x="4887" y="1538"/>
                </a:cubicBezTo>
                <a:cubicBezTo>
                  <a:pt x="4281" y="1538"/>
                  <a:pt x="3672" y="1231"/>
                  <a:pt x="3120" y="619"/>
                </a:cubicBezTo>
                <a:cubicBezTo>
                  <a:pt x="2989" y="476"/>
                  <a:pt x="2834" y="357"/>
                  <a:pt x="2656" y="250"/>
                </a:cubicBezTo>
                <a:cubicBezTo>
                  <a:pt x="2394" y="107"/>
                  <a:pt x="2096" y="12"/>
                  <a:pt x="1763" y="12"/>
                </a:cubicBezTo>
                <a:cubicBezTo>
                  <a:pt x="1453" y="12"/>
                  <a:pt x="1155" y="84"/>
                  <a:pt x="870" y="250"/>
                </a:cubicBezTo>
                <a:cubicBezTo>
                  <a:pt x="631" y="369"/>
                  <a:pt x="393" y="596"/>
                  <a:pt x="239" y="881"/>
                </a:cubicBezTo>
                <a:cubicBezTo>
                  <a:pt x="84" y="1143"/>
                  <a:pt x="0" y="1441"/>
                  <a:pt x="0" y="1774"/>
                </a:cubicBezTo>
                <a:cubicBezTo>
                  <a:pt x="0" y="2084"/>
                  <a:pt x="72" y="2381"/>
                  <a:pt x="239" y="2667"/>
                </a:cubicBezTo>
                <a:cubicBezTo>
                  <a:pt x="381" y="2929"/>
                  <a:pt x="608" y="3155"/>
                  <a:pt x="893" y="3310"/>
                </a:cubicBezTo>
                <a:cubicBezTo>
                  <a:pt x="1155" y="3465"/>
                  <a:pt x="1453" y="3560"/>
                  <a:pt x="1786" y="3560"/>
                </a:cubicBezTo>
                <a:cubicBezTo>
                  <a:pt x="2096" y="3560"/>
                  <a:pt x="2394" y="3477"/>
                  <a:pt x="2679" y="3310"/>
                </a:cubicBezTo>
                <a:cubicBezTo>
                  <a:pt x="2834" y="3215"/>
                  <a:pt x="3001" y="3096"/>
                  <a:pt x="3132" y="2941"/>
                </a:cubicBezTo>
                <a:cubicBezTo>
                  <a:pt x="3679" y="2322"/>
                  <a:pt x="4287" y="2012"/>
                  <a:pt x="4892" y="2012"/>
                </a:cubicBezTo>
                <a:cubicBezTo>
                  <a:pt x="5498" y="2012"/>
                  <a:pt x="6102" y="2322"/>
                  <a:pt x="6644" y="2941"/>
                </a:cubicBezTo>
                <a:cubicBezTo>
                  <a:pt x="6787" y="3096"/>
                  <a:pt x="6930" y="3227"/>
                  <a:pt x="7108" y="3334"/>
                </a:cubicBezTo>
                <a:cubicBezTo>
                  <a:pt x="7275" y="3441"/>
                  <a:pt x="7466" y="3501"/>
                  <a:pt x="7656" y="3536"/>
                </a:cubicBezTo>
                <a:cubicBezTo>
                  <a:pt x="9264" y="3870"/>
                  <a:pt x="9942" y="5025"/>
                  <a:pt x="9418" y="6572"/>
                </a:cubicBezTo>
                <a:cubicBezTo>
                  <a:pt x="9359" y="6751"/>
                  <a:pt x="9311" y="6965"/>
                  <a:pt x="9311" y="7168"/>
                </a:cubicBezTo>
                <a:cubicBezTo>
                  <a:pt x="9311" y="7477"/>
                  <a:pt x="9383" y="7775"/>
                  <a:pt x="9549" y="8061"/>
                </a:cubicBezTo>
                <a:cubicBezTo>
                  <a:pt x="9704" y="8335"/>
                  <a:pt x="9918" y="8549"/>
                  <a:pt x="10204" y="8716"/>
                </a:cubicBezTo>
                <a:cubicBezTo>
                  <a:pt x="10478" y="8870"/>
                  <a:pt x="10776" y="8954"/>
                  <a:pt x="11097" y="8954"/>
                </a:cubicBezTo>
                <a:cubicBezTo>
                  <a:pt x="11407" y="8954"/>
                  <a:pt x="11704" y="8882"/>
                  <a:pt x="11990" y="8716"/>
                </a:cubicBezTo>
                <a:cubicBezTo>
                  <a:pt x="12264" y="8573"/>
                  <a:pt x="12478" y="8347"/>
                  <a:pt x="12645" y="8061"/>
                </a:cubicBezTo>
                <a:cubicBezTo>
                  <a:pt x="12800" y="7799"/>
                  <a:pt x="12883" y="7501"/>
                  <a:pt x="12883" y="7168"/>
                </a:cubicBezTo>
                <a:cubicBezTo>
                  <a:pt x="12883" y="6858"/>
                  <a:pt x="12812" y="6561"/>
                  <a:pt x="12645" y="6275"/>
                </a:cubicBezTo>
                <a:cubicBezTo>
                  <a:pt x="12502" y="6013"/>
                  <a:pt x="12276" y="5787"/>
                  <a:pt x="11990" y="5620"/>
                </a:cubicBezTo>
                <a:cubicBezTo>
                  <a:pt x="11823" y="5525"/>
                  <a:pt x="11633" y="5453"/>
                  <a:pt x="11442" y="5418"/>
                </a:cubicBezTo>
                <a:cubicBezTo>
                  <a:pt x="9835" y="5084"/>
                  <a:pt x="9144" y="3929"/>
                  <a:pt x="9668" y="2370"/>
                </a:cubicBezTo>
                <a:cubicBezTo>
                  <a:pt x="9728" y="2191"/>
                  <a:pt x="9775" y="1977"/>
                  <a:pt x="9775" y="1786"/>
                </a:cubicBezTo>
                <a:cubicBezTo>
                  <a:pt x="9775" y="1477"/>
                  <a:pt x="9704" y="1179"/>
                  <a:pt x="9537" y="893"/>
                </a:cubicBezTo>
                <a:cubicBezTo>
                  <a:pt x="9383" y="619"/>
                  <a:pt x="9168" y="405"/>
                  <a:pt x="8883" y="238"/>
                </a:cubicBezTo>
                <a:cubicBezTo>
                  <a:pt x="8609" y="84"/>
                  <a:pt x="8311" y="0"/>
                  <a:pt x="799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3"/>
          <p:cNvSpPr/>
          <p:nvPr/>
        </p:nvSpPr>
        <p:spPr>
          <a:xfrm rot="3599888">
            <a:off x="454107" y="563873"/>
            <a:ext cx="619895" cy="430842"/>
          </a:xfrm>
          <a:custGeom>
            <a:rect b="b" l="l" r="r" t="t"/>
            <a:pathLst>
              <a:path extrusionOk="0" h="8954" w="12883">
                <a:moveTo>
                  <a:pt x="7990" y="0"/>
                </a:moveTo>
                <a:cubicBezTo>
                  <a:pt x="7680" y="0"/>
                  <a:pt x="7382" y="72"/>
                  <a:pt x="7097" y="238"/>
                </a:cubicBezTo>
                <a:cubicBezTo>
                  <a:pt x="6930" y="322"/>
                  <a:pt x="6787" y="465"/>
                  <a:pt x="6644" y="607"/>
                </a:cubicBezTo>
                <a:cubicBezTo>
                  <a:pt x="6101" y="1228"/>
                  <a:pt x="5495" y="1538"/>
                  <a:pt x="4887" y="1538"/>
                </a:cubicBezTo>
                <a:cubicBezTo>
                  <a:pt x="4281" y="1538"/>
                  <a:pt x="3672" y="1231"/>
                  <a:pt x="3120" y="619"/>
                </a:cubicBezTo>
                <a:cubicBezTo>
                  <a:pt x="2989" y="476"/>
                  <a:pt x="2834" y="357"/>
                  <a:pt x="2656" y="250"/>
                </a:cubicBezTo>
                <a:cubicBezTo>
                  <a:pt x="2394" y="107"/>
                  <a:pt x="2096" y="12"/>
                  <a:pt x="1763" y="12"/>
                </a:cubicBezTo>
                <a:cubicBezTo>
                  <a:pt x="1453" y="12"/>
                  <a:pt x="1155" y="84"/>
                  <a:pt x="870" y="250"/>
                </a:cubicBezTo>
                <a:cubicBezTo>
                  <a:pt x="631" y="369"/>
                  <a:pt x="393" y="596"/>
                  <a:pt x="239" y="881"/>
                </a:cubicBezTo>
                <a:cubicBezTo>
                  <a:pt x="84" y="1143"/>
                  <a:pt x="0" y="1441"/>
                  <a:pt x="0" y="1774"/>
                </a:cubicBezTo>
                <a:cubicBezTo>
                  <a:pt x="0" y="2084"/>
                  <a:pt x="72" y="2381"/>
                  <a:pt x="239" y="2667"/>
                </a:cubicBezTo>
                <a:cubicBezTo>
                  <a:pt x="381" y="2929"/>
                  <a:pt x="608" y="3155"/>
                  <a:pt x="893" y="3310"/>
                </a:cubicBezTo>
                <a:cubicBezTo>
                  <a:pt x="1155" y="3465"/>
                  <a:pt x="1453" y="3560"/>
                  <a:pt x="1786" y="3560"/>
                </a:cubicBezTo>
                <a:cubicBezTo>
                  <a:pt x="2096" y="3560"/>
                  <a:pt x="2394" y="3477"/>
                  <a:pt x="2679" y="3310"/>
                </a:cubicBezTo>
                <a:cubicBezTo>
                  <a:pt x="2834" y="3215"/>
                  <a:pt x="3001" y="3096"/>
                  <a:pt x="3132" y="2941"/>
                </a:cubicBezTo>
                <a:cubicBezTo>
                  <a:pt x="3679" y="2322"/>
                  <a:pt x="4287" y="2012"/>
                  <a:pt x="4892" y="2012"/>
                </a:cubicBezTo>
                <a:cubicBezTo>
                  <a:pt x="5498" y="2012"/>
                  <a:pt x="6102" y="2322"/>
                  <a:pt x="6644" y="2941"/>
                </a:cubicBezTo>
                <a:cubicBezTo>
                  <a:pt x="6787" y="3096"/>
                  <a:pt x="6930" y="3227"/>
                  <a:pt x="7108" y="3334"/>
                </a:cubicBezTo>
                <a:cubicBezTo>
                  <a:pt x="7275" y="3441"/>
                  <a:pt x="7466" y="3501"/>
                  <a:pt x="7656" y="3536"/>
                </a:cubicBezTo>
                <a:cubicBezTo>
                  <a:pt x="9264" y="3870"/>
                  <a:pt x="9942" y="5025"/>
                  <a:pt x="9418" y="6572"/>
                </a:cubicBezTo>
                <a:cubicBezTo>
                  <a:pt x="9359" y="6751"/>
                  <a:pt x="9311" y="6965"/>
                  <a:pt x="9311" y="7168"/>
                </a:cubicBezTo>
                <a:cubicBezTo>
                  <a:pt x="9311" y="7477"/>
                  <a:pt x="9383" y="7775"/>
                  <a:pt x="9549" y="8061"/>
                </a:cubicBezTo>
                <a:cubicBezTo>
                  <a:pt x="9704" y="8335"/>
                  <a:pt x="9918" y="8549"/>
                  <a:pt x="10204" y="8716"/>
                </a:cubicBezTo>
                <a:cubicBezTo>
                  <a:pt x="10478" y="8870"/>
                  <a:pt x="10776" y="8954"/>
                  <a:pt x="11097" y="8954"/>
                </a:cubicBezTo>
                <a:cubicBezTo>
                  <a:pt x="11407" y="8954"/>
                  <a:pt x="11704" y="8882"/>
                  <a:pt x="11990" y="8716"/>
                </a:cubicBezTo>
                <a:cubicBezTo>
                  <a:pt x="12264" y="8573"/>
                  <a:pt x="12478" y="8347"/>
                  <a:pt x="12645" y="8061"/>
                </a:cubicBezTo>
                <a:cubicBezTo>
                  <a:pt x="12800" y="7799"/>
                  <a:pt x="12883" y="7501"/>
                  <a:pt x="12883" y="7168"/>
                </a:cubicBezTo>
                <a:cubicBezTo>
                  <a:pt x="12883" y="6858"/>
                  <a:pt x="12812" y="6561"/>
                  <a:pt x="12645" y="6275"/>
                </a:cubicBezTo>
                <a:cubicBezTo>
                  <a:pt x="12502" y="6013"/>
                  <a:pt x="12276" y="5787"/>
                  <a:pt x="11990" y="5620"/>
                </a:cubicBezTo>
                <a:cubicBezTo>
                  <a:pt x="11823" y="5525"/>
                  <a:pt x="11633" y="5453"/>
                  <a:pt x="11442" y="5418"/>
                </a:cubicBezTo>
                <a:cubicBezTo>
                  <a:pt x="9835" y="5084"/>
                  <a:pt x="9144" y="3929"/>
                  <a:pt x="9668" y="2370"/>
                </a:cubicBezTo>
                <a:cubicBezTo>
                  <a:pt x="9728" y="2191"/>
                  <a:pt x="9775" y="1977"/>
                  <a:pt x="9775" y="1786"/>
                </a:cubicBezTo>
                <a:cubicBezTo>
                  <a:pt x="9775" y="1477"/>
                  <a:pt x="9704" y="1179"/>
                  <a:pt x="9537" y="893"/>
                </a:cubicBezTo>
                <a:cubicBezTo>
                  <a:pt x="9383" y="619"/>
                  <a:pt x="9168" y="405"/>
                  <a:pt x="8883" y="238"/>
                </a:cubicBezTo>
                <a:cubicBezTo>
                  <a:pt x="8609" y="84"/>
                  <a:pt x="8311" y="0"/>
                  <a:pt x="799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3"/>
          <p:cNvSpPr/>
          <p:nvPr>
            <p:ph idx="2" type="pic"/>
          </p:nvPr>
        </p:nvSpPr>
        <p:spPr>
          <a:xfrm>
            <a:off x="7958526" y="363351"/>
            <a:ext cx="825300" cy="825300"/>
          </a:xfrm>
          <a:prstGeom prst="ellipse">
            <a:avLst/>
          </a:prstGeom>
          <a:noFill/>
          <a:ln cap="flat" cmpd="sng" w="28575">
            <a:solidFill>
              <a:srgbClr val="FFFFFF"/>
            </a:solidFill>
            <a:prstDash val="solid"/>
            <a:round/>
            <a:headEnd len="sm" w="sm" type="none"/>
            <a:tailEnd len="sm" w="sm" type="none"/>
          </a:ln>
        </p:spPr>
      </p:sp>
      <p:sp>
        <p:nvSpPr>
          <p:cNvPr id="184" name="Google Shape;184;p23"/>
          <p:cNvSpPr txBox="1"/>
          <p:nvPr>
            <p:ph idx="12" type="sldNum"/>
          </p:nvPr>
        </p:nvSpPr>
        <p:spPr>
          <a:xfrm>
            <a:off x="360650" y="4880150"/>
            <a:ext cx="3667800" cy="269700"/>
          </a:xfrm>
          <a:prstGeom prst="rect">
            <a:avLst/>
          </a:prstGeom>
          <a:noFill/>
          <a:ln>
            <a:noFill/>
          </a:ln>
        </p:spPr>
        <p:txBody>
          <a:bodyPr anchorCtr="0" anchor="t" bIns="0" lIns="0" spcFirstLastPara="1" rIns="0" wrap="square" tIns="0">
            <a:noAutofit/>
          </a:bodyPr>
          <a:lstStyle>
            <a:lvl1pPr lvl="0" rtl="0" algn="l">
              <a:buNone/>
              <a:defRPr sz="800">
                <a:solidFill>
                  <a:srgbClr val="FFFFFF"/>
                </a:solidFill>
                <a:latin typeface="Public Sans"/>
                <a:ea typeface="Public Sans"/>
                <a:cs typeface="Public Sans"/>
                <a:sym typeface="Public Sans"/>
              </a:defRPr>
            </a:lvl1pPr>
            <a:lvl2pPr lvl="1" rtl="0" algn="l">
              <a:buNone/>
              <a:defRPr sz="800">
                <a:solidFill>
                  <a:srgbClr val="FFFFFF"/>
                </a:solidFill>
                <a:latin typeface="Public Sans"/>
                <a:ea typeface="Public Sans"/>
                <a:cs typeface="Public Sans"/>
                <a:sym typeface="Public Sans"/>
              </a:defRPr>
            </a:lvl2pPr>
            <a:lvl3pPr lvl="2" rtl="0" algn="l">
              <a:buNone/>
              <a:defRPr sz="800">
                <a:solidFill>
                  <a:srgbClr val="FFFFFF"/>
                </a:solidFill>
                <a:latin typeface="Public Sans"/>
                <a:ea typeface="Public Sans"/>
                <a:cs typeface="Public Sans"/>
                <a:sym typeface="Public Sans"/>
              </a:defRPr>
            </a:lvl3pPr>
            <a:lvl4pPr lvl="3" rtl="0" algn="l">
              <a:buNone/>
              <a:defRPr sz="800">
                <a:solidFill>
                  <a:srgbClr val="FFFFFF"/>
                </a:solidFill>
                <a:latin typeface="Public Sans"/>
                <a:ea typeface="Public Sans"/>
                <a:cs typeface="Public Sans"/>
                <a:sym typeface="Public Sans"/>
              </a:defRPr>
            </a:lvl4pPr>
            <a:lvl5pPr lvl="4" rtl="0" algn="l">
              <a:buNone/>
              <a:defRPr sz="800">
                <a:solidFill>
                  <a:srgbClr val="FFFFFF"/>
                </a:solidFill>
                <a:latin typeface="Public Sans"/>
                <a:ea typeface="Public Sans"/>
                <a:cs typeface="Public Sans"/>
                <a:sym typeface="Public Sans"/>
              </a:defRPr>
            </a:lvl5pPr>
            <a:lvl6pPr lvl="5" rtl="0" algn="l">
              <a:buNone/>
              <a:defRPr sz="800">
                <a:solidFill>
                  <a:srgbClr val="FFFFFF"/>
                </a:solidFill>
                <a:latin typeface="Public Sans"/>
                <a:ea typeface="Public Sans"/>
                <a:cs typeface="Public Sans"/>
                <a:sym typeface="Public Sans"/>
              </a:defRPr>
            </a:lvl6pPr>
            <a:lvl7pPr lvl="6" rtl="0" algn="l">
              <a:buNone/>
              <a:defRPr sz="800">
                <a:solidFill>
                  <a:srgbClr val="FFFFFF"/>
                </a:solidFill>
                <a:latin typeface="Public Sans"/>
                <a:ea typeface="Public Sans"/>
                <a:cs typeface="Public Sans"/>
                <a:sym typeface="Public Sans"/>
              </a:defRPr>
            </a:lvl7pPr>
            <a:lvl8pPr lvl="7" rtl="0" algn="l">
              <a:buNone/>
              <a:defRPr sz="800">
                <a:solidFill>
                  <a:srgbClr val="FFFFFF"/>
                </a:solidFill>
                <a:latin typeface="Public Sans"/>
                <a:ea typeface="Public Sans"/>
                <a:cs typeface="Public Sans"/>
                <a:sym typeface="Public Sans"/>
              </a:defRPr>
            </a:lvl8pPr>
            <a:lvl9pPr lvl="8" rtl="0" algn="l">
              <a:buNone/>
              <a:defRPr sz="800">
                <a:solidFill>
                  <a:srgbClr val="FFFFFF"/>
                </a:solidFill>
                <a:latin typeface="Public Sans"/>
                <a:ea typeface="Public Sans"/>
                <a:cs typeface="Public Sans"/>
                <a:sym typeface="Public Sans"/>
              </a:defRPr>
            </a:lvl9pPr>
          </a:lstStyle>
          <a:p>
            <a:pPr indent="0" lvl="0" marL="0" rtl="0" algn="l">
              <a:spcBef>
                <a:spcPts val="0"/>
              </a:spcBef>
              <a:spcAft>
                <a:spcPts val="0"/>
              </a:spcAft>
              <a:buNone/>
            </a:pPr>
            <a:r>
              <a:rPr lang="en"/>
              <a:t>Neo4j Inc. All rights reserved 2023	</a:t>
            </a:r>
            <a:endParaRPr/>
          </a:p>
        </p:txBody>
      </p:sp>
      <p:sp>
        <p:nvSpPr>
          <p:cNvPr id="185" name="Google Shape;185;p23"/>
          <p:cNvSpPr txBox="1"/>
          <p:nvPr>
            <p:ph idx="3" type="sldNum"/>
          </p:nvPr>
        </p:nvSpPr>
        <p:spPr>
          <a:xfrm>
            <a:off x="0" y="4880150"/>
            <a:ext cx="265200" cy="269700"/>
          </a:xfrm>
          <a:prstGeom prst="rect">
            <a:avLst/>
          </a:prstGeom>
          <a:noFill/>
          <a:ln>
            <a:noFill/>
          </a:ln>
        </p:spPr>
        <p:txBody>
          <a:bodyPr anchorCtr="0" anchor="t" bIns="0" lIns="0" spcFirstLastPara="1" rIns="0" wrap="square" tIns="0">
            <a:noAutofit/>
          </a:bodyPr>
          <a:lstStyle>
            <a:lvl1pPr lvl="0" rtl="0" algn="r">
              <a:buNone/>
              <a:defRPr sz="800">
                <a:solidFill>
                  <a:srgbClr val="FFFFFF"/>
                </a:solidFill>
                <a:latin typeface="Public Sans"/>
                <a:ea typeface="Public Sans"/>
                <a:cs typeface="Public Sans"/>
                <a:sym typeface="Public Sans"/>
              </a:defRPr>
            </a:lvl1pPr>
            <a:lvl2pPr lvl="1" rtl="0" algn="r">
              <a:buNone/>
              <a:defRPr sz="800">
                <a:solidFill>
                  <a:srgbClr val="FFFFFF"/>
                </a:solidFill>
                <a:latin typeface="Public Sans"/>
                <a:ea typeface="Public Sans"/>
                <a:cs typeface="Public Sans"/>
                <a:sym typeface="Public Sans"/>
              </a:defRPr>
            </a:lvl2pPr>
            <a:lvl3pPr lvl="2" rtl="0" algn="r">
              <a:buNone/>
              <a:defRPr sz="800">
                <a:solidFill>
                  <a:srgbClr val="FFFFFF"/>
                </a:solidFill>
                <a:latin typeface="Public Sans"/>
                <a:ea typeface="Public Sans"/>
                <a:cs typeface="Public Sans"/>
                <a:sym typeface="Public Sans"/>
              </a:defRPr>
            </a:lvl3pPr>
            <a:lvl4pPr lvl="3" rtl="0" algn="r">
              <a:buNone/>
              <a:defRPr sz="800">
                <a:solidFill>
                  <a:srgbClr val="FFFFFF"/>
                </a:solidFill>
                <a:latin typeface="Public Sans"/>
                <a:ea typeface="Public Sans"/>
                <a:cs typeface="Public Sans"/>
                <a:sym typeface="Public Sans"/>
              </a:defRPr>
            </a:lvl4pPr>
            <a:lvl5pPr lvl="4" rtl="0" algn="r">
              <a:buNone/>
              <a:defRPr sz="800">
                <a:solidFill>
                  <a:srgbClr val="FFFFFF"/>
                </a:solidFill>
                <a:latin typeface="Public Sans"/>
                <a:ea typeface="Public Sans"/>
                <a:cs typeface="Public Sans"/>
                <a:sym typeface="Public Sans"/>
              </a:defRPr>
            </a:lvl5pPr>
            <a:lvl6pPr lvl="5" rtl="0" algn="r">
              <a:buNone/>
              <a:defRPr sz="800">
                <a:solidFill>
                  <a:srgbClr val="FFFFFF"/>
                </a:solidFill>
                <a:latin typeface="Public Sans"/>
                <a:ea typeface="Public Sans"/>
                <a:cs typeface="Public Sans"/>
                <a:sym typeface="Public Sans"/>
              </a:defRPr>
            </a:lvl6pPr>
            <a:lvl7pPr lvl="6" rtl="0" algn="r">
              <a:buNone/>
              <a:defRPr sz="800">
                <a:solidFill>
                  <a:srgbClr val="FFFFFF"/>
                </a:solidFill>
                <a:latin typeface="Public Sans"/>
                <a:ea typeface="Public Sans"/>
                <a:cs typeface="Public Sans"/>
                <a:sym typeface="Public Sans"/>
              </a:defRPr>
            </a:lvl7pPr>
            <a:lvl8pPr lvl="7" rtl="0" algn="r">
              <a:buNone/>
              <a:defRPr sz="800">
                <a:solidFill>
                  <a:srgbClr val="FFFFFF"/>
                </a:solidFill>
                <a:latin typeface="Public Sans"/>
                <a:ea typeface="Public Sans"/>
                <a:cs typeface="Public Sans"/>
                <a:sym typeface="Public Sans"/>
              </a:defRPr>
            </a:lvl8pPr>
            <a:lvl9pPr lvl="8" rtl="0" algn="r">
              <a:buNone/>
              <a:defRPr sz="800">
                <a:solidFill>
                  <a:srgbClr val="FFFFFF"/>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749">
          <p15:clr>
            <a:srgbClr val="E46962"/>
          </p15:clr>
        </p15:guide>
        <p15:guide id="2" orient="horz" pos="231">
          <p15:clr>
            <a:srgbClr val="E46962"/>
          </p15:clr>
        </p15:guide>
        <p15:guide id="3" pos="1152">
          <p15:clr>
            <a:srgbClr val="E46962"/>
          </p15:clr>
        </p15:guide>
        <p15:guide id="4" pos="4608">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half dark-bright">
  <p:cSld name="TITLE_AND_BODY_1_1_1">
    <p:bg>
      <p:bgPr>
        <a:solidFill>
          <a:schemeClr val="accent2"/>
        </a:solidFill>
      </p:bgPr>
    </p:bg>
    <p:spTree>
      <p:nvGrpSpPr>
        <p:cNvPr id="186" name="Shape 186"/>
        <p:cNvGrpSpPr/>
        <p:nvPr/>
      </p:nvGrpSpPr>
      <p:grpSpPr>
        <a:xfrm>
          <a:off x="0" y="0"/>
          <a:ext cx="0" cy="0"/>
          <a:chOff x="0" y="0"/>
          <a:chExt cx="0" cy="0"/>
        </a:xfrm>
      </p:grpSpPr>
      <p:sp>
        <p:nvSpPr>
          <p:cNvPr id="187" name="Google Shape;187;p24"/>
          <p:cNvSpPr/>
          <p:nvPr/>
        </p:nvSpPr>
        <p:spPr>
          <a:xfrm>
            <a:off x="4572000" y="75"/>
            <a:ext cx="4572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24"/>
          <p:cNvSpPr txBox="1"/>
          <p:nvPr>
            <p:ph type="title"/>
          </p:nvPr>
        </p:nvSpPr>
        <p:spPr>
          <a:xfrm>
            <a:off x="365750" y="274325"/>
            <a:ext cx="3657600" cy="5487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2800"/>
              <a:buFont typeface="Public Sans SemiBold"/>
              <a:buNone/>
              <a:defRPr b="0">
                <a:solidFill>
                  <a:srgbClr val="FFFFFF"/>
                </a:solidFill>
                <a:latin typeface="Public Sans SemiBold"/>
                <a:ea typeface="Public Sans SemiBold"/>
                <a:cs typeface="Public Sans SemiBold"/>
                <a:sym typeface="Public Sans SemiBold"/>
              </a:defRPr>
            </a:lvl1pPr>
            <a:lvl2pPr lvl="1" rtl="0">
              <a:spcBef>
                <a:spcPts val="0"/>
              </a:spcBef>
              <a:spcAft>
                <a:spcPts val="0"/>
              </a:spcAft>
              <a:buClr>
                <a:srgbClr val="FFFFFF"/>
              </a:buClr>
              <a:buSzPts val="2800"/>
              <a:buNone/>
              <a:defRPr>
                <a:solidFill>
                  <a:srgbClr val="FFFFFF"/>
                </a:solidFill>
              </a:defRPr>
            </a:lvl2pPr>
            <a:lvl3pPr lvl="2" rtl="0">
              <a:spcBef>
                <a:spcPts val="0"/>
              </a:spcBef>
              <a:spcAft>
                <a:spcPts val="0"/>
              </a:spcAft>
              <a:buClr>
                <a:srgbClr val="FFFFFF"/>
              </a:buClr>
              <a:buSzPts val="2800"/>
              <a:buNone/>
              <a:defRPr>
                <a:solidFill>
                  <a:srgbClr val="FFFFFF"/>
                </a:solidFill>
              </a:defRPr>
            </a:lvl3pPr>
            <a:lvl4pPr lvl="3" rtl="0">
              <a:spcBef>
                <a:spcPts val="0"/>
              </a:spcBef>
              <a:spcAft>
                <a:spcPts val="0"/>
              </a:spcAft>
              <a:buClr>
                <a:srgbClr val="FFFFFF"/>
              </a:buClr>
              <a:buSzPts val="2800"/>
              <a:buNone/>
              <a:defRPr>
                <a:solidFill>
                  <a:srgbClr val="FFFFFF"/>
                </a:solidFill>
              </a:defRPr>
            </a:lvl4pPr>
            <a:lvl5pPr lvl="4" rtl="0">
              <a:spcBef>
                <a:spcPts val="0"/>
              </a:spcBef>
              <a:spcAft>
                <a:spcPts val="0"/>
              </a:spcAft>
              <a:buClr>
                <a:srgbClr val="FFFFFF"/>
              </a:buClr>
              <a:buSzPts val="2800"/>
              <a:buNone/>
              <a:defRPr>
                <a:solidFill>
                  <a:srgbClr val="FFFFFF"/>
                </a:solidFill>
              </a:defRPr>
            </a:lvl5pPr>
            <a:lvl6pPr lvl="5" rtl="0">
              <a:spcBef>
                <a:spcPts val="0"/>
              </a:spcBef>
              <a:spcAft>
                <a:spcPts val="0"/>
              </a:spcAft>
              <a:buClr>
                <a:srgbClr val="FFFFFF"/>
              </a:buClr>
              <a:buSzPts val="2800"/>
              <a:buNone/>
              <a:defRPr>
                <a:solidFill>
                  <a:srgbClr val="FFFFFF"/>
                </a:solidFill>
              </a:defRPr>
            </a:lvl6pPr>
            <a:lvl7pPr lvl="6" rtl="0">
              <a:spcBef>
                <a:spcPts val="0"/>
              </a:spcBef>
              <a:spcAft>
                <a:spcPts val="0"/>
              </a:spcAft>
              <a:buClr>
                <a:srgbClr val="FFFFFF"/>
              </a:buClr>
              <a:buSzPts val="2800"/>
              <a:buNone/>
              <a:defRPr>
                <a:solidFill>
                  <a:srgbClr val="FFFFFF"/>
                </a:solidFill>
              </a:defRPr>
            </a:lvl7pPr>
            <a:lvl8pPr lvl="7" rtl="0">
              <a:spcBef>
                <a:spcPts val="0"/>
              </a:spcBef>
              <a:spcAft>
                <a:spcPts val="0"/>
              </a:spcAft>
              <a:buClr>
                <a:srgbClr val="FFFFFF"/>
              </a:buClr>
              <a:buSzPts val="2800"/>
              <a:buNone/>
              <a:defRPr>
                <a:solidFill>
                  <a:srgbClr val="FFFFFF"/>
                </a:solidFill>
              </a:defRPr>
            </a:lvl8pPr>
            <a:lvl9pPr lvl="8" rtl="0">
              <a:spcBef>
                <a:spcPts val="0"/>
              </a:spcBef>
              <a:spcAft>
                <a:spcPts val="0"/>
              </a:spcAft>
              <a:buClr>
                <a:srgbClr val="FFFFFF"/>
              </a:buClr>
              <a:buSzPts val="2800"/>
              <a:buNone/>
              <a:defRPr>
                <a:solidFill>
                  <a:srgbClr val="FFFFFF"/>
                </a:solidFill>
              </a:defRPr>
            </a:lvl9pPr>
          </a:lstStyle>
          <a:p/>
        </p:txBody>
      </p:sp>
      <p:sp>
        <p:nvSpPr>
          <p:cNvPr id="189" name="Google Shape;189;p24"/>
          <p:cNvSpPr txBox="1"/>
          <p:nvPr>
            <p:ph idx="1" type="body"/>
          </p:nvPr>
        </p:nvSpPr>
        <p:spPr>
          <a:xfrm>
            <a:off x="365750" y="1188725"/>
            <a:ext cx="3657600" cy="3430800"/>
          </a:xfrm>
          <a:prstGeom prst="rect">
            <a:avLst/>
          </a:prstGeom>
        </p:spPr>
        <p:txBody>
          <a:bodyPr anchorCtr="0" anchor="t" bIns="0" lIns="0" spcFirstLastPara="1" rIns="0" wrap="square" tIns="0">
            <a:noAutofit/>
          </a:bodyPr>
          <a:lstStyle>
            <a:lvl1pPr indent="-330200" lvl="0" marL="457200" rtl="0">
              <a:spcBef>
                <a:spcPts val="0"/>
              </a:spcBef>
              <a:spcAft>
                <a:spcPts val="0"/>
              </a:spcAft>
              <a:buClr>
                <a:srgbClr val="FFFFFF"/>
              </a:buClr>
              <a:buSzPts val="1600"/>
              <a:buChar char="●"/>
              <a:defRPr>
                <a:solidFill>
                  <a:srgbClr val="FFFFFF"/>
                </a:solidFill>
              </a:defRPr>
            </a:lvl1pPr>
            <a:lvl2pPr indent="-330200" lvl="1" marL="914400" rtl="0">
              <a:spcBef>
                <a:spcPts val="0"/>
              </a:spcBef>
              <a:spcAft>
                <a:spcPts val="0"/>
              </a:spcAft>
              <a:buClr>
                <a:srgbClr val="FFFFFF"/>
              </a:buClr>
              <a:buSzPts val="1600"/>
              <a:buChar char="﹣"/>
              <a:defRPr>
                <a:solidFill>
                  <a:srgbClr val="FFFFFF"/>
                </a:solidFill>
              </a:defRPr>
            </a:lvl2pPr>
            <a:lvl3pPr indent="-330200" lvl="2" marL="1371600" rtl="0">
              <a:spcBef>
                <a:spcPts val="0"/>
              </a:spcBef>
              <a:spcAft>
                <a:spcPts val="0"/>
              </a:spcAft>
              <a:buClr>
                <a:srgbClr val="FFFFFF"/>
              </a:buClr>
              <a:buSzPts val="1600"/>
              <a:buChar char="﹣"/>
              <a:defRPr>
                <a:solidFill>
                  <a:srgbClr val="FFFFFF"/>
                </a:solidFill>
              </a:defRPr>
            </a:lvl3pPr>
            <a:lvl4pPr indent="-330200" lvl="3" marL="1828800" rtl="0">
              <a:spcBef>
                <a:spcPts val="0"/>
              </a:spcBef>
              <a:spcAft>
                <a:spcPts val="0"/>
              </a:spcAft>
              <a:buClr>
                <a:srgbClr val="FFFFFF"/>
              </a:buClr>
              <a:buSzPts val="1600"/>
              <a:buChar char="﹣"/>
              <a:defRPr>
                <a:solidFill>
                  <a:srgbClr val="FFFFFF"/>
                </a:solidFill>
              </a:defRPr>
            </a:lvl4pPr>
            <a:lvl5pPr indent="-330200" lvl="4" marL="2286000" rtl="0">
              <a:spcBef>
                <a:spcPts val="0"/>
              </a:spcBef>
              <a:spcAft>
                <a:spcPts val="0"/>
              </a:spcAft>
              <a:buClr>
                <a:srgbClr val="FFFFFF"/>
              </a:buClr>
              <a:buSzPts val="1600"/>
              <a:buChar char="﹣"/>
              <a:defRPr>
                <a:solidFill>
                  <a:srgbClr val="FFFFFF"/>
                </a:solidFill>
              </a:defRPr>
            </a:lvl5pPr>
            <a:lvl6pPr indent="-330200" lvl="5" marL="2743200" rtl="0">
              <a:spcBef>
                <a:spcPts val="0"/>
              </a:spcBef>
              <a:spcAft>
                <a:spcPts val="0"/>
              </a:spcAft>
              <a:buClr>
                <a:srgbClr val="FFFFFF"/>
              </a:buClr>
              <a:buSzPts val="1600"/>
              <a:buChar char="﹣"/>
              <a:defRPr>
                <a:solidFill>
                  <a:srgbClr val="FFFFFF"/>
                </a:solidFill>
              </a:defRPr>
            </a:lvl6pPr>
            <a:lvl7pPr indent="-330200" lvl="6" marL="3200400" rtl="0">
              <a:spcBef>
                <a:spcPts val="0"/>
              </a:spcBef>
              <a:spcAft>
                <a:spcPts val="0"/>
              </a:spcAft>
              <a:buClr>
                <a:srgbClr val="FFFFFF"/>
              </a:buClr>
              <a:buSzPts val="1600"/>
              <a:buChar char="﹣"/>
              <a:defRPr>
                <a:solidFill>
                  <a:srgbClr val="FFFFFF"/>
                </a:solidFill>
              </a:defRPr>
            </a:lvl7pPr>
            <a:lvl8pPr indent="-330200" lvl="7" marL="3657600" rtl="0">
              <a:spcBef>
                <a:spcPts val="0"/>
              </a:spcBef>
              <a:spcAft>
                <a:spcPts val="0"/>
              </a:spcAft>
              <a:buClr>
                <a:srgbClr val="FFFFFF"/>
              </a:buClr>
              <a:buSzPts val="1600"/>
              <a:buChar char="﹣"/>
              <a:defRPr>
                <a:solidFill>
                  <a:srgbClr val="FFFFFF"/>
                </a:solidFill>
              </a:defRPr>
            </a:lvl8pPr>
            <a:lvl9pPr indent="-330200" lvl="8" marL="4114800" rtl="0">
              <a:spcBef>
                <a:spcPts val="0"/>
              </a:spcBef>
              <a:spcAft>
                <a:spcPts val="0"/>
              </a:spcAft>
              <a:buClr>
                <a:srgbClr val="FFFFFF"/>
              </a:buClr>
              <a:buSzPts val="1600"/>
              <a:buChar char="﹣"/>
              <a:defRPr>
                <a:solidFill>
                  <a:srgbClr val="FFFFFF"/>
                </a:solidFill>
              </a:defRPr>
            </a:lvl9pPr>
          </a:lstStyle>
          <a:p/>
        </p:txBody>
      </p:sp>
      <p:sp>
        <p:nvSpPr>
          <p:cNvPr id="190" name="Google Shape;190;p24"/>
          <p:cNvSpPr txBox="1"/>
          <p:nvPr>
            <p:ph idx="12" type="sldNum"/>
          </p:nvPr>
        </p:nvSpPr>
        <p:spPr>
          <a:xfrm>
            <a:off x="360650" y="4880150"/>
            <a:ext cx="3667800" cy="269700"/>
          </a:xfrm>
          <a:prstGeom prst="rect">
            <a:avLst/>
          </a:prstGeom>
          <a:noFill/>
          <a:ln>
            <a:noFill/>
          </a:ln>
        </p:spPr>
        <p:txBody>
          <a:bodyPr anchorCtr="0" anchor="t" bIns="0" lIns="0" spcFirstLastPara="1" rIns="0" wrap="square" tIns="0">
            <a:noAutofit/>
          </a:bodyPr>
          <a:lstStyle>
            <a:lvl1pPr lvl="0" rtl="0" algn="l">
              <a:buNone/>
              <a:defRPr sz="800">
                <a:solidFill>
                  <a:srgbClr val="FFFFFF"/>
                </a:solidFill>
                <a:latin typeface="Public Sans"/>
                <a:ea typeface="Public Sans"/>
                <a:cs typeface="Public Sans"/>
                <a:sym typeface="Public Sans"/>
              </a:defRPr>
            </a:lvl1pPr>
            <a:lvl2pPr lvl="1" rtl="0" algn="l">
              <a:buNone/>
              <a:defRPr sz="800">
                <a:solidFill>
                  <a:srgbClr val="FFFFFF"/>
                </a:solidFill>
                <a:latin typeface="Public Sans"/>
                <a:ea typeface="Public Sans"/>
                <a:cs typeface="Public Sans"/>
                <a:sym typeface="Public Sans"/>
              </a:defRPr>
            </a:lvl2pPr>
            <a:lvl3pPr lvl="2" rtl="0" algn="l">
              <a:buNone/>
              <a:defRPr sz="800">
                <a:solidFill>
                  <a:srgbClr val="FFFFFF"/>
                </a:solidFill>
                <a:latin typeface="Public Sans"/>
                <a:ea typeface="Public Sans"/>
                <a:cs typeface="Public Sans"/>
                <a:sym typeface="Public Sans"/>
              </a:defRPr>
            </a:lvl3pPr>
            <a:lvl4pPr lvl="3" rtl="0" algn="l">
              <a:buNone/>
              <a:defRPr sz="800">
                <a:solidFill>
                  <a:srgbClr val="FFFFFF"/>
                </a:solidFill>
                <a:latin typeface="Public Sans"/>
                <a:ea typeface="Public Sans"/>
                <a:cs typeface="Public Sans"/>
                <a:sym typeface="Public Sans"/>
              </a:defRPr>
            </a:lvl4pPr>
            <a:lvl5pPr lvl="4" rtl="0" algn="l">
              <a:buNone/>
              <a:defRPr sz="800">
                <a:solidFill>
                  <a:srgbClr val="FFFFFF"/>
                </a:solidFill>
                <a:latin typeface="Public Sans"/>
                <a:ea typeface="Public Sans"/>
                <a:cs typeface="Public Sans"/>
                <a:sym typeface="Public Sans"/>
              </a:defRPr>
            </a:lvl5pPr>
            <a:lvl6pPr lvl="5" rtl="0" algn="l">
              <a:buNone/>
              <a:defRPr sz="800">
                <a:solidFill>
                  <a:srgbClr val="FFFFFF"/>
                </a:solidFill>
                <a:latin typeface="Public Sans"/>
                <a:ea typeface="Public Sans"/>
                <a:cs typeface="Public Sans"/>
                <a:sym typeface="Public Sans"/>
              </a:defRPr>
            </a:lvl6pPr>
            <a:lvl7pPr lvl="6" rtl="0" algn="l">
              <a:buNone/>
              <a:defRPr sz="800">
                <a:solidFill>
                  <a:srgbClr val="FFFFFF"/>
                </a:solidFill>
                <a:latin typeface="Public Sans"/>
                <a:ea typeface="Public Sans"/>
                <a:cs typeface="Public Sans"/>
                <a:sym typeface="Public Sans"/>
              </a:defRPr>
            </a:lvl7pPr>
            <a:lvl8pPr lvl="7" rtl="0" algn="l">
              <a:buNone/>
              <a:defRPr sz="800">
                <a:solidFill>
                  <a:srgbClr val="FFFFFF"/>
                </a:solidFill>
                <a:latin typeface="Public Sans"/>
                <a:ea typeface="Public Sans"/>
                <a:cs typeface="Public Sans"/>
                <a:sym typeface="Public Sans"/>
              </a:defRPr>
            </a:lvl8pPr>
            <a:lvl9pPr lvl="8" rtl="0" algn="l">
              <a:buNone/>
              <a:defRPr sz="800">
                <a:solidFill>
                  <a:srgbClr val="FFFFFF"/>
                </a:solidFill>
                <a:latin typeface="Public Sans"/>
                <a:ea typeface="Public Sans"/>
                <a:cs typeface="Public Sans"/>
                <a:sym typeface="Public Sans"/>
              </a:defRPr>
            </a:lvl9pPr>
          </a:lstStyle>
          <a:p>
            <a:pPr indent="0" lvl="0" marL="0" rtl="0" algn="l">
              <a:spcBef>
                <a:spcPts val="0"/>
              </a:spcBef>
              <a:spcAft>
                <a:spcPts val="0"/>
              </a:spcAft>
              <a:buNone/>
            </a:pPr>
            <a:r>
              <a:rPr lang="en"/>
              <a:t>Neo4j Inc. All rights reserved 2023	</a:t>
            </a:r>
            <a:endParaRPr/>
          </a:p>
        </p:txBody>
      </p:sp>
      <p:sp>
        <p:nvSpPr>
          <p:cNvPr id="191" name="Google Shape;191;p24"/>
          <p:cNvSpPr txBox="1"/>
          <p:nvPr>
            <p:ph idx="2" type="sldNum"/>
          </p:nvPr>
        </p:nvSpPr>
        <p:spPr>
          <a:xfrm>
            <a:off x="0" y="4880150"/>
            <a:ext cx="265200" cy="269700"/>
          </a:xfrm>
          <a:prstGeom prst="rect">
            <a:avLst/>
          </a:prstGeom>
          <a:noFill/>
          <a:ln>
            <a:noFill/>
          </a:ln>
        </p:spPr>
        <p:txBody>
          <a:bodyPr anchorCtr="0" anchor="t" bIns="0" lIns="0" spcFirstLastPara="1" rIns="0" wrap="square" tIns="0">
            <a:noAutofit/>
          </a:bodyPr>
          <a:lstStyle>
            <a:lvl1pPr lvl="0" rtl="0" algn="r">
              <a:buNone/>
              <a:defRPr sz="800">
                <a:solidFill>
                  <a:srgbClr val="FFFFFF"/>
                </a:solidFill>
                <a:latin typeface="Public Sans"/>
                <a:ea typeface="Public Sans"/>
                <a:cs typeface="Public Sans"/>
                <a:sym typeface="Public Sans"/>
              </a:defRPr>
            </a:lvl1pPr>
            <a:lvl2pPr lvl="1" rtl="0" algn="r">
              <a:buNone/>
              <a:defRPr sz="800">
                <a:solidFill>
                  <a:srgbClr val="FFFFFF"/>
                </a:solidFill>
                <a:latin typeface="Public Sans"/>
                <a:ea typeface="Public Sans"/>
                <a:cs typeface="Public Sans"/>
                <a:sym typeface="Public Sans"/>
              </a:defRPr>
            </a:lvl2pPr>
            <a:lvl3pPr lvl="2" rtl="0" algn="r">
              <a:buNone/>
              <a:defRPr sz="800">
                <a:solidFill>
                  <a:srgbClr val="FFFFFF"/>
                </a:solidFill>
                <a:latin typeface="Public Sans"/>
                <a:ea typeface="Public Sans"/>
                <a:cs typeface="Public Sans"/>
                <a:sym typeface="Public Sans"/>
              </a:defRPr>
            </a:lvl3pPr>
            <a:lvl4pPr lvl="3" rtl="0" algn="r">
              <a:buNone/>
              <a:defRPr sz="800">
                <a:solidFill>
                  <a:srgbClr val="FFFFFF"/>
                </a:solidFill>
                <a:latin typeface="Public Sans"/>
                <a:ea typeface="Public Sans"/>
                <a:cs typeface="Public Sans"/>
                <a:sym typeface="Public Sans"/>
              </a:defRPr>
            </a:lvl4pPr>
            <a:lvl5pPr lvl="4" rtl="0" algn="r">
              <a:buNone/>
              <a:defRPr sz="800">
                <a:solidFill>
                  <a:srgbClr val="FFFFFF"/>
                </a:solidFill>
                <a:latin typeface="Public Sans"/>
                <a:ea typeface="Public Sans"/>
                <a:cs typeface="Public Sans"/>
                <a:sym typeface="Public Sans"/>
              </a:defRPr>
            </a:lvl5pPr>
            <a:lvl6pPr lvl="5" rtl="0" algn="r">
              <a:buNone/>
              <a:defRPr sz="800">
                <a:solidFill>
                  <a:srgbClr val="FFFFFF"/>
                </a:solidFill>
                <a:latin typeface="Public Sans"/>
                <a:ea typeface="Public Sans"/>
                <a:cs typeface="Public Sans"/>
                <a:sym typeface="Public Sans"/>
              </a:defRPr>
            </a:lvl6pPr>
            <a:lvl7pPr lvl="6" rtl="0" algn="r">
              <a:buNone/>
              <a:defRPr sz="800">
                <a:solidFill>
                  <a:srgbClr val="FFFFFF"/>
                </a:solidFill>
                <a:latin typeface="Public Sans"/>
                <a:ea typeface="Public Sans"/>
                <a:cs typeface="Public Sans"/>
                <a:sym typeface="Public Sans"/>
              </a:defRPr>
            </a:lvl7pPr>
            <a:lvl8pPr lvl="7" rtl="0" algn="r">
              <a:buNone/>
              <a:defRPr sz="800">
                <a:solidFill>
                  <a:srgbClr val="FFFFFF"/>
                </a:solidFill>
                <a:latin typeface="Public Sans"/>
                <a:ea typeface="Public Sans"/>
                <a:cs typeface="Public Sans"/>
                <a:sym typeface="Public Sans"/>
              </a:defRPr>
            </a:lvl8pPr>
            <a:lvl9pPr lvl="8" rtl="0" algn="r">
              <a:buNone/>
              <a:defRPr sz="800">
                <a:solidFill>
                  <a:srgbClr val="FFFFFF"/>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192" name="Google Shape;192;p24"/>
          <p:cNvSpPr txBox="1"/>
          <p:nvPr>
            <p:ph idx="3" type="body"/>
          </p:nvPr>
        </p:nvSpPr>
        <p:spPr>
          <a:xfrm>
            <a:off x="4933950" y="1188725"/>
            <a:ext cx="3657600" cy="3430800"/>
          </a:xfrm>
          <a:prstGeom prst="rect">
            <a:avLst/>
          </a:prstGeom>
        </p:spPr>
        <p:txBody>
          <a:bodyPr anchorCtr="0" anchor="t" bIns="0" lIns="0" spcFirstLastPara="1" rIns="0" wrap="square" tIns="0">
            <a:noAutofit/>
          </a:bodyPr>
          <a:lstStyle>
            <a:lvl1pPr indent="-330200" lvl="0" marL="457200" rtl="0">
              <a:spcBef>
                <a:spcPts val="0"/>
              </a:spcBef>
              <a:spcAft>
                <a:spcPts val="0"/>
              </a:spcAft>
              <a:buSzPts val="1600"/>
              <a:buChar char="●"/>
              <a:defRPr/>
            </a:lvl1pPr>
            <a:lvl2pPr indent="-330200" lvl="1" marL="914400" rtl="0">
              <a:spcBef>
                <a:spcPts val="0"/>
              </a:spcBef>
              <a:spcAft>
                <a:spcPts val="0"/>
              </a:spcAft>
              <a:buSzPts val="1600"/>
              <a:buChar char="﹣"/>
              <a:defRPr/>
            </a:lvl2pPr>
            <a:lvl3pPr indent="-330200" lvl="2" marL="1371600" rtl="0">
              <a:spcBef>
                <a:spcPts val="0"/>
              </a:spcBef>
              <a:spcAft>
                <a:spcPts val="0"/>
              </a:spcAft>
              <a:buSzPts val="1600"/>
              <a:buChar char="﹣"/>
              <a:defRPr/>
            </a:lvl3pPr>
            <a:lvl4pPr indent="-330200" lvl="3" marL="1828800" rtl="0">
              <a:spcBef>
                <a:spcPts val="0"/>
              </a:spcBef>
              <a:spcAft>
                <a:spcPts val="0"/>
              </a:spcAft>
              <a:buSzPts val="1600"/>
              <a:buChar char="﹣"/>
              <a:defRPr/>
            </a:lvl4pPr>
            <a:lvl5pPr indent="-330200" lvl="4" marL="2286000" rtl="0">
              <a:spcBef>
                <a:spcPts val="0"/>
              </a:spcBef>
              <a:spcAft>
                <a:spcPts val="0"/>
              </a:spcAft>
              <a:buSzPts val="1600"/>
              <a:buChar char="﹣"/>
              <a:defRPr/>
            </a:lvl5pPr>
            <a:lvl6pPr indent="-330200" lvl="5" marL="2743200" rtl="0">
              <a:spcBef>
                <a:spcPts val="0"/>
              </a:spcBef>
              <a:spcAft>
                <a:spcPts val="0"/>
              </a:spcAft>
              <a:buSzPts val="1600"/>
              <a:buChar char="﹣"/>
              <a:defRPr/>
            </a:lvl6pPr>
            <a:lvl7pPr indent="-330200" lvl="6" marL="3200400" rtl="0">
              <a:spcBef>
                <a:spcPts val="0"/>
              </a:spcBef>
              <a:spcAft>
                <a:spcPts val="0"/>
              </a:spcAft>
              <a:buSzPts val="1600"/>
              <a:buChar char="﹣"/>
              <a:defRPr/>
            </a:lvl7pPr>
            <a:lvl8pPr indent="-330200" lvl="7" marL="3657600" rtl="0">
              <a:spcBef>
                <a:spcPts val="0"/>
              </a:spcBef>
              <a:spcAft>
                <a:spcPts val="0"/>
              </a:spcAft>
              <a:buSzPts val="1600"/>
              <a:buChar char="﹣"/>
              <a:defRPr/>
            </a:lvl8pPr>
            <a:lvl9pPr indent="-330200" lvl="8" marL="4114800" rtl="0">
              <a:spcBef>
                <a:spcPts val="0"/>
              </a:spcBef>
              <a:spcAft>
                <a:spcPts val="0"/>
              </a:spcAft>
              <a:buSzPts val="1600"/>
              <a:buChar char="﹣"/>
              <a:defRPr/>
            </a:lvl9pPr>
          </a:lstStyle>
          <a:p/>
        </p:txBody>
      </p:sp>
    </p:spTree>
  </p:cSld>
  <p:clrMapOvr>
    <a:masterClrMapping/>
  </p:clrMapOvr>
  <p:extLst>
    <p:ext uri="{DCECCB84-F9BA-43D5-87BE-67443E8EF086}">
      <p15:sldGuideLst>
        <p15:guide id="1" orient="horz" pos="749">
          <p15:clr>
            <a:srgbClr val="E46962"/>
          </p15:clr>
        </p15:guide>
        <p15:guide id="2" orient="horz" pos="231">
          <p15:clr>
            <a:srgbClr val="E46962"/>
          </p15:clr>
        </p15:guide>
        <p15:guide id="3" pos="3108">
          <p15:clr>
            <a:srgbClr val="E46962"/>
          </p15:clr>
        </p15:guide>
        <p15:guide id="4" pos="2652">
          <p15:clr>
            <a:srgbClr val="E46962"/>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half dark-bright deco">
  <p:cSld name="TITLE_AND_BODY_1_1_1_2">
    <p:bg>
      <p:bgPr>
        <a:solidFill>
          <a:schemeClr val="accent2"/>
        </a:solidFill>
      </p:bgPr>
    </p:bg>
    <p:spTree>
      <p:nvGrpSpPr>
        <p:cNvPr id="193" name="Shape 193"/>
        <p:cNvGrpSpPr/>
        <p:nvPr/>
      </p:nvGrpSpPr>
      <p:grpSpPr>
        <a:xfrm>
          <a:off x="0" y="0"/>
          <a:ext cx="0" cy="0"/>
          <a:chOff x="0" y="0"/>
          <a:chExt cx="0" cy="0"/>
        </a:xfrm>
      </p:grpSpPr>
      <p:sp>
        <p:nvSpPr>
          <p:cNvPr id="194" name="Google Shape;194;p25"/>
          <p:cNvSpPr/>
          <p:nvPr/>
        </p:nvSpPr>
        <p:spPr>
          <a:xfrm>
            <a:off x="4572000" y="75"/>
            <a:ext cx="4572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25"/>
          <p:cNvSpPr/>
          <p:nvPr/>
        </p:nvSpPr>
        <p:spPr>
          <a:xfrm rot="1793545">
            <a:off x="4426827" y="-1288239"/>
            <a:ext cx="7544827" cy="2750779"/>
          </a:xfrm>
          <a:custGeom>
            <a:rect b="b" l="l" r="r" t="t"/>
            <a:pathLst>
              <a:path extrusionOk="0" h="3573" w="9800">
                <a:moveTo>
                  <a:pt x="1786" y="0"/>
                </a:moveTo>
                <a:cubicBezTo>
                  <a:pt x="1477" y="0"/>
                  <a:pt x="1179" y="84"/>
                  <a:pt x="893" y="239"/>
                </a:cubicBezTo>
                <a:cubicBezTo>
                  <a:pt x="632" y="393"/>
                  <a:pt x="405" y="620"/>
                  <a:pt x="239" y="893"/>
                </a:cubicBezTo>
                <a:cubicBezTo>
                  <a:pt x="96" y="1167"/>
                  <a:pt x="0" y="1465"/>
                  <a:pt x="0" y="1786"/>
                </a:cubicBezTo>
                <a:cubicBezTo>
                  <a:pt x="0" y="2108"/>
                  <a:pt x="84" y="2405"/>
                  <a:pt x="239" y="2679"/>
                </a:cubicBezTo>
                <a:cubicBezTo>
                  <a:pt x="393" y="2953"/>
                  <a:pt x="620" y="3179"/>
                  <a:pt x="893" y="3334"/>
                </a:cubicBezTo>
                <a:cubicBezTo>
                  <a:pt x="1167" y="3489"/>
                  <a:pt x="1465" y="3572"/>
                  <a:pt x="1786" y="3572"/>
                </a:cubicBezTo>
                <a:cubicBezTo>
                  <a:pt x="2108" y="3572"/>
                  <a:pt x="2406" y="3501"/>
                  <a:pt x="2679" y="3334"/>
                </a:cubicBezTo>
                <a:cubicBezTo>
                  <a:pt x="2846" y="3251"/>
                  <a:pt x="3013" y="3108"/>
                  <a:pt x="3132" y="2965"/>
                </a:cubicBezTo>
                <a:cubicBezTo>
                  <a:pt x="3674" y="2346"/>
                  <a:pt x="4281" y="2036"/>
                  <a:pt x="4888" y="2036"/>
                </a:cubicBezTo>
                <a:cubicBezTo>
                  <a:pt x="5495" y="2036"/>
                  <a:pt x="6102" y="2346"/>
                  <a:pt x="6644" y="2965"/>
                </a:cubicBezTo>
                <a:cubicBezTo>
                  <a:pt x="6775" y="3108"/>
                  <a:pt x="6930" y="3251"/>
                  <a:pt x="7109" y="3334"/>
                </a:cubicBezTo>
                <a:cubicBezTo>
                  <a:pt x="7370" y="3489"/>
                  <a:pt x="7668" y="3572"/>
                  <a:pt x="8001" y="3572"/>
                </a:cubicBezTo>
                <a:cubicBezTo>
                  <a:pt x="8311" y="3572"/>
                  <a:pt x="8609" y="3501"/>
                  <a:pt x="8894" y="3334"/>
                </a:cubicBezTo>
                <a:cubicBezTo>
                  <a:pt x="9156" y="3191"/>
                  <a:pt x="9383" y="2965"/>
                  <a:pt x="9549" y="2679"/>
                </a:cubicBezTo>
                <a:cubicBezTo>
                  <a:pt x="9692" y="2417"/>
                  <a:pt x="9787" y="2120"/>
                  <a:pt x="9787" y="1786"/>
                </a:cubicBezTo>
                <a:cubicBezTo>
                  <a:pt x="9799" y="1489"/>
                  <a:pt x="9728" y="1191"/>
                  <a:pt x="9561" y="917"/>
                </a:cubicBezTo>
                <a:cubicBezTo>
                  <a:pt x="9406" y="643"/>
                  <a:pt x="9192" y="417"/>
                  <a:pt x="8906" y="262"/>
                </a:cubicBezTo>
                <a:cubicBezTo>
                  <a:pt x="8644" y="108"/>
                  <a:pt x="8347" y="24"/>
                  <a:pt x="8013" y="24"/>
                </a:cubicBezTo>
                <a:cubicBezTo>
                  <a:pt x="7704" y="24"/>
                  <a:pt x="7406" y="96"/>
                  <a:pt x="7120" y="262"/>
                </a:cubicBezTo>
                <a:cubicBezTo>
                  <a:pt x="6954" y="358"/>
                  <a:pt x="6799" y="477"/>
                  <a:pt x="6656" y="631"/>
                </a:cubicBezTo>
                <a:cubicBezTo>
                  <a:pt x="6114" y="1251"/>
                  <a:pt x="5507" y="1560"/>
                  <a:pt x="4900" y="1560"/>
                </a:cubicBezTo>
                <a:cubicBezTo>
                  <a:pt x="4293" y="1560"/>
                  <a:pt x="3685" y="1251"/>
                  <a:pt x="3144" y="631"/>
                </a:cubicBezTo>
                <a:cubicBezTo>
                  <a:pt x="3013" y="477"/>
                  <a:pt x="2858" y="346"/>
                  <a:pt x="2679" y="239"/>
                </a:cubicBezTo>
                <a:cubicBezTo>
                  <a:pt x="2417" y="96"/>
                  <a:pt x="2120" y="0"/>
                  <a:pt x="178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5"/>
          <p:cNvSpPr/>
          <p:nvPr/>
        </p:nvSpPr>
        <p:spPr>
          <a:xfrm>
            <a:off x="8367100" y="-47700"/>
            <a:ext cx="1116000" cy="269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5"/>
          <p:cNvSpPr/>
          <p:nvPr/>
        </p:nvSpPr>
        <p:spPr>
          <a:xfrm rot="1793710">
            <a:off x="-4105351" y="3244235"/>
            <a:ext cx="7544837" cy="2750779"/>
          </a:xfrm>
          <a:custGeom>
            <a:rect b="b" l="l" r="r" t="t"/>
            <a:pathLst>
              <a:path extrusionOk="0" h="3573" w="9800">
                <a:moveTo>
                  <a:pt x="1786" y="0"/>
                </a:moveTo>
                <a:cubicBezTo>
                  <a:pt x="1477" y="0"/>
                  <a:pt x="1179" y="84"/>
                  <a:pt x="893" y="239"/>
                </a:cubicBezTo>
                <a:cubicBezTo>
                  <a:pt x="632" y="393"/>
                  <a:pt x="405" y="620"/>
                  <a:pt x="239" y="893"/>
                </a:cubicBezTo>
                <a:cubicBezTo>
                  <a:pt x="96" y="1167"/>
                  <a:pt x="0" y="1465"/>
                  <a:pt x="0" y="1786"/>
                </a:cubicBezTo>
                <a:cubicBezTo>
                  <a:pt x="0" y="2108"/>
                  <a:pt x="84" y="2405"/>
                  <a:pt x="239" y="2679"/>
                </a:cubicBezTo>
                <a:cubicBezTo>
                  <a:pt x="393" y="2953"/>
                  <a:pt x="620" y="3179"/>
                  <a:pt x="893" y="3334"/>
                </a:cubicBezTo>
                <a:cubicBezTo>
                  <a:pt x="1167" y="3489"/>
                  <a:pt x="1465" y="3572"/>
                  <a:pt x="1786" y="3572"/>
                </a:cubicBezTo>
                <a:cubicBezTo>
                  <a:pt x="2108" y="3572"/>
                  <a:pt x="2406" y="3501"/>
                  <a:pt x="2679" y="3334"/>
                </a:cubicBezTo>
                <a:cubicBezTo>
                  <a:pt x="2846" y="3251"/>
                  <a:pt x="3013" y="3108"/>
                  <a:pt x="3132" y="2965"/>
                </a:cubicBezTo>
                <a:cubicBezTo>
                  <a:pt x="3674" y="2346"/>
                  <a:pt x="4281" y="2036"/>
                  <a:pt x="4888" y="2036"/>
                </a:cubicBezTo>
                <a:cubicBezTo>
                  <a:pt x="5495" y="2036"/>
                  <a:pt x="6102" y="2346"/>
                  <a:pt x="6644" y="2965"/>
                </a:cubicBezTo>
                <a:cubicBezTo>
                  <a:pt x="6775" y="3108"/>
                  <a:pt x="6930" y="3251"/>
                  <a:pt x="7109" y="3334"/>
                </a:cubicBezTo>
                <a:cubicBezTo>
                  <a:pt x="7370" y="3489"/>
                  <a:pt x="7668" y="3572"/>
                  <a:pt x="8001" y="3572"/>
                </a:cubicBezTo>
                <a:cubicBezTo>
                  <a:pt x="8311" y="3572"/>
                  <a:pt x="8609" y="3501"/>
                  <a:pt x="8894" y="3334"/>
                </a:cubicBezTo>
                <a:cubicBezTo>
                  <a:pt x="9156" y="3191"/>
                  <a:pt x="9383" y="2965"/>
                  <a:pt x="9549" y="2679"/>
                </a:cubicBezTo>
                <a:cubicBezTo>
                  <a:pt x="9692" y="2417"/>
                  <a:pt x="9787" y="2120"/>
                  <a:pt x="9787" y="1786"/>
                </a:cubicBezTo>
                <a:cubicBezTo>
                  <a:pt x="9799" y="1489"/>
                  <a:pt x="9728" y="1191"/>
                  <a:pt x="9561" y="917"/>
                </a:cubicBezTo>
                <a:cubicBezTo>
                  <a:pt x="9406" y="643"/>
                  <a:pt x="9192" y="417"/>
                  <a:pt x="8906" y="262"/>
                </a:cubicBezTo>
                <a:cubicBezTo>
                  <a:pt x="8644" y="108"/>
                  <a:pt x="8347" y="24"/>
                  <a:pt x="8013" y="24"/>
                </a:cubicBezTo>
                <a:cubicBezTo>
                  <a:pt x="7704" y="24"/>
                  <a:pt x="7406" y="96"/>
                  <a:pt x="7120" y="262"/>
                </a:cubicBezTo>
                <a:cubicBezTo>
                  <a:pt x="6954" y="358"/>
                  <a:pt x="6799" y="477"/>
                  <a:pt x="6656" y="631"/>
                </a:cubicBezTo>
                <a:cubicBezTo>
                  <a:pt x="6114" y="1251"/>
                  <a:pt x="5507" y="1560"/>
                  <a:pt x="4900" y="1560"/>
                </a:cubicBezTo>
                <a:cubicBezTo>
                  <a:pt x="4293" y="1560"/>
                  <a:pt x="3685" y="1251"/>
                  <a:pt x="3144" y="631"/>
                </a:cubicBezTo>
                <a:cubicBezTo>
                  <a:pt x="3013" y="477"/>
                  <a:pt x="2858" y="346"/>
                  <a:pt x="2679" y="239"/>
                </a:cubicBezTo>
                <a:cubicBezTo>
                  <a:pt x="2417" y="96"/>
                  <a:pt x="2120" y="0"/>
                  <a:pt x="178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5"/>
          <p:cNvSpPr txBox="1"/>
          <p:nvPr>
            <p:ph type="title"/>
          </p:nvPr>
        </p:nvSpPr>
        <p:spPr>
          <a:xfrm>
            <a:off x="365750" y="274325"/>
            <a:ext cx="3657600" cy="5487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2800"/>
              <a:buFont typeface="Public Sans SemiBold"/>
              <a:buNone/>
              <a:defRPr b="0">
                <a:solidFill>
                  <a:srgbClr val="FFFFFF"/>
                </a:solidFill>
                <a:latin typeface="Public Sans SemiBold"/>
                <a:ea typeface="Public Sans SemiBold"/>
                <a:cs typeface="Public Sans SemiBold"/>
                <a:sym typeface="Public Sans SemiBold"/>
              </a:defRPr>
            </a:lvl1pPr>
            <a:lvl2pPr lvl="1" rtl="0">
              <a:spcBef>
                <a:spcPts val="0"/>
              </a:spcBef>
              <a:spcAft>
                <a:spcPts val="0"/>
              </a:spcAft>
              <a:buClr>
                <a:srgbClr val="FFFFFF"/>
              </a:buClr>
              <a:buSzPts val="2800"/>
              <a:buNone/>
              <a:defRPr>
                <a:solidFill>
                  <a:srgbClr val="FFFFFF"/>
                </a:solidFill>
              </a:defRPr>
            </a:lvl2pPr>
            <a:lvl3pPr lvl="2" rtl="0">
              <a:spcBef>
                <a:spcPts val="0"/>
              </a:spcBef>
              <a:spcAft>
                <a:spcPts val="0"/>
              </a:spcAft>
              <a:buClr>
                <a:srgbClr val="FFFFFF"/>
              </a:buClr>
              <a:buSzPts val="2800"/>
              <a:buNone/>
              <a:defRPr>
                <a:solidFill>
                  <a:srgbClr val="FFFFFF"/>
                </a:solidFill>
              </a:defRPr>
            </a:lvl3pPr>
            <a:lvl4pPr lvl="3" rtl="0">
              <a:spcBef>
                <a:spcPts val="0"/>
              </a:spcBef>
              <a:spcAft>
                <a:spcPts val="0"/>
              </a:spcAft>
              <a:buClr>
                <a:srgbClr val="FFFFFF"/>
              </a:buClr>
              <a:buSzPts val="2800"/>
              <a:buNone/>
              <a:defRPr>
                <a:solidFill>
                  <a:srgbClr val="FFFFFF"/>
                </a:solidFill>
              </a:defRPr>
            </a:lvl4pPr>
            <a:lvl5pPr lvl="4" rtl="0">
              <a:spcBef>
                <a:spcPts val="0"/>
              </a:spcBef>
              <a:spcAft>
                <a:spcPts val="0"/>
              </a:spcAft>
              <a:buClr>
                <a:srgbClr val="FFFFFF"/>
              </a:buClr>
              <a:buSzPts val="2800"/>
              <a:buNone/>
              <a:defRPr>
                <a:solidFill>
                  <a:srgbClr val="FFFFFF"/>
                </a:solidFill>
              </a:defRPr>
            </a:lvl5pPr>
            <a:lvl6pPr lvl="5" rtl="0">
              <a:spcBef>
                <a:spcPts val="0"/>
              </a:spcBef>
              <a:spcAft>
                <a:spcPts val="0"/>
              </a:spcAft>
              <a:buClr>
                <a:srgbClr val="FFFFFF"/>
              </a:buClr>
              <a:buSzPts val="2800"/>
              <a:buNone/>
              <a:defRPr>
                <a:solidFill>
                  <a:srgbClr val="FFFFFF"/>
                </a:solidFill>
              </a:defRPr>
            </a:lvl6pPr>
            <a:lvl7pPr lvl="6" rtl="0">
              <a:spcBef>
                <a:spcPts val="0"/>
              </a:spcBef>
              <a:spcAft>
                <a:spcPts val="0"/>
              </a:spcAft>
              <a:buClr>
                <a:srgbClr val="FFFFFF"/>
              </a:buClr>
              <a:buSzPts val="2800"/>
              <a:buNone/>
              <a:defRPr>
                <a:solidFill>
                  <a:srgbClr val="FFFFFF"/>
                </a:solidFill>
              </a:defRPr>
            </a:lvl7pPr>
            <a:lvl8pPr lvl="7" rtl="0">
              <a:spcBef>
                <a:spcPts val="0"/>
              </a:spcBef>
              <a:spcAft>
                <a:spcPts val="0"/>
              </a:spcAft>
              <a:buClr>
                <a:srgbClr val="FFFFFF"/>
              </a:buClr>
              <a:buSzPts val="2800"/>
              <a:buNone/>
              <a:defRPr>
                <a:solidFill>
                  <a:srgbClr val="FFFFFF"/>
                </a:solidFill>
              </a:defRPr>
            </a:lvl8pPr>
            <a:lvl9pPr lvl="8" rtl="0">
              <a:spcBef>
                <a:spcPts val="0"/>
              </a:spcBef>
              <a:spcAft>
                <a:spcPts val="0"/>
              </a:spcAft>
              <a:buClr>
                <a:srgbClr val="FFFFFF"/>
              </a:buClr>
              <a:buSzPts val="2800"/>
              <a:buNone/>
              <a:defRPr>
                <a:solidFill>
                  <a:srgbClr val="FFFFFF"/>
                </a:solidFill>
              </a:defRPr>
            </a:lvl9pPr>
          </a:lstStyle>
          <a:p/>
        </p:txBody>
      </p:sp>
      <p:sp>
        <p:nvSpPr>
          <p:cNvPr id="199" name="Google Shape;199;p25"/>
          <p:cNvSpPr txBox="1"/>
          <p:nvPr>
            <p:ph idx="1" type="body"/>
          </p:nvPr>
        </p:nvSpPr>
        <p:spPr>
          <a:xfrm>
            <a:off x="365750" y="1188725"/>
            <a:ext cx="3657600" cy="3430800"/>
          </a:xfrm>
          <a:prstGeom prst="rect">
            <a:avLst/>
          </a:prstGeom>
        </p:spPr>
        <p:txBody>
          <a:bodyPr anchorCtr="0" anchor="t" bIns="0" lIns="0" spcFirstLastPara="1" rIns="0" wrap="square" tIns="0">
            <a:noAutofit/>
          </a:bodyPr>
          <a:lstStyle>
            <a:lvl1pPr indent="-330200" lvl="0" marL="457200" rtl="0">
              <a:spcBef>
                <a:spcPts val="0"/>
              </a:spcBef>
              <a:spcAft>
                <a:spcPts val="0"/>
              </a:spcAft>
              <a:buClr>
                <a:srgbClr val="FFFFFF"/>
              </a:buClr>
              <a:buSzPts val="1600"/>
              <a:buChar char="●"/>
              <a:defRPr>
                <a:solidFill>
                  <a:srgbClr val="FFFFFF"/>
                </a:solidFill>
              </a:defRPr>
            </a:lvl1pPr>
            <a:lvl2pPr indent="-330200" lvl="1" marL="914400" rtl="0">
              <a:spcBef>
                <a:spcPts val="0"/>
              </a:spcBef>
              <a:spcAft>
                <a:spcPts val="0"/>
              </a:spcAft>
              <a:buClr>
                <a:srgbClr val="FFFFFF"/>
              </a:buClr>
              <a:buSzPts val="1600"/>
              <a:buChar char="﹣"/>
              <a:defRPr>
                <a:solidFill>
                  <a:srgbClr val="FFFFFF"/>
                </a:solidFill>
              </a:defRPr>
            </a:lvl2pPr>
            <a:lvl3pPr indent="-330200" lvl="2" marL="1371600" rtl="0">
              <a:spcBef>
                <a:spcPts val="0"/>
              </a:spcBef>
              <a:spcAft>
                <a:spcPts val="0"/>
              </a:spcAft>
              <a:buClr>
                <a:srgbClr val="FFFFFF"/>
              </a:buClr>
              <a:buSzPts val="1600"/>
              <a:buChar char="﹣"/>
              <a:defRPr>
                <a:solidFill>
                  <a:srgbClr val="FFFFFF"/>
                </a:solidFill>
              </a:defRPr>
            </a:lvl3pPr>
            <a:lvl4pPr indent="-330200" lvl="3" marL="1828800" rtl="0">
              <a:spcBef>
                <a:spcPts val="0"/>
              </a:spcBef>
              <a:spcAft>
                <a:spcPts val="0"/>
              </a:spcAft>
              <a:buClr>
                <a:srgbClr val="FFFFFF"/>
              </a:buClr>
              <a:buSzPts val="1600"/>
              <a:buChar char="﹣"/>
              <a:defRPr>
                <a:solidFill>
                  <a:srgbClr val="FFFFFF"/>
                </a:solidFill>
              </a:defRPr>
            </a:lvl4pPr>
            <a:lvl5pPr indent="-330200" lvl="4" marL="2286000" rtl="0">
              <a:spcBef>
                <a:spcPts val="0"/>
              </a:spcBef>
              <a:spcAft>
                <a:spcPts val="0"/>
              </a:spcAft>
              <a:buClr>
                <a:srgbClr val="FFFFFF"/>
              </a:buClr>
              <a:buSzPts val="1600"/>
              <a:buChar char="﹣"/>
              <a:defRPr>
                <a:solidFill>
                  <a:srgbClr val="FFFFFF"/>
                </a:solidFill>
              </a:defRPr>
            </a:lvl5pPr>
            <a:lvl6pPr indent="-330200" lvl="5" marL="2743200" rtl="0">
              <a:spcBef>
                <a:spcPts val="0"/>
              </a:spcBef>
              <a:spcAft>
                <a:spcPts val="0"/>
              </a:spcAft>
              <a:buClr>
                <a:srgbClr val="FFFFFF"/>
              </a:buClr>
              <a:buSzPts val="1600"/>
              <a:buChar char="﹣"/>
              <a:defRPr>
                <a:solidFill>
                  <a:srgbClr val="FFFFFF"/>
                </a:solidFill>
              </a:defRPr>
            </a:lvl6pPr>
            <a:lvl7pPr indent="-330200" lvl="6" marL="3200400" rtl="0">
              <a:spcBef>
                <a:spcPts val="0"/>
              </a:spcBef>
              <a:spcAft>
                <a:spcPts val="0"/>
              </a:spcAft>
              <a:buClr>
                <a:srgbClr val="FFFFFF"/>
              </a:buClr>
              <a:buSzPts val="1600"/>
              <a:buChar char="﹣"/>
              <a:defRPr>
                <a:solidFill>
                  <a:srgbClr val="FFFFFF"/>
                </a:solidFill>
              </a:defRPr>
            </a:lvl7pPr>
            <a:lvl8pPr indent="-330200" lvl="7" marL="3657600" rtl="0">
              <a:spcBef>
                <a:spcPts val="0"/>
              </a:spcBef>
              <a:spcAft>
                <a:spcPts val="0"/>
              </a:spcAft>
              <a:buClr>
                <a:srgbClr val="FFFFFF"/>
              </a:buClr>
              <a:buSzPts val="1600"/>
              <a:buChar char="﹣"/>
              <a:defRPr>
                <a:solidFill>
                  <a:srgbClr val="FFFFFF"/>
                </a:solidFill>
              </a:defRPr>
            </a:lvl8pPr>
            <a:lvl9pPr indent="-330200" lvl="8" marL="4114800" rtl="0">
              <a:spcBef>
                <a:spcPts val="0"/>
              </a:spcBef>
              <a:spcAft>
                <a:spcPts val="0"/>
              </a:spcAft>
              <a:buClr>
                <a:srgbClr val="FFFFFF"/>
              </a:buClr>
              <a:buSzPts val="1600"/>
              <a:buChar char="﹣"/>
              <a:defRPr>
                <a:solidFill>
                  <a:srgbClr val="FFFFFF"/>
                </a:solidFill>
              </a:defRPr>
            </a:lvl9pPr>
          </a:lstStyle>
          <a:p/>
        </p:txBody>
      </p:sp>
      <p:sp>
        <p:nvSpPr>
          <p:cNvPr id="200" name="Google Shape;200;p25"/>
          <p:cNvSpPr txBox="1"/>
          <p:nvPr>
            <p:ph idx="12" type="sldNum"/>
          </p:nvPr>
        </p:nvSpPr>
        <p:spPr>
          <a:xfrm>
            <a:off x="360650" y="4880150"/>
            <a:ext cx="3667800" cy="269700"/>
          </a:xfrm>
          <a:prstGeom prst="rect">
            <a:avLst/>
          </a:prstGeom>
          <a:noFill/>
          <a:ln>
            <a:noFill/>
          </a:ln>
        </p:spPr>
        <p:txBody>
          <a:bodyPr anchorCtr="0" anchor="t" bIns="0" lIns="0" spcFirstLastPara="1" rIns="0" wrap="square" tIns="0">
            <a:noAutofit/>
          </a:bodyPr>
          <a:lstStyle>
            <a:lvl1pPr lvl="0" rtl="0" algn="l">
              <a:buNone/>
              <a:defRPr sz="800">
                <a:solidFill>
                  <a:schemeClr val="dk1"/>
                </a:solidFill>
                <a:latin typeface="Public Sans"/>
                <a:ea typeface="Public Sans"/>
                <a:cs typeface="Public Sans"/>
                <a:sym typeface="Public Sans"/>
              </a:defRPr>
            </a:lvl1pPr>
            <a:lvl2pPr lvl="1" rtl="0" algn="l">
              <a:buNone/>
              <a:defRPr sz="800">
                <a:solidFill>
                  <a:schemeClr val="dk1"/>
                </a:solidFill>
                <a:latin typeface="Public Sans"/>
                <a:ea typeface="Public Sans"/>
                <a:cs typeface="Public Sans"/>
                <a:sym typeface="Public Sans"/>
              </a:defRPr>
            </a:lvl2pPr>
            <a:lvl3pPr lvl="2" rtl="0" algn="l">
              <a:buNone/>
              <a:defRPr sz="800">
                <a:solidFill>
                  <a:schemeClr val="dk1"/>
                </a:solidFill>
                <a:latin typeface="Public Sans"/>
                <a:ea typeface="Public Sans"/>
                <a:cs typeface="Public Sans"/>
                <a:sym typeface="Public Sans"/>
              </a:defRPr>
            </a:lvl3pPr>
            <a:lvl4pPr lvl="3" rtl="0" algn="l">
              <a:buNone/>
              <a:defRPr sz="800">
                <a:solidFill>
                  <a:schemeClr val="dk1"/>
                </a:solidFill>
                <a:latin typeface="Public Sans"/>
                <a:ea typeface="Public Sans"/>
                <a:cs typeface="Public Sans"/>
                <a:sym typeface="Public Sans"/>
              </a:defRPr>
            </a:lvl4pPr>
            <a:lvl5pPr lvl="4" rtl="0" algn="l">
              <a:buNone/>
              <a:defRPr sz="800">
                <a:solidFill>
                  <a:schemeClr val="dk1"/>
                </a:solidFill>
                <a:latin typeface="Public Sans"/>
                <a:ea typeface="Public Sans"/>
                <a:cs typeface="Public Sans"/>
                <a:sym typeface="Public Sans"/>
              </a:defRPr>
            </a:lvl5pPr>
            <a:lvl6pPr lvl="5" rtl="0" algn="l">
              <a:buNone/>
              <a:defRPr sz="800">
                <a:solidFill>
                  <a:schemeClr val="dk1"/>
                </a:solidFill>
                <a:latin typeface="Public Sans"/>
                <a:ea typeface="Public Sans"/>
                <a:cs typeface="Public Sans"/>
                <a:sym typeface="Public Sans"/>
              </a:defRPr>
            </a:lvl6pPr>
            <a:lvl7pPr lvl="6" rtl="0" algn="l">
              <a:buNone/>
              <a:defRPr sz="800">
                <a:solidFill>
                  <a:schemeClr val="dk1"/>
                </a:solidFill>
                <a:latin typeface="Public Sans"/>
                <a:ea typeface="Public Sans"/>
                <a:cs typeface="Public Sans"/>
                <a:sym typeface="Public Sans"/>
              </a:defRPr>
            </a:lvl7pPr>
            <a:lvl8pPr lvl="7" rtl="0" algn="l">
              <a:buNone/>
              <a:defRPr sz="800">
                <a:solidFill>
                  <a:schemeClr val="dk1"/>
                </a:solidFill>
                <a:latin typeface="Public Sans"/>
                <a:ea typeface="Public Sans"/>
                <a:cs typeface="Public Sans"/>
                <a:sym typeface="Public Sans"/>
              </a:defRPr>
            </a:lvl8pPr>
            <a:lvl9pPr lvl="8" rtl="0" algn="l">
              <a:buNone/>
              <a:defRPr sz="800">
                <a:solidFill>
                  <a:schemeClr val="dk1"/>
                </a:solidFill>
                <a:latin typeface="Public Sans"/>
                <a:ea typeface="Public Sans"/>
                <a:cs typeface="Public Sans"/>
                <a:sym typeface="Public Sans"/>
              </a:defRPr>
            </a:lvl9pPr>
          </a:lstStyle>
          <a:p>
            <a:pPr indent="0" lvl="0" marL="0" rtl="0" algn="l">
              <a:spcBef>
                <a:spcPts val="0"/>
              </a:spcBef>
              <a:spcAft>
                <a:spcPts val="0"/>
              </a:spcAft>
              <a:buNone/>
            </a:pPr>
            <a:r>
              <a:rPr lang="en"/>
              <a:t>Neo4j Inc. All rights reserved 2023	</a:t>
            </a:r>
            <a:endParaRPr/>
          </a:p>
        </p:txBody>
      </p:sp>
      <p:sp>
        <p:nvSpPr>
          <p:cNvPr id="201" name="Google Shape;201;p25"/>
          <p:cNvSpPr txBox="1"/>
          <p:nvPr>
            <p:ph idx="2" type="sldNum"/>
          </p:nvPr>
        </p:nvSpPr>
        <p:spPr>
          <a:xfrm>
            <a:off x="0" y="4880150"/>
            <a:ext cx="265200" cy="269700"/>
          </a:xfrm>
          <a:prstGeom prst="rect">
            <a:avLst/>
          </a:prstGeom>
          <a:noFill/>
          <a:ln>
            <a:noFill/>
          </a:ln>
        </p:spPr>
        <p:txBody>
          <a:bodyPr anchorCtr="0" anchor="t" bIns="0" lIns="0" spcFirstLastPara="1" rIns="0" wrap="square" tIns="0">
            <a:noAutofit/>
          </a:bodyPr>
          <a:lstStyle>
            <a:lvl1pPr lvl="0" rtl="0" algn="r">
              <a:buNone/>
              <a:defRPr sz="800">
                <a:solidFill>
                  <a:schemeClr val="dk1"/>
                </a:solidFill>
                <a:latin typeface="Public Sans"/>
                <a:ea typeface="Public Sans"/>
                <a:cs typeface="Public Sans"/>
                <a:sym typeface="Public Sans"/>
              </a:defRPr>
            </a:lvl1pPr>
            <a:lvl2pPr lvl="1" rtl="0" algn="r">
              <a:buNone/>
              <a:defRPr sz="800">
                <a:solidFill>
                  <a:schemeClr val="dk1"/>
                </a:solidFill>
                <a:latin typeface="Public Sans"/>
                <a:ea typeface="Public Sans"/>
                <a:cs typeface="Public Sans"/>
                <a:sym typeface="Public Sans"/>
              </a:defRPr>
            </a:lvl2pPr>
            <a:lvl3pPr lvl="2" rtl="0" algn="r">
              <a:buNone/>
              <a:defRPr sz="800">
                <a:solidFill>
                  <a:schemeClr val="dk1"/>
                </a:solidFill>
                <a:latin typeface="Public Sans"/>
                <a:ea typeface="Public Sans"/>
                <a:cs typeface="Public Sans"/>
                <a:sym typeface="Public Sans"/>
              </a:defRPr>
            </a:lvl3pPr>
            <a:lvl4pPr lvl="3" rtl="0" algn="r">
              <a:buNone/>
              <a:defRPr sz="800">
                <a:solidFill>
                  <a:schemeClr val="dk1"/>
                </a:solidFill>
                <a:latin typeface="Public Sans"/>
                <a:ea typeface="Public Sans"/>
                <a:cs typeface="Public Sans"/>
                <a:sym typeface="Public Sans"/>
              </a:defRPr>
            </a:lvl4pPr>
            <a:lvl5pPr lvl="4" rtl="0" algn="r">
              <a:buNone/>
              <a:defRPr sz="800">
                <a:solidFill>
                  <a:schemeClr val="dk1"/>
                </a:solidFill>
                <a:latin typeface="Public Sans"/>
                <a:ea typeface="Public Sans"/>
                <a:cs typeface="Public Sans"/>
                <a:sym typeface="Public Sans"/>
              </a:defRPr>
            </a:lvl5pPr>
            <a:lvl6pPr lvl="5" rtl="0" algn="r">
              <a:buNone/>
              <a:defRPr sz="800">
                <a:solidFill>
                  <a:schemeClr val="dk1"/>
                </a:solidFill>
                <a:latin typeface="Public Sans"/>
                <a:ea typeface="Public Sans"/>
                <a:cs typeface="Public Sans"/>
                <a:sym typeface="Public Sans"/>
              </a:defRPr>
            </a:lvl6pPr>
            <a:lvl7pPr lvl="6" rtl="0" algn="r">
              <a:buNone/>
              <a:defRPr sz="800">
                <a:solidFill>
                  <a:schemeClr val="dk1"/>
                </a:solidFill>
                <a:latin typeface="Public Sans"/>
                <a:ea typeface="Public Sans"/>
                <a:cs typeface="Public Sans"/>
                <a:sym typeface="Public Sans"/>
              </a:defRPr>
            </a:lvl7pPr>
            <a:lvl8pPr lvl="7" rtl="0" algn="r">
              <a:buNone/>
              <a:defRPr sz="800">
                <a:solidFill>
                  <a:schemeClr val="dk1"/>
                </a:solidFill>
                <a:latin typeface="Public Sans"/>
                <a:ea typeface="Public Sans"/>
                <a:cs typeface="Public Sans"/>
                <a:sym typeface="Public Sans"/>
              </a:defRPr>
            </a:lvl8pPr>
            <a:lvl9pPr lvl="8" rtl="0" algn="r">
              <a:buNone/>
              <a:defRPr sz="800">
                <a:solidFill>
                  <a:schemeClr val="dk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202" name="Google Shape;202;p25"/>
          <p:cNvSpPr txBox="1"/>
          <p:nvPr>
            <p:ph idx="3" type="body"/>
          </p:nvPr>
        </p:nvSpPr>
        <p:spPr>
          <a:xfrm>
            <a:off x="4933950" y="1188725"/>
            <a:ext cx="3657600" cy="3430800"/>
          </a:xfrm>
          <a:prstGeom prst="rect">
            <a:avLst/>
          </a:prstGeom>
        </p:spPr>
        <p:txBody>
          <a:bodyPr anchorCtr="0" anchor="t" bIns="0" lIns="0" spcFirstLastPara="1" rIns="0" wrap="square" tIns="0">
            <a:noAutofit/>
          </a:bodyPr>
          <a:lstStyle>
            <a:lvl1pPr indent="-330200" lvl="0" marL="457200" rtl="0">
              <a:spcBef>
                <a:spcPts val="0"/>
              </a:spcBef>
              <a:spcAft>
                <a:spcPts val="0"/>
              </a:spcAft>
              <a:buSzPts val="1600"/>
              <a:buChar char="●"/>
              <a:defRPr/>
            </a:lvl1pPr>
            <a:lvl2pPr indent="-330200" lvl="1" marL="914400" rtl="0">
              <a:spcBef>
                <a:spcPts val="0"/>
              </a:spcBef>
              <a:spcAft>
                <a:spcPts val="0"/>
              </a:spcAft>
              <a:buSzPts val="1600"/>
              <a:buChar char="﹣"/>
              <a:defRPr/>
            </a:lvl2pPr>
            <a:lvl3pPr indent="-330200" lvl="2" marL="1371600" rtl="0">
              <a:spcBef>
                <a:spcPts val="0"/>
              </a:spcBef>
              <a:spcAft>
                <a:spcPts val="0"/>
              </a:spcAft>
              <a:buSzPts val="1600"/>
              <a:buChar char="﹣"/>
              <a:defRPr/>
            </a:lvl3pPr>
            <a:lvl4pPr indent="-330200" lvl="3" marL="1828800" rtl="0">
              <a:spcBef>
                <a:spcPts val="0"/>
              </a:spcBef>
              <a:spcAft>
                <a:spcPts val="0"/>
              </a:spcAft>
              <a:buSzPts val="1600"/>
              <a:buChar char="﹣"/>
              <a:defRPr/>
            </a:lvl4pPr>
            <a:lvl5pPr indent="-330200" lvl="4" marL="2286000" rtl="0">
              <a:spcBef>
                <a:spcPts val="0"/>
              </a:spcBef>
              <a:spcAft>
                <a:spcPts val="0"/>
              </a:spcAft>
              <a:buSzPts val="1600"/>
              <a:buChar char="﹣"/>
              <a:defRPr/>
            </a:lvl5pPr>
            <a:lvl6pPr indent="-330200" lvl="5" marL="2743200" rtl="0">
              <a:spcBef>
                <a:spcPts val="0"/>
              </a:spcBef>
              <a:spcAft>
                <a:spcPts val="0"/>
              </a:spcAft>
              <a:buSzPts val="1600"/>
              <a:buChar char="﹣"/>
              <a:defRPr/>
            </a:lvl6pPr>
            <a:lvl7pPr indent="-330200" lvl="6" marL="3200400" rtl="0">
              <a:spcBef>
                <a:spcPts val="0"/>
              </a:spcBef>
              <a:spcAft>
                <a:spcPts val="0"/>
              </a:spcAft>
              <a:buSzPts val="1600"/>
              <a:buChar char="﹣"/>
              <a:defRPr/>
            </a:lvl7pPr>
            <a:lvl8pPr indent="-330200" lvl="7" marL="3657600" rtl="0">
              <a:spcBef>
                <a:spcPts val="0"/>
              </a:spcBef>
              <a:spcAft>
                <a:spcPts val="0"/>
              </a:spcAft>
              <a:buSzPts val="1600"/>
              <a:buChar char="﹣"/>
              <a:defRPr/>
            </a:lvl8pPr>
            <a:lvl9pPr indent="-330200" lvl="8" marL="4114800" rtl="0">
              <a:spcBef>
                <a:spcPts val="0"/>
              </a:spcBef>
              <a:spcAft>
                <a:spcPts val="0"/>
              </a:spcAft>
              <a:buSzPts val="1600"/>
              <a:buChar char="﹣"/>
              <a:defRPr/>
            </a:lvl9pPr>
          </a:lstStyle>
          <a:p/>
        </p:txBody>
      </p:sp>
    </p:spTree>
  </p:cSld>
  <p:clrMapOvr>
    <a:masterClrMapping/>
  </p:clrMapOvr>
  <p:extLst>
    <p:ext uri="{DCECCB84-F9BA-43D5-87BE-67443E8EF086}">
      <p15:sldGuideLst>
        <p15:guide id="1" orient="horz" pos="749">
          <p15:clr>
            <a:srgbClr val="E46962"/>
          </p15:clr>
        </p15:guide>
        <p15:guide id="2" orient="horz" pos="231">
          <p15:clr>
            <a:srgbClr val="E46962"/>
          </p15:clr>
        </p15:guide>
        <p15:guide id="3" pos="3108">
          <p15:clr>
            <a:srgbClr val="E46962"/>
          </p15:clr>
        </p15:guide>
        <p15:guide id="4" pos="2652">
          <p15:clr>
            <a:srgbClr val="E46962"/>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third dark-bright">
  <p:cSld name="TITLE_AND_BODY_1_1_1_1">
    <p:bg>
      <p:bgPr>
        <a:solidFill>
          <a:schemeClr val="accent2"/>
        </a:solidFill>
      </p:bgPr>
    </p:bg>
    <p:spTree>
      <p:nvGrpSpPr>
        <p:cNvPr id="203" name="Shape 203"/>
        <p:cNvGrpSpPr/>
        <p:nvPr/>
      </p:nvGrpSpPr>
      <p:grpSpPr>
        <a:xfrm>
          <a:off x="0" y="0"/>
          <a:ext cx="0" cy="0"/>
          <a:chOff x="0" y="0"/>
          <a:chExt cx="0" cy="0"/>
        </a:xfrm>
      </p:grpSpPr>
      <p:sp>
        <p:nvSpPr>
          <p:cNvPr id="204" name="Google Shape;204;p26"/>
          <p:cNvSpPr/>
          <p:nvPr/>
        </p:nvSpPr>
        <p:spPr>
          <a:xfrm>
            <a:off x="6099000" y="75"/>
            <a:ext cx="3045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26"/>
          <p:cNvSpPr txBox="1"/>
          <p:nvPr>
            <p:ph type="title"/>
          </p:nvPr>
        </p:nvSpPr>
        <p:spPr>
          <a:xfrm>
            <a:off x="365750" y="274325"/>
            <a:ext cx="5184600" cy="5487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2800"/>
              <a:buFont typeface="Public Sans SemiBold"/>
              <a:buNone/>
              <a:defRPr b="0">
                <a:solidFill>
                  <a:srgbClr val="FFFFFF"/>
                </a:solidFill>
                <a:latin typeface="Public Sans SemiBold"/>
                <a:ea typeface="Public Sans SemiBold"/>
                <a:cs typeface="Public Sans SemiBold"/>
                <a:sym typeface="Public Sans SemiBold"/>
              </a:defRPr>
            </a:lvl1pPr>
            <a:lvl2pPr lvl="1" rtl="0">
              <a:spcBef>
                <a:spcPts val="0"/>
              </a:spcBef>
              <a:spcAft>
                <a:spcPts val="0"/>
              </a:spcAft>
              <a:buClr>
                <a:srgbClr val="FFFFFF"/>
              </a:buClr>
              <a:buSzPts val="2800"/>
              <a:buNone/>
              <a:defRPr>
                <a:solidFill>
                  <a:srgbClr val="FFFFFF"/>
                </a:solidFill>
              </a:defRPr>
            </a:lvl2pPr>
            <a:lvl3pPr lvl="2" rtl="0">
              <a:spcBef>
                <a:spcPts val="0"/>
              </a:spcBef>
              <a:spcAft>
                <a:spcPts val="0"/>
              </a:spcAft>
              <a:buClr>
                <a:srgbClr val="FFFFFF"/>
              </a:buClr>
              <a:buSzPts val="2800"/>
              <a:buNone/>
              <a:defRPr>
                <a:solidFill>
                  <a:srgbClr val="FFFFFF"/>
                </a:solidFill>
              </a:defRPr>
            </a:lvl3pPr>
            <a:lvl4pPr lvl="3" rtl="0">
              <a:spcBef>
                <a:spcPts val="0"/>
              </a:spcBef>
              <a:spcAft>
                <a:spcPts val="0"/>
              </a:spcAft>
              <a:buClr>
                <a:srgbClr val="FFFFFF"/>
              </a:buClr>
              <a:buSzPts val="2800"/>
              <a:buNone/>
              <a:defRPr>
                <a:solidFill>
                  <a:srgbClr val="FFFFFF"/>
                </a:solidFill>
              </a:defRPr>
            </a:lvl4pPr>
            <a:lvl5pPr lvl="4" rtl="0">
              <a:spcBef>
                <a:spcPts val="0"/>
              </a:spcBef>
              <a:spcAft>
                <a:spcPts val="0"/>
              </a:spcAft>
              <a:buClr>
                <a:srgbClr val="FFFFFF"/>
              </a:buClr>
              <a:buSzPts val="2800"/>
              <a:buNone/>
              <a:defRPr>
                <a:solidFill>
                  <a:srgbClr val="FFFFFF"/>
                </a:solidFill>
              </a:defRPr>
            </a:lvl5pPr>
            <a:lvl6pPr lvl="5" rtl="0">
              <a:spcBef>
                <a:spcPts val="0"/>
              </a:spcBef>
              <a:spcAft>
                <a:spcPts val="0"/>
              </a:spcAft>
              <a:buClr>
                <a:srgbClr val="FFFFFF"/>
              </a:buClr>
              <a:buSzPts val="2800"/>
              <a:buNone/>
              <a:defRPr>
                <a:solidFill>
                  <a:srgbClr val="FFFFFF"/>
                </a:solidFill>
              </a:defRPr>
            </a:lvl6pPr>
            <a:lvl7pPr lvl="6" rtl="0">
              <a:spcBef>
                <a:spcPts val="0"/>
              </a:spcBef>
              <a:spcAft>
                <a:spcPts val="0"/>
              </a:spcAft>
              <a:buClr>
                <a:srgbClr val="FFFFFF"/>
              </a:buClr>
              <a:buSzPts val="2800"/>
              <a:buNone/>
              <a:defRPr>
                <a:solidFill>
                  <a:srgbClr val="FFFFFF"/>
                </a:solidFill>
              </a:defRPr>
            </a:lvl7pPr>
            <a:lvl8pPr lvl="7" rtl="0">
              <a:spcBef>
                <a:spcPts val="0"/>
              </a:spcBef>
              <a:spcAft>
                <a:spcPts val="0"/>
              </a:spcAft>
              <a:buClr>
                <a:srgbClr val="FFFFFF"/>
              </a:buClr>
              <a:buSzPts val="2800"/>
              <a:buNone/>
              <a:defRPr>
                <a:solidFill>
                  <a:srgbClr val="FFFFFF"/>
                </a:solidFill>
              </a:defRPr>
            </a:lvl8pPr>
            <a:lvl9pPr lvl="8" rtl="0">
              <a:spcBef>
                <a:spcPts val="0"/>
              </a:spcBef>
              <a:spcAft>
                <a:spcPts val="0"/>
              </a:spcAft>
              <a:buClr>
                <a:srgbClr val="FFFFFF"/>
              </a:buClr>
              <a:buSzPts val="2800"/>
              <a:buNone/>
              <a:defRPr>
                <a:solidFill>
                  <a:srgbClr val="FFFFFF"/>
                </a:solidFill>
              </a:defRPr>
            </a:lvl9pPr>
          </a:lstStyle>
          <a:p/>
        </p:txBody>
      </p:sp>
      <p:sp>
        <p:nvSpPr>
          <p:cNvPr id="206" name="Google Shape;206;p26"/>
          <p:cNvSpPr txBox="1"/>
          <p:nvPr>
            <p:ph idx="1" type="body"/>
          </p:nvPr>
        </p:nvSpPr>
        <p:spPr>
          <a:xfrm>
            <a:off x="365750" y="1188725"/>
            <a:ext cx="5184600" cy="3430800"/>
          </a:xfrm>
          <a:prstGeom prst="rect">
            <a:avLst/>
          </a:prstGeom>
        </p:spPr>
        <p:txBody>
          <a:bodyPr anchorCtr="0" anchor="t" bIns="0" lIns="0" spcFirstLastPara="1" rIns="0" wrap="square" tIns="0">
            <a:noAutofit/>
          </a:bodyPr>
          <a:lstStyle>
            <a:lvl1pPr indent="-330200" lvl="0" marL="457200" rtl="0">
              <a:spcBef>
                <a:spcPts val="0"/>
              </a:spcBef>
              <a:spcAft>
                <a:spcPts val="0"/>
              </a:spcAft>
              <a:buClr>
                <a:srgbClr val="FFFFFF"/>
              </a:buClr>
              <a:buSzPts val="1600"/>
              <a:buChar char="●"/>
              <a:defRPr>
                <a:solidFill>
                  <a:srgbClr val="FFFFFF"/>
                </a:solidFill>
              </a:defRPr>
            </a:lvl1pPr>
            <a:lvl2pPr indent="-330200" lvl="1" marL="914400" rtl="0">
              <a:spcBef>
                <a:spcPts val="0"/>
              </a:spcBef>
              <a:spcAft>
                <a:spcPts val="0"/>
              </a:spcAft>
              <a:buClr>
                <a:srgbClr val="FFFFFF"/>
              </a:buClr>
              <a:buSzPts val="1600"/>
              <a:buChar char="﹣"/>
              <a:defRPr>
                <a:solidFill>
                  <a:srgbClr val="FFFFFF"/>
                </a:solidFill>
              </a:defRPr>
            </a:lvl2pPr>
            <a:lvl3pPr indent="-330200" lvl="2" marL="1371600" rtl="0">
              <a:spcBef>
                <a:spcPts val="0"/>
              </a:spcBef>
              <a:spcAft>
                <a:spcPts val="0"/>
              </a:spcAft>
              <a:buClr>
                <a:srgbClr val="FFFFFF"/>
              </a:buClr>
              <a:buSzPts val="1600"/>
              <a:buChar char="﹣"/>
              <a:defRPr>
                <a:solidFill>
                  <a:srgbClr val="FFFFFF"/>
                </a:solidFill>
              </a:defRPr>
            </a:lvl3pPr>
            <a:lvl4pPr indent="-330200" lvl="3" marL="1828800" rtl="0">
              <a:spcBef>
                <a:spcPts val="0"/>
              </a:spcBef>
              <a:spcAft>
                <a:spcPts val="0"/>
              </a:spcAft>
              <a:buClr>
                <a:srgbClr val="FFFFFF"/>
              </a:buClr>
              <a:buSzPts val="1600"/>
              <a:buChar char="﹣"/>
              <a:defRPr>
                <a:solidFill>
                  <a:srgbClr val="FFFFFF"/>
                </a:solidFill>
              </a:defRPr>
            </a:lvl4pPr>
            <a:lvl5pPr indent="-330200" lvl="4" marL="2286000" rtl="0">
              <a:spcBef>
                <a:spcPts val="0"/>
              </a:spcBef>
              <a:spcAft>
                <a:spcPts val="0"/>
              </a:spcAft>
              <a:buClr>
                <a:srgbClr val="FFFFFF"/>
              </a:buClr>
              <a:buSzPts val="1600"/>
              <a:buChar char="﹣"/>
              <a:defRPr>
                <a:solidFill>
                  <a:srgbClr val="FFFFFF"/>
                </a:solidFill>
              </a:defRPr>
            </a:lvl5pPr>
            <a:lvl6pPr indent="-330200" lvl="5" marL="2743200" rtl="0">
              <a:spcBef>
                <a:spcPts val="0"/>
              </a:spcBef>
              <a:spcAft>
                <a:spcPts val="0"/>
              </a:spcAft>
              <a:buClr>
                <a:srgbClr val="FFFFFF"/>
              </a:buClr>
              <a:buSzPts val="1600"/>
              <a:buChar char="﹣"/>
              <a:defRPr>
                <a:solidFill>
                  <a:srgbClr val="FFFFFF"/>
                </a:solidFill>
              </a:defRPr>
            </a:lvl6pPr>
            <a:lvl7pPr indent="-330200" lvl="6" marL="3200400" rtl="0">
              <a:spcBef>
                <a:spcPts val="0"/>
              </a:spcBef>
              <a:spcAft>
                <a:spcPts val="0"/>
              </a:spcAft>
              <a:buClr>
                <a:srgbClr val="FFFFFF"/>
              </a:buClr>
              <a:buSzPts val="1600"/>
              <a:buChar char="﹣"/>
              <a:defRPr>
                <a:solidFill>
                  <a:srgbClr val="FFFFFF"/>
                </a:solidFill>
              </a:defRPr>
            </a:lvl7pPr>
            <a:lvl8pPr indent="-330200" lvl="7" marL="3657600" rtl="0">
              <a:spcBef>
                <a:spcPts val="0"/>
              </a:spcBef>
              <a:spcAft>
                <a:spcPts val="0"/>
              </a:spcAft>
              <a:buClr>
                <a:srgbClr val="FFFFFF"/>
              </a:buClr>
              <a:buSzPts val="1600"/>
              <a:buChar char="﹣"/>
              <a:defRPr>
                <a:solidFill>
                  <a:srgbClr val="FFFFFF"/>
                </a:solidFill>
              </a:defRPr>
            </a:lvl8pPr>
            <a:lvl9pPr indent="-330200" lvl="8" marL="4114800" rtl="0">
              <a:spcBef>
                <a:spcPts val="0"/>
              </a:spcBef>
              <a:spcAft>
                <a:spcPts val="0"/>
              </a:spcAft>
              <a:buClr>
                <a:srgbClr val="FFFFFF"/>
              </a:buClr>
              <a:buSzPts val="1600"/>
              <a:buChar char="﹣"/>
              <a:defRPr>
                <a:solidFill>
                  <a:srgbClr val="FFFFFF"/>
                </a:solidFill>
              </a:defRPr>
            </a:lvl9pPr>
          </a:lstStyle>
          <a:p/>
        </p:txBody>
      </p:sp>
      <p:sp>
        <p:nvSpPr>
          <p:cNvPr id="207" name="Google Shape;207;p26"/>
          <p:cNvSpPr txBox="1"/>
          <p:nvPr>
            <p:ph idx="12" type="sldNum"/>
          </p:nvPr>
        </p:nvSpPr>
        <p:spPr>
          <a:xfrm>
            <a:off x="360650" y="4880150"/>
            <a:ext cx="3667800" cy="269700"/>
          </a:xfrm>
          <a:prstGeom prst="rect">
            <a:avLst/>
          </a:prstGeom>
          <a:noFill/>
          <a:ln>
            <a:noFill/>
          </a:ln>
        </p:spPr>
        <p:txBody>
          <a:bodyPr anchorCtr="0" anchor="t" bIns="0" lIns="0" spcFirstLastPara="1" rIns="0" wrap="square" tIns="0">
            <a:noAutofit/>
          </a:bodyPr>
          <a:lstStyle>
            <a:lvl1pPr lvl="0" rtl="0" algn="l">
              <a:buNone/>
              <a:defRPr sz="800">
                <a:solidFill>
                  <a:srgbClr val="FFFFFF"/>
                </a:solidFill>
                <a:latin typeface="Public Sans"/>
                <a:ea typeface="Public Sans"/>
                <a:cs typeface="Public Sans"/>
                <a:sym typeface="Public Sans"/>
              </a:defRPr>
            </a:lvl1pPr>
            <a:lvl2pPr lvl="1" rtl="0" algn="l">
              <a:buNone/>
              <a:defRPr sz="800">
                <a:solidFill>
                  <a:srgbClr val="FFFFFF"/>
                </a:solidFill>
                <a:latin typeface="Public Sans"/>
                <a:ea typeface="Public Sans"/>
                <a:cs typeface="Public Sans"/>
                <a:sym typeface="Public Sans"/>
              </a:defRPr>
            </a:lvl2pPr>
            <a:lvl3pPr lvl="2" rtl="0" algn="l">
              <a:buNone/>
              <a:defRPr sz="800">
                <a:solidFill>
                  <a:srgbClr val="FFFFFF"/>
                </a:solidFill>
                <a:latin typeface="Public Sans"/>
                <a:ea typeface="Public Sans"/>
                <a:cs typeface="Public Sans"/>
                <a:sym typeface="Public Sans"/>
              </a:defRPr>
            </a:lvl3pPr>
            <a:lvl4pPr lvl="3" rtl="0" algn="l">
              <a:buNone/>
              <a:defRPr sz="800">
                <a:solidFill>
                  <a:srgbClr val="FFFFFF"/>
                </a:solidFill>
                <a:latin typeface="Public Sans"/>
                <a:ea typeface="Public Sans"/>
                <a:cs typeface="Public Sans"/>
                <a:sym typeface="Public Sans"/>
              </a:defRPr>
            </a:lvl4pPr>
            <a:lvl5pPr lvl="4" rtl="0" algn="l">
              <a:buNone/>
              <a:defRPr sz="800">
                <a:solidFill>
                  <a:srgbClr val="FFFFFF"/>
                </a:solidFill>
                <a:latin typeface="Public Sans"/>
                <a:ea typeface="Public Sans"/>
                <a:cs typeface="Public Sans"/>
                <a:sym typeface="Public Sans"/>
              </a:defRPr>
            </a:lvl5pPr>
            <a:lvl6pPr lvl="5" rtl="0" algn="l">
              <a:buNone/>
              <a:defRPr sz="800">
                <a:solidFill>
                  <a:srgbClr val="FFFFFF"/>
                </a:solidFill>
                <a:latin typeface="Public Sans"/>
                <a:ea typeface="Public Sans"/>
                <a:cs typeface="Public Sans"/>
                <a:sym typeface="Public Sans"/>
              </a:defRPr>
            </a:lvl6pPr>
            <a:lvl7pPr lvl="6" rtl="0" algn="l">
              <a:buNone/>
              <a:defRPr sz="800">
                <a:solidFill>
                  <a:srgbClr val="FFFFFF"/>
                </a:solidFill>
                <a:latin typeface="Public Sans"/>
                <a:ea typeface="Public Sans"/>
                <a:cs typeface="Public Sans"/>
                <a:sym typeface="Public Sans"/>
              </a:defRPr>
            </a:lvl7pPr>
            <a:lvl8pPr lvl="7" rtl="0" algn="l">
              <a:buNone/>
              <a:defRPr sz="800">
                <a:solidFill>
                  <a:srgbClr val="FFFFFF"/>
                </a:solidFill>
                <a:latin typeface="Public Sans"/>
                <a:ea typeface="Public Sans"/>
                <a:cs typeface="Public Sans"/>
                <a:sym typeface="Public Sans"/>
              </a:defRPr>
            </a:lvl8pPr>
            <a:lvl9pPr lvl="8" rtl="0" algn="l">
              <a:buNone/>
              <a:defRPr sz="800">
                <a:solidFill>
                  <a:srgbClr val="FFFFFF"/>
                </a:solidFill>
                <a:latin typeface="Public Sans"/>
                <a:ea typeface="Public Sans"/>
                <a:cs typeface="Public Sans"/>
                <a:sym typeface="Public Sans"/>
              </a:defRPr>
            </a:lvl9pPr>
          </a:lstStyle>
          <a:p>
            <a:pPr indent="0" lvl="0" marL="0" rtl="0" algn="l">
              <a:spcBef>
                <a:spcPts val="0"/>
              </a:spcBef>
              <a:spcAft>
                <a:spcPts val="0"/>
              </a:spcAft>
              <a:buNone/>
            </a:pPr>
            <a:r>
              <a:rPr lang="en"/>
              <a:t>Neo4j Inc. All rights reserved 2023	</a:t>
            </a:r>
            <a:endParaRPr/>
          </a:p>
        </p:txBody>
      </p:sp>
      <p:sp>
        <p:nvSpPr>
          <p:cNvPr id="208" name="Google Shape;208;p26"/>
          <p:cNvSpPr txBox="1"/>
          <p:nvPr>
            <p:ph idx="2" type="sldNum"/>
          </p:nvPr>
        </p:nvSpPr>
        <p:spPr>
          <a:xfrm>
            <a:off x="0" y="4880150"/>
            <a:ext cx="265200" cy="269700"/>
          </a:xfrm>
          <a:prstGeom prst="rect">
            <a:avLst/>
          </a:prstGeom>
          <a:noFill/>
          <a:ln>
            <a:noFill/>
          </a:ln>
        </p:spPr>
        <p:txBody>
          <a:bodyPr anchorCtr="0" anchor="t" bIns="0" lIns="0" spcFirstLastPara="1" rIns="0" wrap="square" tIns="0">
            <a:noAutofit/>
          </a:bodyPr>
          <a:lstStyle>
            <a:lvl1pPr lvl="0" rtl="0" algn="r">
              <a:buNone/>
              <a:defRPr sz="800">
                <a:solidFill>
                  <a:srgbClr val="FFFFFF"/>
                </a:solidFill>
                <a:latin typeface="Public Sans"/>
                <a:ea typeface="Public Sans"/>
                <a:cs typeface="Public Sans"/>
                <a:sym typeface="Public Sans"/>
              </a:defRPr>
            </a:lvl1pPr>
            <a:lvl2pPr lvl="1" rtl="0" algn="r">
              <a:buNone/>
              <a:defRPr sz="800">
                <a:solidFill>
                  <a:srgbClr val="FFFFFF"/>
                </a:solidFill>
                <a:latin typeface="Public Sans"/>
                <a:ea typeface="Public Sans"/>
                <a:cs typeface="Public Sans"/>
                <a:sym typeface="Public Sans"/>
              </a:defRPr>
            </a:lvl2pPr>
            <a:lvl3pPr lvl="2" rtl="0" algn="r">
              <a:buNone/>
              <a:defRPr sz="800">
                <a:solidFill>
                  <a:srgbClr val="FFFFFF"/>
                </a:solidFill>
                <a:latin typeface="Public Sans"/>
                <a:ea typeface="Public Sans"/>
                <a:cs typeface="Public Sans"/>
                <a:sym typeface="Public Sans"/>
              </a:defRPr>
            </a:lvl3pPr>
            <a:lvl4pPr lvl="3" rtl="0" algn="r">
              <a:buNone/>
              <a:defRPr sz="800">
                <a:solidFill>
                  <a:srgbClr val="FFFFFF"/>
                </a:solidFill>
                <a:latin typeface="Public Sans"/>
                <a:ea typeface="Public Sans"/>
                <a:cs typeface="Public Sans"/>
                <a:sym typeface="Public Sans"/>
              </a:defRPr>
            </a:lvl4pPr>
            <a:lvl5pPr lvl="4" rtl="0" algn="r">
              <a:buNone/>
              <a:defRPr sz="800">
                <a:solidFill>
                  <a:srgbClr val="FFFFFF"/>
                </a:solidFill>
                <a:latin typeface="Public Sans"/>
                <a:ea typeface="Public Sans"/>
                <a:cs typeface="Public Sans"/>
                <a:sym typeface="Public Sans"/>
              </a:defRPr>
            </a:lvl5pPr>
            <a:lvl6pPr lvl="5" rtl="0" algn="r">
              <a:buNone/>
              <a:defRPr sz="800">
                <a:solidFill>
                  <a:srgbClr val="FFFFFF"/>
                </a:solidFill>
                <a:latin typeface="Public Sans"/>
                <a:ea typeface="Public Sans"/>
                <a:cs typeface="Public Sans"/>
                <a:sym typeface="Public Sans"/>
              </a:defRPr>
            </a:lvl6pPr>
            <a:lvl7pPr lvl="6" rtl="0" algn="r">
              <a:buNone/>
              <a:defRPr sz="800">
                <a:solidFill>
                  <a:srgbClr val="FFFFFF"/>
                </a:solidFill>
                <a:latin typeface="Public Sans"/>
                <a:ea typeface="Public Sans"/>
                <a:cs typeface="Public Sans"/>
                <a:sym typeface="Public Sans"/>
              </a:defRPr>
            </a:lvl7pPr>
            <a:lvl8pPr lvl="7" rtl="0" algn="r">
              <a:buNone/>
              <a:defRPr sz="800">
                <a:solidFill>
                  <a:srgbClr val="FFFFFF"/>
                </a:solidFill>
                <a:latin typeface="Public Sans"/>
                <a:ea typeface="Public Sans"/>
                <a:cs typeface="Public Sans"/>
                <a:sym typeface="Public Sans"/>
              </a:defRPr>
            </a:lvl8pPr>
            <a:lvl9pPr lvl="8" rtl="0" algn="r">
              <a:buNone/>
              <a:defRPr sz="800">
                <a:solidFill>
                  <a:srgbClr val="FFFFFF"/>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209" name="Google Shape;209;p26"/>
          <p:cNvSpPr txBox="1"/>
          <p:nvPr>
            <p:ph idx="3" type="body"/>
          </p:nvPr>
        </p:nvSpPr>
        <p:spPr>
          <a:xfrm>
            <a:off x="6461100" y="1188725"/>
            <a:ext cx="2317200" cy="3430800"/>
          </a:xfrm>
          <a:prstGeom prst="rect">
            <a:avLst/>
          </a:prstGeom>
        </p:spPr>
        <p:txBody>
          <a:bodyPr anchorCtr="0" anchor="t" bIns="0" lIns="0" spcFirstLastPara="1" rIns="0" wrap="square" tIns="0">
            <a:noAutofit/>
          </a:bodyPr>
          <a:lstStyle>
            <a:lvl1pPr indent="-330200" lvl="0" marL="457200" rtl="0">
              <a:spcBef>
                <a:spcPts val="0"/>
              </a:spcBef>
              <a:spcAft>
                <a:spcPts val="0"/>
              </a:spcAft>
              <a:buSzPts val="1600"/>
              <a:buChar char="●"/>
              <a:defRPr/>
            </a:lvl1pPr>
            <a:lvl2pPr indent="-330200" lvl="1" marL="914400" rtl="0">
              <a:spcBef>
                <a:spcPts val="0"/>
              </a:spcBef>
              <a:spcAft>
                <a:spcPts val="0"/>
              </a:spcAft>
              <a:buSzPts val="1600"/>
              <a:buChar char="﹣"/>
              <a:defRPr/>
            </a:lvl2pPr>
            <a:lvl3pPr indent="-330200" lvl="2" marL="1371600" rtl="0">
              <a:spcBef>
                <a:spcPts val="0"/>
              </a:spcBef>
              <a:spcAft>
                <a:spcPts val="0"/>
              </a:spcAft>
              <a:buSzPts val="1600"/>
              <a:buChar char="﹣"/>
              <a:defRPr/>
            </a:lvl3pPr>
            <a:lvl4pPr indent="-330200" lvl="3" marL="1828800" rtl="0">
              <a:spcBef>
                <a:spcPts val="0"/>
              </a:spcBef>
              <a:spcAft>
                <a:spcPts val="0"/>
              </a:spcAft>
              <a:buSzPts val="1600"/>
              <a:buChar char="﹣"/>
              <a:defRPr/>
            </a:lvl4pPr>
            <a:lvl5pPr indent="-330200" lvl="4" marL="2286000" rtl="0">
              <a:spcBef>
                <a:spcPts val="0"/>
              </a:spcBef>
              <a:spcAft>
                <a:spcPts val="0"/>
              </a:spcAft>
              <a:buSzPts val="1600"/>
              <a:buChar char="﹣"/>
              <a:defRPr/>
            </a:lvl5pPr>
            <a:lvl6pPr indent="-330200" lvl="5" marL="2743200" rtl="0">
              <a:spcBef>
                <a:spcPts val="0"/>
              </a:spcBef>
              <a:spcAft>
                <a:spcPts val="0"/>
              </a:spcAft>
              <a:buSzPts val="1600"/>
              <a:buChar char="﹣"/>
              <a:defRPr/>
            </a:lvl6pPr>
            <a:lvl7pPr indent="-330200" lvl="6" marL="3200400" rtl="0">
              <a:spcBef>
                <a:spcPts val="0"/>
              </a:spcBef>
              <a:spcAft>
                <a:spcPts val="0"/>
              </a:spcAft>
              <a:buSzPts val="1600"/>
              <a:buChar char="﹣"/>
              <a:defRPr/>
            </a:lvl7pPr>
            <a:lvl8pPr indent="-330200" lvl="7" marL="3657600" rtl="0">
              <a:spcBef>
                <a:spcPts val="0"/>
              </a:spcBef>
              <a:spcAft>
                <a:spcPts val="0"/>
              </a:spcAft>
              <a:buSzPts val="1600"/>
              <a:buChar char="﹣"/>
              <a:defRPr/>
            </a:lvl8pPr>
            <a:lvl9pPr indent="-330200" lvl="8" marL="4114800" rtl="0">
              <a:spcBef>
                <a:spcPts val="0"/>
              </a:spcBef>
              <a:spcAft>
                <a:spcPts val="0"/>
              </a:spcAft>
              <a:buSzPts val="1600"/>
              <a:buChar char="﹣"/>
              <a:defRPr/>
            </a:lvl9pPr>
          </a:lstStyle>
          <a:p/>
        </p:txBody>
      </p:sp>
    </p:spTree>
  </p:cSld>
  <p:clrMapOvr>
    <a:masterClrMapping/>
  </p:clrMapOvr>
  <p:extLst>
    <p:ext uri="{DCECCB84-F9BA-43D5-87BE-67443E8EF086}">
      <p15:sldGuideLst>
        <p15:guide id="1" orient="horz" pos="749">
          <p15:clr>
            <a:srgbClr val="E46962"/>
          </p15:clr>
        </p15:guide>
        <p15:guide id="2" orient="horz" pos="231">
          <p15:clr>
            <a:srgbClr val="E46962"/>
          </p15:clr>
        </p15:guide>
        <p15:guide id="3" pos="4070">
          <p15:clr>
            <a:srgbClr val="E46962"/>
          </p15:clr>
        </p15:guide>
        <p15:guide id="4" pos="3496">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third dark-bright deco">
  <p:cSld name="TITLE_AND_BODY_1_1_1_1_1">
    <p:bg>
      <p:bgPr>
        <a:solidFill>
          <a:schemeClr val="accent2"/>
        </a:solidFill>
      </p:bgPr>
    </p:bg>
    <p:spTree>
      <p:nvGrpSpPr>
        <p:cNvPr id="210" name="Shape 210"/>
        <p:cNvGrpSpPr/>
        <p:nvPr/>
      </p:nvGrpSpPr>
      <p:grpSpPr>
        <a:xfrm>
          <a:off x="0" y="0"/>
          <a:ext cx="0" cy="0"/>
          <a:chOff x="0" y="0"/>
          <a:chExt cx="0" cy="0"/>
        </a:xfrm>
      </p:grpSpPr>
      <p:sp>
        <p:nvSpPr>
          <p:cNvPr id="211" name="Google Shape;211;p27"/>
          <p:cNvSpPr/>
          <p:nvPr/>
        </p:nvSpPr>
        <p:spPr>
          <a:xfrm rot="1793710">
            <a:off x="-4105351" y="3244235"/>
            <a:ext cx="7544837" cy="2750779"/>
          </a:xfrm>
          <a:custGeom>
            <a:rect b="b" l="l" r="r" t="t"/>
            <a:pathLst>
              <a:path extrusionOk="0" h="3573" w="9800">
                <a:moveTo>
                  <a:pt x="1786" y="0"/>
                </a:moveTo>
                <a:cubicBezTo>
                  <a:pt x="1477" y="0"/>
                  <a:pt x="1179" y="84"/>
                  <a:pt x="893" y="239"/>
                </a:cubicBezTo>
                <a:cubicBezTo>
                  <a:pt x="632" y="393"/>
                  <a:pt x="405" y="620"/>
                  <a:pt x="239" y="893"/>
                </a:cubicBezTo>
                <a:cubicBezTo>
                  <a:pt x="96" y="1167"/>
                  <a:pt x="0" y="1465"/>
                  <a:pt x="0" y="1786"/>
                </a:cubicBezTo>
                <a:cubicBezTo>
                  <a:pt x="0" y="2108"/>
                  <a:pt x="84" y="2405"/>
                  <a:pt x="239" y="2679"/>
                </a:cubicBezTo>
                <a:cubicBezTo>
                  <a:pt x="393" y="2953"/>
                  <a:pt x="620" y="3179"/>
                  <a:pt x="893" y="3334"/>
                </a:cubicBezTo>
                <a:cubicBezTo>
                  <a:pt x="1167" y="3489"/>
                  <a:pt x="1465" y="3572"/>
                  <a:pt x="1786" y="3572"/>
                </a:cubicBezTo>
                <a:cubicBezTo>
                  <a:pt x="2108" y="3572"/>
                  <a:pt x="2406" y="3501"/>
                  <a:pt x="2679" y="3334"/>
                </a:cubicBezTo>
                <a:cubicBezTo>
                  <a:pt x="2846" y="3251"/>
                  <a:pt x="3013" y="3108"/>
                  <a:pt x="3132" y="2965"/>
                </a:cubicBezTo>
                <a:cubicBezTo>
                  <a:pt x="3674" y="2346"/>
                  <a:pt x="4281" y="2036"/>
                  <a:pt x="4888" y="2036"/>
                </a:cubicBezTo>
                <a:cubicBezTo>
                  <a:pt x="5495" y="2036"/>
                  <a:pt x="6102" y="2346"/>
                  <a:pt x="6644" y="2965"/>
                </a:cubicBezTo>
                <a:cubicBezTo>
                  <a:pt x="6775" y="3108"/>
                  <a:pt x="6930" y="3251"/>
                  <a:pt x="7109" y="3334"/>
                </a:cubicBezTo>
                <a:cubicBezTo>
                  <a:pt x="7370" y="3489"/>
                  <a:pt x="7668" y="3572"/>
                  <a:pt x="8001" y="3572"/>
                </a:cubicBezTo>
                <a:cubicBezTo>
                  <a:pt x="8311" y="3572"/>
                  <a:pt x="8609" y="3501"/>
                  <a:pt x="8894" y="3334"/>
                </a:cubicBezTo>
                <a:cubicBezTo>
                  <a:pt x="9156" y="3191"/>
                  <a:pt x="9383" y="2965"/>
                  <a:pt x="9549" y="2679"/>
                </a:cubicBezTo>
                <a:cubicBezTo>
                  <a:pt x="9692" y="2417"/>
                  <a:pt x="9787" y="2120"/>
                  <a:pt x="9787" y="1786"/>
                </a:cubicBezTo>
                <a:cubicBezTo>
                  <a:pt x="9799" y="1489"/>
                  <a:pt x="9728" y="1191"/>
                  <a:pt x="9561" y="917"/>
                </a:cubicBezTo>
                <a:cubicBezTo>
                  <a:pt x="9406" y="643"/>
                  <a:pt x="9192" y="417"/>
                  <a:pt x="8906" y="262"/>
                </a:cubicBezTo>
                <a:cubicBezTo>
                  <a:pt x="8644" y="108"/>
                  <a:pt x="8347" y="24"/>
                  <a:pt x="8013" y="24"/>
                </a:cubicBezTo>
                <a:cubicBezTo>
                  <a:pt x="7704" y="24"/>
                  <a:pt x="7406" y="96"/>
                  <a:pt x="7120" y="262"/>
                </a:cubicBezTo>
                <a:cubicBezTo>
                  <a:pt x="6954" y="358"/>
                  <a:pt x="6799" y="477"/>
                  <a:pt x="6656" y="631"/>
                </a:cubicBezTo>
                <a:cubicBezTo>
                  <a:pt x="6114" y="1251"/>
                  <a:pt x="5507" y="1560"/>
                  <a:pt x="4900" y="1560"/>
                </a:cubicBezTo>
                <a:cubicBezTo>
                  <a:pt x="4293" y="1560"/>
                  <a:pt x="3685" y="1251"/>
                  <a:pt x="3144" y="631"/>
                </a:cubicBezTo>
                <a:cubicBezTo>
                  <a:pt x="3013" y="477"/>
                  <a:pt x="2858" y="346"/>
                  <a:pt x="2679" y="239"/>
                </a:cubicBezTo>
                <a:cubicBezTo>
                  <a:pt x="2417" y="96"/>
                  <a:pt x="2120" y="0"/>
                  <a:pt x="178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7"/>
          <p:cNvSpPr/>
          <p:nvPr/>
        </p:nvSpPr>
        <p:spPr>
          <a:xfrm>
            <a:off x="6099000" y="75"/>
            <a:ext cx="3045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7"/>
          <p:cNvSpPr txBox="1"/>
          <p:nvPr>
            <p:ph type="title"/>
          </p:nvPr>
        </p:nvSpPr>
        <p:spPr>
          <a:xfrm>
            <a:off x="365750" y="274325"/>
            <a:ext cx="5184600" cy="5487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2800"/>
              <a:buFont typeface="Public Sans SemiBold"/>
              <a:buNone/>
              <a:defRPr b="0">
                <a:solidFill>
                  <a:srgbClr val="FFFFFF"/>
                </a:solidFill>
                <a:latin typeface="Public Sans SemiBold"/>
                <a:ea typeface="Public Sans SemiBold"/>
                <a:cs typeface="Public Sans SemiBold"/>
                <a:sym typeface="Public Sans SemiBold"/>
              </a:defRPr>
            </a:lvl1pPr>
            <a:lvl2pPr lvl="1" rtl="0">
              <a:spcBef>
                <a:spcPts val="0"/>
              </a:spcBef>
              <a:spcAft>
                <a:spcPts val="0"/>
              </a:spcAft>
              <a:buClr>
                <a:srgbClr val="FFFFFF"/>
              </a:buClr>
              <a:buSzPts val="2800"/>
              <a:buNone/>
              <a:defRPr>
                <a:solidFill>
                  <a:srgbClr val="FFFFFF"/>
                </a:solidFill>
              </a:defRPr>
            </a:lvl2pPr>
            <a:lvl3pPr lvl="2" rtl="0">
              <a:spcBef>
                <a:spcPts val="0"/>
              </a:spcBef>
              <a:spcAft>
                <a:spcPts val="0"/>
              </a:spcAft>
              <a:buClr>
                <a:srgbClr val="FFFFFF"/>
              </a:buClr>
              <a:buSzPts val="2800"/>
              <a:buNone/>
              <a:defRPr>
                <a:solidFill>
                  <a:srgbClr val="FFFFFF"/>
                </a:solidFill>
              </a:defRPr>
            </a:lvl3pPr>
            <a:lvl4pPr lvl="3" rtl="0">
              <a:spcBef>
                <a:spcPts val="0"/>
              </a:spcBef>
              <a:spcAft>
                <a:spcPts val="0"/>
              </a:spcAft>
              <a:buClr>
                <a:srgbClr val="FFFFFF"/>
              </a:buClr>
              <a:buSzPts val="2800"/>
              <a:buNone/>
              <a:defRPr>
                <a:solidFill>
                  <a:srgbClr val="FFFFFF"/>
                </a:solidFill>
              </a:defRPr>
            </a:lvl4pPr>
            <a:lvl5pPr lvl="4" rtl="0">
              <a:spcBef>
                <a:spcPts val="0"/>
              </a:spcBef>
              <a:spcAft>
                <a:spcPts val="0"/>
              </a:spcAft>
              <a:buClr>
                <a:srgbClr val="FFFFFF"/>
              </a:buClr>
              <a:buSzPts val="2800"/>
              <a:buNone/>
              <a:defRPr>
                <a:solidFill>
                  <a:srgbClr val="FFFFFF"/>
                </a:solidFill>
              </a:defRPr>
            </a:lvl5pPr>
            <a:lvl6pPr lvl="5" rtl="0">
              <a:spcBef>
                <a:spcPts val="0"/>
              </a:spcBef>
              <a:spcAft>
                <a:spcPts val="0"/>
              </a:spcAft>
              <a:buClr>
                <a:srgbClr val="FFFFFF"/>
              </a:buClr>
              <a:buSzPts val="2800"/>
              <a:buNone/>
              <a:defRPr>
                <a:solidFill>
                  <a:srgbClr val="FFFFFF"/>
                </a:solidFill>
              </a:defRPr>
            </a:lvl6pPr>
            <a:lvl7pPr lvl="6" rtl="0">
              <a:spcBef>
                <a:spcPts val="0"/>
              </a:spcBef>
              <a:spcAft>
                <a:spcPts val="0"/>
              </a:spcAft>
              <a:buClr>
                <a:srgbClr val="FFFFFF"/>
              </a:buClr>
              <a:buSzPts val="2800"/>
              <a:buNone/>
              <a:defRPr>
                <a:solidFill>
                  <a:srgbClr val="FFFFFF"/>
                </a:solidFill>
              </a:defRPr>
            </a:lvl7pPr>
            <a:lvl8pPr lvl="7" rtl="0">
              <a:spcBef>
                <a:spcPts val="0"/>
              </a:spcBef>
              <a:spcAft>
                <a:spcPts val="0"/>
              </a:spcAft>
              <a:buClr>
                <a:srgbClr val="FFFFFF"/>
              </a:buClr>
              <a:buSzPts val="2800"/>
              <a:buNone/>
              <a:defRPr>
                <a:solidFill>
                  <a:srgbClr val="FFFFFF"/>
                </a:solidFill>
              </a:defRPr>
            </a:lvl8pPr>
            <a:lvl9pPr lvl="8" rtl="0">
              <a:spcBef>
                <a:spcPts val="0"/>
              </a:spcBef>
              <a:spcAft>
                <a:spcPts val="0"/>
              </a:spcAft>
              <a:buClr>
                <a:srgbClr val="FFFFFF"/>
              </a:buClr>
              <a:buSzPts val="2800"/>
              <a:buNone/>
              <a:defRPr>
                <a:solidFill>
                  <a:srgbClr val="FFFFFF"/>
                </a:solidFill>
              </a:defRPr>
            </a:lvl9pPr>
          </a:lstStyle>
          <a:p/>
        </p:txBody>
      </p:sp>
      <p:sp>
        <p:nvSpPr>
          <p:cNvPr id="214" name="Google Shape;214;p27"/>
          <p:cNvSpPr txBox="1"/>
          <p:nvPr>
            <p:ph idx="1" type="body"/>
          </p:nvPr>
        </p:nvSpPr>
        <p:spPr>
          <a:xfrm>
            <a:off x="365750" y="1188725"/>
            <a:ext cx="5184600" cy="3430800"/>
          </a:xfrm>
          <a:prstGeom prst="rect">
            <a:avLst/>
          </a:prstGeom>
        </p:spPr>
        <p:txBody>
          <a:bodyPr anchorCtr="0" anchor="t" bIns="0" lIns="0" spcFirstLastPara="1" rIns="0" wrap="square" tIns="0">
            <a:noAutofit/>
          </a:bodyPr>
          <a:lstStyle>
            <a:lvl1pPr indent="-330200" lvl="0" marL="457200" rtl="0">
              <a:spcBef>
                <a:spcPts val="0"/>
              </a:spcBef>
              <a:spcAft>
                <a:spcPts val="0"/>
              </a:spcAft>
              <a:buClr>
                <a:srgbClr val="FFFFFF"/>
              </a:buClr>
              <a:buSzPts val="1600"/>
              <a:buChar char="●"/>
              <a:defRPr>
                <a:solidFill>
                  <a:srgbClr val="FFFFFF"/>
                </a:solidFill>
              </a:defRPr>
            </a:lvl1pPr>
            <a:lvl2pPr indent="-330200" lvl="1" marL="914400" rtl="0">
              <a:spcBef>
                <a:spcPts val="0"/>
              </a:spcBef>
              <a:spcAft>
                <a:spcPts val="0"/>
              </a:spcAft>
              <a:buClr>
                <a:srgbClr val="FFFFFF"/>
              </a:buClr>
              <a:buSzPts val="1600"/>
              <a:buChar char="﹣"/>
              <a:defRPr>
                <a:solidFill>
                  <a:srgbClr val="FFFFFF"/>
                </a:solidFill>
              </a:defRPr>
            </a:lvl2pPr>
            <a:lvl3pPr indent="-330200" lvl="2" marL="1371600" rtl="0">
              <a:spcBef>
                <a:spcPts val="0"/>
              </a:spcBef>
              <a:spcAft>
                <a:spcPts val="0"/>
              </a:spcAft>
              <a:buClr>
                <a:srgbClr val="FFFFFF"/>
              </a:buClr>
              <a:buSzPts val="1600"/>
              <a:buChar char="﹣"/>
              <a:defRPr>
                <a:solidFill>
                  <a:srgbClr val="FFFFFF"/>
                </a:solidFill>
              </a:defRPr>
            </a:lvl3pPr>
            <a:lvl4pPr indent="-330200" lvl="3" marL="1828800" rtl="0">
              <a:spcBef>
                <a:spcPts val="0"/>
              </a:spcBef>
              <a:spcAft>
                <a:spcPts val="0"/>
              </a:spcAft>
              <a:buClr>
                <a:srgbClr val="FFFFFF"/>
              </a:buClr>
              <a:buSzPts val="1600"/>
              <a:buChar char="﹣"/>
              <a:defRPr>
                <a:solidFill>
                  <a:srgbClr val="FFFFFF"/>
                </a:solidFill>
              </a:defRPr>
            </a:lvl4pPr>
            <a:lvl5pPr indent="-330200" lvl="4" marL="2286000" rtl="0">
              <a:spcBef>
                <a:spcPts val="0"/>
              </a:spcBef>
              <a:spcAft>
                <a:spcPts val="0"/>
              </a:spcAft>
              <a:buClr>
                <a:srgbClr val="FFFFFF"/>
              </a:buClr>
              <a:buSzPts val="1600"/>
              <a:buChar char="﹣"/>
              <a:defRPr>
                <a:solidFill>
                  <a:srgbClr val="FFFFFF"/>
                </a:solidFill>
              </a:defRPr>
            </a:lvl5pPr>
            <a:lvl6pPr indent="-330200" lvl="5" marL="2743200" rtl="0">
              <a:spcBef>
                <a:spcPts val="0"/>
              </a:spcBef>
              <a:spcAft>
                <a:spcPts val="0"/>
              </a:spcAft>
              <a:buClr>
                <a:srgbClr val="FFFFFF"/>
              </a:buClr>
              <a:buSzPts val="1600"/>
              <a:buChar char="﹣"/>
              <a:defRPr>
                <a:solidFill>
                  <a:srgbClr val="FFFFFF"/>
                </a:solidFill>
              </a:defRPr>
            </a:lvl6pPr>
            <a:lvl7pPr indent="-330200" lvl="6" marL="3200400" rtl="0">
              <a:spcBef>
                <a:spcPts val="0"/>
              </a:spcBef>
              <a:spcAft>
                <a:spcPts val="0"/>
              </a:spcAft>
              <a:buClr>
                <a:srgbClr val="FFFFFF"/>
              </a:buClr>
              <a:buSzPts val="1600"/>
              <a:buChar char="﹣"/>
              <a:defRPr>
                <a:solidFill>
                  <a:srgbClr val="FFFFFF"/>
                </a:solidFill>
              </a:defRPr>
            </a:lvl7pPr>
            <a:lvl8pPr indent="-330200" lvl="7" marL="3657600" rtl="0">
              <a:spcBef>
                <a:spcPts val="0"/>
              </a:spcBef>
              <a:spcAft>
                <a:spcPts val="0"/>
              </a:spcAft>
              <a:buClr>
                <a:srgbClr val="FFFFFF"/>
              </a:buClr>
              <a:buSzPts val="1600"/>
              <a:buChar char="﹣"/>
              <a:defRPr>
                <a:solidFill>
                  <a:srgbClr val="FFFFFF"/>
                </a:solidFill>
              </a:defRPr>
            </a:lvl8pPr>
            <a:lvl9pPr indent="-330200" lvl="8" marL="4114800" rtl="0">
              <a:spcBef>
                <a:spcPts val="0"/>
              </a:spcBef>
              <a:spcAft>
                <a:spcPts val="0"/>
              </a:spcAft>
              <a:buClr>
                <a:srgbClr val="FFFFFF"/>
              </a:buClr>
              <a:buSzPts val="1600"/>
              <a:buChar char="﹣"/>
              <a:defRPr>
                <a:solidFill>
                  <a:srgbClr val="FFFFFF"/>
                </a:solidFill>
              </a:defRPr>
            </a:lvl9pPr>
          </a:lstStyle>
          <a:p/>
        </p:txBody>
      </p:sp>
      <p:sp>
        <p:nvSpPr>
          <p:cNvPr id="215" name="Google Shape;215;p27"/>
          <p:cNvSpPr txBox="1"/>
          <p:nvPr>
            <p:ph idx="12" type="sldNum"/>
          </p:nvPr>
        </p:nvSpPr>
        <p:spPr>
          <a:xfrm>
            <a:off x="360650" y="4880150"/>
            <a:ext cx="3667800" cy="269700"/>
          </a:xfrm>
          <a:prstGeom prst="rect">
            <a:avLst/>
          </a:prstGeom>
          <a:noFill/>
          <a:ln>
            <a:noFill/>
          </a:ln>
        </p:spPr>
        <p:txBody>
          <a:bodyPr anchorCtr="0" anchor="t" bIns="0" lIns="0" spcFirstLastPara="1" rIns="0" wrap="square" tIns="0">
            <a:noAutofit/>
          </a:bodyPr>
          <a:lstStyle>
            <a:lvl1pPr lvl="0" rtl="0" algn="l">
              <a:buNone/>
              <a:defRPr sz="800">
                <a:solidFill>
                  <a:schemeClr val="dk1"/>
                </a:solidFill>
                <a:latin typeface="Public Sans"/>
                <a:ea typeface="Public Sans"/>
                <a:cs typeface="Public Sans"/>
                <a:sym typeface="Public Sans"/>
              </a:defRPr>
            </a:lvl1pPr>
            <a:lvl2pPr lvl="1" rtl="0" algn="l">
              <a:buNone/>
              <a:defRPr sz="800">
                <a:solidFill>
                  <a:schemeClr val="dk1"/>
                </a:solidFill>
                <a:latin typeface="Public Sans"/>
                <a:ea typeface="Public Sans"/>
                <a:cs typeface="Public Sans"/>
                <a:sym typeface="Public Sans"/>
              </a:defRPr>
            </a:lvl2pPr>
            <a:lvl3pPr lvl="2" rtl="0" algn="l">
              <a:buNone/>
              <a:defRPr sz="800">
                <a:solidFill>
                  <a:schemeClr val="dk1"/>
                </a:solidFill>
                <a:latin typeface="Public Sans"/>
                <a:ea typeface="Public Sans"/>
                <a:cs typeface="Public Sans"/>
                <a:sym typeface="Public Sans"/>
              </a:defRPr>
            </a:lvl3pPr>
            <a:lvl4pPr lvl="3" rtl="0" algn="l">
              <a:buNone/>
              <a:defRPr sz="800">
                <a:solidFill>
                  <a:schemeClr val="dk1"/>
                </a:solidFill>
                <a:latin typeface="Public Sans"/>
                <a:ea typeface="Public Sans"/>
                <a:cs typeface="Public Sans"/>
                <a:sym typeface="Public Sans"/>
              </a:defRPr>
            </a:lvl4pPr>
            <a:lvl5pPr lvl="4" rtl="0" algn="l">
              <a:buNone/>
              <a:defRPr sz="800">
                <a:solidFill>
                  <a:schemeClr val="dk1"/>
                </a:solidFill>
                <a:latin typeface="Public Sans"/>
                <a:ea typeface="Public Sans"/>
                <a:cs typeface="Public Sans"/>
                <a:sym typeface="Public Sans"/>
              </a:defRPr>
            </a:lvl5pPr>
            <a:lvl6pPr lvl="5" rtl="0" algn="l">
              <a:buNone/>
              <a:defRPr sz="800">
                <a:solidFill>
                  <a:schemeClr val="dk1"/>
                </a:solidFill>
                <a:latin typeface="Public Sans"/>
                <a:ea typeface="Public Sans"/>
                <a:cs typeface="Public Sans"/>
                <a:sym typeface="Public Sans"/>
              </a:defRPr>
            </a:lvl6pPr>
            <a:lvl7pPr lvl="6" rtl="0" algn="l">
              <a:buNone/>
              <a:defRPr sz="800">
                <a:solidFill>
                  <a:schemeClr val="dk1"/>
                </a:solidFill>
                <a:latin typeface="Public Sans"/>
                <a:ea typeface="Public Sans"/>
                <a:cs typeface="Public Sans"/>
                <a:sym typeface="Public Sans"/>
              </a:defRPr>
            </a:lvl7pPr>
            <a:lvl8pPr lvl="7" rtl="0" algn="l">
              <a:buNone/>
              <a:defRPr sz="800">
                <a:solidFill>
                  <a:schemeClr val="dk1"/>
                </a:solidFill>
                <a:latin typeface="Public Sans"/>
                <a:ea typeface="Public Sans"/>
                <a:cs typeface="Public Sans"/>
                <a:sym typeface="Public Sans"/>
              </a:defRPr>
            </a:lvl8pPr>
            <a:lvl9pPr lvl="8" rtl="0" algn="l">
              <a:buNone/>
              <a:defRPr sz="800">
                <a:solidFill>
                  <a:schemeClr val="dk1"/>
                </a:solidFill>
                <a:latin typeface="Public Sans"/>
                <a:ea typeface="Public Sans"/>
                <a:cs typeface="Public Sans"/>
                <a:sym typeface="Public Sans"/>
              </a:defRPr>
            </a:lvl9pPr>
          </a:lstStyle>
          <a:p>
            <a:pPr indent="0" lvl="0" marL="0" rtl="0" algn="l">
              <a:spcBef>
                <a:spcPts val="0"/>
              </a:spcBef>
              <a:spcAft>
                <a:spcPts val="0"/>
              </a:spcAft>
              <a:buNone/>
            </a:pPr>
            <a:r>
              <a:rPr lang="en"/>
              <a:t>Neo4j Inc. All rights reserved 2023	</a:t>
            </a:r>
            <a:endParaRPr/>
          </a:p>
        </p:txBody>
      </p:sp>
      <p:sp>
        <p:nvSpPr>
          <p:cNvPr id="216" name="Google Shape;216;p27"/>
          <p:cNvSpPr txBox="1"/>
          <p:nvPr>
            <p:ph idx="2" type="sldNum"/>
          </p:nvPr>
        </p:nvSpPr>
        <p:spPr>
          <a:xfrm>
            <a:off x="0" y="4880150"/>
            <a:ext cx="265200" cy="269700"/>
          </a:xfrm>
          <a:prstGeom prst="rect">
            <a:avLst/>
          </a:prstGeom>
          <a:noFill/>
          <a:ln>
            <a:noFill/>
          </a:ln>
        </p:spPr>
        <p:txBody>
          <a:bodyPr anchorCtr="0" anchor="t" bIns="0" lIns="0" spcFirstLastPara="1" rIns="0" wrap="square" tIns="0">
            <a:noAutofit/>
          </a:bodyPr>
          <a:lstStyle>
            <a:lvl1pPr lvl="0" rtl="0" algn="r">
              <a:buNone/>
              <a:defRPr sz="800">
                <a:solidFill>
                  <a:schemeClr val="dk1"/>
                </a:solidFill>
                <a:latin typeface="Public Sans"/>
                <a:ea typeface="Public Sans"/>
                <a:cs typeface="Public Sans"/>
                <a:sym typeface="Public Sans"/>
              </a:defRPr>
            </a:lvl1pPr>
            <a:lvl2pPr lvl="1" rtl="0" algn="r">
              <a:buNone/>
              <a:defRPr sz="800">
                <a:solidFill>
                  <a:schemeClr val="dk1"/>
                </a:solidFill>
                <a:latin typeface="Public Sans"/>
                <a:ea typeface="Public Sans"/>
                <a:cs typeface="Public Sans"/>
                <a:sym typeface="Public Sans"/>
              </a:defRPr>
            </a:lvl2pPr>
            <a:lvl3pPr lvl="2" rtl="0" algn="r">
              <a:buNone/>
              <a:defRPr sz="800">
                <a:solidFill>
                  <a:schemeClr val="dk1"/>
                </a:solidFill>
                <a:latin typeface="Public Sans"/>
                <a:ea typeface="Public Sans"/>
                <a:cs typeface="Public Sans"/>
                <a:sym typeface="Public Sans"/>
              </a:defRPr>
            </a:lvl3pPr>
            <a:lvl4pPr lvl="3" rtl="0" algn="r">
              <a:buNone/>
              <a:defRPr sz="800">
                <a:solidFill>
                  <a:schemeClr val="dk1"/>
                </a:solidFill>
                <a:latin typeface="Public Sans"/>
                <a:ea typeface="Public Sans"/>
                <a:cs typeface="Public Sans"/>
                <a:sym typeface="Public Sans"/>
              </a:defRPr>
            </a:lvl4pPr>
            <a:lvl5pPr lvl="4" rtl="0" algn="r">
              <a:buNone/>
              <a:defRPr sz="800">
                <a:solidFill>
                  <a:schemeClr val="dk1"/>
                </a:solidFill>
                <a:latin typeface="Public Sans"/>
                <a:ea typeface="Public Sans"/>
                <a:cs typeface="Public Sans"/>
                <a:sym typeface="Public Sans"/>
              </a:defRPr>
            </a:lvl5pPr>
            <a:lvl6pPr lvl="5" rtl="0" algn="r">
              <a:buNone/>
              <a:defRPr sz="800">
                <a:solidFill>
                  <a:schemeClr val="dk1"/>
                </a:solidFill>
                <a:latin typeface="Public Sans"/>
                <a:ea typeface="Public Sans"/>
                <a:cs typeface="Public Sans"/>
                <a:sym typeface="Public Sans"/>
              </a:defRPr>
            </a:lvl6pPr>
            <a:lvl7pPr lvl="6" rtl="0" algn="r">
              <a:buNone/>
              <a:defRPr sz="800">
                <a:solidFill>
                  <a:schemeClr val="dk1"/>
                </a:solidFill>
                <a:latin typeface="Public Sans"/>
                <a:ea typeface="Public Sans"/>
                <a:cs typeface="Public Sans"/>
                <a:sym typeface="Public Sans"/>
              </a:defRPr>
            </a:lvl7pPr>
            <a:lvl8pPr lvl="7" rtl="0" algn="r">
              <a:buNone/>
              <a:defRPr sz="800">
                <a:solidFill>
                  <a:schemeClr val="dk1"/>
                </a:solidFill>
                <a:latin typeface="Public Sans"/>
                <a:ea typeface="Public Sans"/>
                <a:cs typeface="Public Sans"/>
                <a:sym typeface="Public Sans"/>
              </a:defRPr>
            </a:lvl8pPr>
            <a:lvl9pPr lvl="8" rtl="0" algn="r">
              <a:buNone/>
              <a:defRPr sz="800">
                <a:solidFill>
                  <a:schemeClr val="dk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
        <p:nvSpPr>
          <p:cNvPr id="217" name="Google Shape;217;p27"/>
          <p:cNvSpPr txBox="1"/>
          <p:nvPr>
            <p:ph idx="3" type="body"/>
          </p:nvPr>
        </p:nvSpPr>
        <p:spPr>
          <a:xfrm>
            <a:off x="6461100" y="1188725"/>
            <a:ext cx="2317200" cy="3430800"/>
          </a:xfrm>
          <a:prstGeom prst="rect">
            <a:avLst/>
          </a:prstGeom>
        </p:spPr>
        <p:txBody>
          <a:bodyPr anchorCtr="0" anchor="t" bIns="0" lIns="0" spcFirstLastPara="1" rIns="0" wrap="square" tIns="0">
            <a:noAutofit/>
          </a:bodyPr>
          <a:lstStyle>
            <a:lvl1pPr indent="-330200" lvl="0" marL="457200" rtl="0">
              <a:spcBef>
                <a:spcPts val="0"/>
              </a:spcBef>
              <a:spcAft>
                <a:spcPts val="0"/>
              </a:spcAft>
              <a:buSzPts val="1600"/>
              <a:buChar char="●"/>
              <a:defRPr/>
            </a:lvl1pPr>
            <a:lvl2pPr indent="-330200" lvl="1" marL="914400" rtl="0">
              <a:spcBef>
                <a:spcPts val="0"/>
              </a:spcBef>
              <a:spcAft>
                <a:spcPts val="0"/>
              </a:spcAft>
              <a:buSzPts val="1600"/>
              <a:buChar char="﹣"/>
              <a:defRPr/>
            </a:lvl2pPr>
            <a:lvl3pPr indent="-330200" lvl="2" marL="1371600" rtl="0">
              <a:spcBef>
                <a:spcPts val="0"/>
              </a:spcBef>
              <a:spcAft>
                <a:spcPts val="0"/>
              </a:spcAft>
              <a:buSzPts val="1600"/>
              <a:buChar char="﹣"/>
              <a:defRPr/>
            </a:lvl3pPr>
            <a:lvl4pPr indent="-330200" lvl="3" marL="1828800" rtl="0">
              <a:spcBef>
                <a:spcPts val="0"/>
              </a:spcBef>
              <a:spcAft>
                <a:spcPts val="0"/>
              </a:spcAft>
              <a:buSzPts val="1600"/>
              <a:buChar char="﹣"/>
              <a:defRPr/>
            </a:lvl4pPr>
            <a:lvl5pPr indent="-330200" lvl="4" marL="2286000" rtl="0">
              <a:spcBef>
                <a:spcPts val="0"/>
              </a:spcBef>
              <a:spcAft>
                <a:spcPts val="0"/>
              </a:spcAft>
              <a:buSzPts val="1600"/>
              <a:buChar char="﹣"/>
              <a:defRPr/>
            </a:lvl5pPr>
            <a:lvl6pPr indent="-330200" lvl="5" marL="2743200" rtl="0">
              <a:spcBef>
                <a:spcPts val="0"/>
              </a:spcBef>
              <a:spcAft>
                <a:spcPts val="0"/>
              </a:spcAft>
              <a:buSzPts val="1600"/>
              <a:buChar char="﹣"/>
              <a:defRPr/>
            </a:lvl6pPr>
            <a:lvl7pPr indent="-330200" lvl="6" marL="3200400" rtl="0">
              <a:spcBef>
                <a:spcPts val="0"/>
              </a:spcBef>
              <a:spcAft>
                <a:spcPts val="0"/>
              </a:spcAft>
              <a:buSzPts val="1600"/>
              <a:buChar char="﹣"/>
              <a:defRPr/>
            </a:lvl7pPr>
            <a:lvl8pPr indent="-330200" lvl="7" marL="3657600" rtl="0">
              <a:spcBef>
                <a:spcPts val="0"/>
              </a:spcBef>
              <a:spcAft>
                <a:spcPts val="0"/>
              </a:spcAft>
              <a:buSzPts val="1600"/>
              <a:buChar char="﹣"/>
              <a:defRPr/>
            </a:lvl8pPr>
            <a:lvl9pPr indent="-330200" lvl="8" marL="4114800" rtl="0">
              <a:spcBef>
                <a:spcPts val="0"/>
              </a:spcBef>
              <a:spcAft>
                <a:spcPts val="0"/>
              </a:spcAft>
              <a:buSzPts val="1600"/>
              <a:buChar char="﹣"/>
              <a:defRPr/>
            </a:lvl9pPr>
          </a:lstStyle>
          <a:p/>
        </p:txBody>
      </p:sp>
    </p:spTree>
  </p:cSld>
  <p:clrMapOvr>
    <a:masterClrMapping/>
  </p:clrMapOvr>
  <p:extLst>
    <p:ext uri="{DCECCB84-F9BA-43D5-87BE-67443E8EF086}">
      <p15:sldGuideLst>
        <p15:guide id="1" orient="horz" pos="749">
          <p15:clr>
            <a:srgbClr val="E46962"/>
          </p15:clr>
        </p15:guide>
        <p15:guide id="2" orient="horz" pos="231">
          <p15:clr>
            <a:srgbClr val="E46962"/>
          </p15:clr>
        </p15:guide>
        <p15:guide id="3" pos="4070">
          <p15:clr>
            <a:srgbClr val="E46962"/>
          </p15:clr>
        </p15:guide>
        <p15:guide id="4" pos="3496">
          <p15:clr>
            <a:srgbClr val="E46962"/>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bright" type="titleOnly">
  <p:cSld name="TITLE_ONLY">
    <p:bg>
      <p:bgPr>
        <a:solidFill>
          <a:srgbClr val="FFFFFF"/>
        </a:solidFill>
      </p:bgPr>
    </p:bg>
    <p:spTree>
      <p:nvGrpSpPr>
        <p:cNvPr id="218" name="Shape 218"/>
        <p:cNvGrpSpPr/>
        <p:nvPr/>
      </p:nvGrpSpPr>
      <p:grpSpPr>
        <a:xfrm>
          <a:off x="0" y="0"/>
          <a:ext cx="0" cy="0"/>
          <a:chOff x="0" y="0"/>
          <a:chExt cx="0" cy="0"/>
        </a:xfrm>
      </p:grpSpPr>
      <p:sp>
        <p:nvSpPr>
          <p:cNvPr id="219" name="Google Shape;219;p28"/>
          <p:cNvSpPr txBox="1"/>
          <p:nvPr>
            <p:ph type="title"/>
          </p:nvPr>
        </p:nvSpPr>
        <p:spPr>
          <a:xfrm>
            <a:off x="365750" y="274325"/>
            <a:ext cx="8412600" cy="548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2800"/>
              <a:buFont typeface="Public Sans SemiBold"/>
              <a:buNone/>
              <a:defRPr b="0">
                <a:solidFill>
                  <a:schemeClr val="dk1"/>
                </a:solidFill>
                <a:latin typeface="Public Sans SemiBold"/>
                <a:ea typeface="Public Sans SemiBold"/>
                <a:cs typeface="Public Sans SemiBold"/>
                <a:sym typeface="Public Sans SemiBol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0" name="Google Shape;220;p28"/>
          <p:cNvSpPr txBox="1"/>
          <p:nvPr>
            <p:ph idx="12" type="sldNum"/>
          </p:nvPr>
        </p:nvSpPr>
        <p:spPr>
          <a:xfrm>
            <a:off x="360650" y="4880150"/>
            <a:ext cx="3667800" cy="269700"/>
          </a:xfrm>
          <a:prstGeom prst="rect">
            <a:avLst/>
          </a:prstGeom>
          <a:noFill/>
          <a:ln>
            <a:noFill/>
          </a:ln>
        </p:spPr>
        <p:txBody>
          <a:bodyPr anchorCtr="0" anchor="t" bIns="0" lIns="0" spcFirstLastPara="1" rIns="0" wrap="square" tIns="0">
            <a:noAutofit/>
          </a:bodyPr>
          <a:lstStyle>
            <a:lvl1pPr lvl="0" rtl="0" algn="l">
              <a:buNone/>
              <a:defRPr sz="800">
                <a:solidFill>
                  <a:schemeClr val="dk1"/>
                </a:solidFill>
                <a:latin typeface="Public Sans"/>
                <a:ea typeface="Public Sans"/>
                <a:cs typeface="Public Sans"/>
                <a:sym typeface="Public Sans"/>
              </a:defRPr>
            </a:lvl1pPr>
            <a:lvl2pPr lvl="1" rtl="0" algn="l">
              <a:buNone/>
              <a:defRPr sz="800">
                <a:solidFill>
                  <a:schemeClr val="dk1"/>
                </a:solidFill>
                <a:latin typeface="Public Sans"/>
                <a:ea typeface="Public Sans"/>
                <a:cs typeface="Public Sans"/>
                <a:sym typeface="Public Sans"/>
              </a:defRPr>
            </a:lvl2pPr>
            <a:lvl3pPr lvl="2" rtl="0" algn="l">
              <a:buNone/>
              <a:defRPr sz="800">
                <a:solidFill>
                  <a:schemeClr val="dk1"/>
                </a:solidFill>
                <a:latin typeface="Public Sans"/>
                <a:ea typeface="Public Sans"/>
                <a:cs typeface="Public Sans"/>
                <a:sym typeface="Public Sans"/>
              </a:defRPr>
            </a:lvl3pPr>
            <a:lvl4pPr lvl="3" rtl="0" algn="l">
              <a:buNone/>
              <a:defRPr sz="800">
                <a:solidFill>
                  <a:schemeClr val="dk1"/>
                </a:solidFill>
                <a:latin typeface="Public Sans"/>
                <a:ea typeface="Public Sans"/>
                <a:cs typeface="Public Sans"/>
                <a:sym typeface="Public Sans"/>
              </a:defRPr>
            </a:lvl4pPr>
            <a:lvl5pPr lvl="4" rtl="0" algn="l">
              <a:buNone/>
              <a:defRPr sz="800">
                <a:solidFill>
                  <a:schemeClr val="dk1"/>
                </a:solidFill>
                <a:latin typeface="Public Sans"/>
                <a:ea typeface="Public Sans"/>
                <a:cs typeface="Public Sans"/>
                <a:sym typeface="Public Sans"/>
              </a:defRPr>
            </a:lvl5pPr>
            <a:lvl6pPr lvl="5" rtl="0" algn="l">
              <a:buNone/>
              <a:defRPr sz="800">
                <a:solidFill>
                  <a:schemeClr val="dk1"/>
                </a:solidFill>
                <a:latin typeface="Public Sans"/>
                <a:ea typeface="Public Sans"/>
                <a:cs typeface="Public Sans"/>
                <a:sym typeface="Public Sans"/>
              </a:defRPr>
            </a:lvl6pPr>
            <a:lvl7pPr lvl="6" rtl="0" algn="l">
              <a:buNone/>
              <a:defRPr sz="800">
                <a:solidFill>
                  <a:schemeClr val="dk1"/>
                </a:solidFill>
                <a:latin typeface="Public Sans"/>
                <a:ea typeface="Public Sans"/>
                <a:cs typeface="Public Sans"/>
                <a:sym typeface="Public Sans"/>
              </a:defRPr>
            </a:lvl7pPr>
            <a:lvl8pPr lvl="7" rtl="0" algn="l">
              <a:buNone/>
              <a:defRPr sz="800">
                <a:solidFill>
                  <a:schemeClr val="dk1"/>
                </a:solidFill>
                <a:latin typeface="Public Sans"/>
                <a:ea typeface="Public Sans"/>
                <a:cs typeface="Public Sans"/>
                <a:sym typeface="Public Sans"/>
              </a:defRPr>
            </a:lvl8pPr>
            <a:lvl9pPr lvl="8" rtl="0" algn="l">
              <a:buNone/>
              <a:defRPr sz="800">
                <a:solidFill>
                  <a:schemeClr val="dk1"/>
                </a:solidFill>
                <a:latin typeface="Public Sans"/>
                <a:ea typeface="Public Sans"/>
                <a:cs typeface="Public Sans"/>
                <a:sym typeface="Public Sans"/>
              </a:defRPr>
            </a:lvl9pPr>
          </a:lstStyle>
          <a:p>
            <a:pPr indent="0" lvl="0" marL="0" rtl="0" algn="l">
              <a:spcBef>
                <a:spcPts val="0"/>
              </a:spcBef>
              <a:spcAft>
                <a:spcPts val="0"/>
              </a:spcAft>
              <a:buNone/>
            </a:pPr>
            <a:r>
              <a:rPr lang="en"/>
              <a:t>Neo4j Inc. All rights reserved 2023	</a:t>
            </a:r>
            <a:endParaRPr/>
          </a:p>
        </p:txBody>
      </p:sp>
      <p:sp>
        <p:nvSpPr>
          <p:cNvPr id="221" name="Google Shape;221;p28"/>
          <p:cNvSpPr txBox="1"/>
          <p:nvPr>
            <p:ph idx="2" type="sldNum"/>
          </p:nvPr>
        </p:nvSpPr>
        <p:spPr>
          <a:xfrm>
            <a:off x="0" y="4880150"/>
            <a:ext cx="265200" cy="269700"/>
          </a:xfrm>
          <a:prstGeom prst="rect">
            <a:avLst/>
          </a:prstGeom>
          <a:noFill/>
          <a:ln>
            <a:noFill/>
          </a:ln>
        </p:spPr>
        <p:txBody>
          <a:bodyPr anchorCtr="0" anchor="t" bIns="0" lIns="0" spcFirstLastPara="1" rIns="0" wrap="square" tIns="0">
            <a:noAutofit/>
          </a:bodyPr>
          <a:lstStyle>
            <a:lvl1pPr lvl="0" rtl="0" algn="r">
              <a:buNone/>
              <a:defRPr sz="800">
                <a:solidFill>
                  <a:schemeClr val="dk1"/>
                </a:solidFill>
                <a:latin typeface="Public Sans"/>
                <a:ea typeface="Public Sans"/>
                <a:cs typeface="Public Sans"/>
                <a:sym typeface="Public Sans"/>
              </a:defRPr>
            </a:lvl1pPr>
            <a:lvl2pPr lvl="1" rtl="0" algn="r">
              <a:buNone/>
              <a:defRPr sz="800">
                <a:solidFill>
                  <a:schemeClr val="dk1"/>
                </a:solidFill>
                <a:latin typeface="Public Sans"/>
                <a:ea typeface="Public Sans"/>
                <a:cs typeface="Public Sans"/>
                <a:sym typeface="Public Sans"/>
              </a:defRPr>
            </a:lvl2pPr>
            <a:lvl3pPr lvl="2" rtl="0" algn="r">
              <a:buNone/>
              <a:defRPr sz="800">
                <a:solidFill>
                  <a:schemeClr val="dk1"/>
                </a:solidFill>
                <a:latin typeface="Public Sans"/>
                <a:ea typeface="Public Sans"/>
                <a:cs typeface="Public Sans"/>
                <a:sym typeface="Public Sans"/>
              </a:defRPr>
            </a:lvl3pPr>
            <a:lvl4pPr lvl="3" rtl="0" algn="r">
              <a:buNone/>
              <a:defRPr sz="800">
                <a:solidFill>
                  <a:schemeClr val="dk1"/>
                </a:solidFill>
                <a:latin typeface="Public Sans"/>
                <a:ea typeface="Public Sans"/>
                <a:cs typeface="Public Sans"/>
                <a:sym typeface="Public Sans"/>
              </a:defRPr>
            </a:lvl4pPr>
            <a:lvl5pPr lvl="4" rtl="0" algn="r">
              <a:buNone/>
              <a:defRPr sz="800">
                <a:solidFill>
                  <a:schemeClr val="dk1"/>
                </a:solidFill>
                <a:latin typeface="Public Sans"/>
                <a:ea typeface="Public Sans"/>
                <a:cs typeface="Public Sans"/>
                <a:sym typeface="Public Sans"/>
              </a:defRPr>
            </a:lvl5pPr>
            <a:lvl6pPr lvl="5" rtl="0" algn="r">
              <a:buNone/>
              <a:defRPr sz="800">
                <a:solidFill>
                  <a:schemeClr val="dk1"/>
                </a:solidFill>
                <a:latin typeface="Public Sans"/>
                <a:ea typeface="Public Sans"/>
                <a:cs typeface="Public Sans"/>
                <a:sym typeface="Public Sans"/>
              </a:defRPr>
            </a:lvl6pPr>
            <a:lvl7pPr lvl="6" rtl="0" algn="r">
              <a:buNone/>
              <a:defRPr sz="800">
                <a:solidFill>
                  <a:schemeClr val="dk1"/>
                </a:solidFill>
                <a:latin typeface="Public Sans"/>
                <a:ea typeface="Public Sans"/>
                <a:cs typeface="Public Sans"/>
                <a:sym typeface="Public Sans"/>
              </a:defRPr>
            </a:lvl7pPr>
            <a:lvl8pPr lvl="7" rtl="0" algn="r">
              <a:buNone/>
              <a:defRPr sz="800">
                <a:solidFill>
                  <a:schemeClr val="dk1"/>
                </a:solidFill>
                <a:latin typeface="Public Sans"/>
                <a:ea typeface="Public Sans"/>
                <a:cs typeface="Public Sans"/>
                <a:sym typeface="Public Sans"/>
              </a:defRPr>
            </a:lvl8pPr>
            <a:lvl9pPr lvl="8" rtl="0" algn="r">
              <a:buNone/>
              <a:defRPr sz="800">
                <a:solidFill>
                  <a:schemeClr val="dk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749">
          <p15:clr>
            <a:srgbClr val="E46962"/>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bright deco">
  <p:cSld name="TITLE_ONLY_2">
    <p:bg>
      <p:bgPr>
        <a:solidFill>
          <a:srgbClr val="FFFFFF"/>
        </a:solidFill>
      </p:bgPr>
    </p:bg>
    <p:spTree>
      <p:nvGrpSpPr>
        <p:cNvPr id="222" name="Shape 222"/>
        <p:cNvGrpSpPr/>
        <p:nvPr/>
      </p:nvGrpSpPr>
      <p:grpSpPr>
        <a:xfrm>
          <a:off x="0" y="0"/>
          <a:ext cx="0" cy="0"/>
          <a:chOff x="0" y="0"/>
          <a:chExt cx="0" cy="0"/>
        </a:xfrm>
      </p:grpSpPr>
      <p:sp>
        <p:nvSpPr>
          <p:cNvPr id="223" name="Google Shape;223;p29"/>
          <p:cNvSpPr/>
          <p:nvPr/>
        </p:nvSpPr>
        <p:spPr>
          <a:xfrm rot="1793545">
            <a:off x="4426827" y="-1288239"/>
            <a:ext cx="7544827" cy="2750779"/>
          </a:xfrm>
          <a:custGeom>
            <a:rect b="b" l="l" r="r" t="t"/>
            <a:pathLst>
              <a:path extrusionOk="0" h="3573" w="9800">
                <a:moveTo>
                  <a:pt x="1786" y="0"/>
                </a:moveTo>
                <a:cubicBezTo>
                  <a:pt x="1477" y="0"/>
                  <a:pt x="1179" y="84"/>
                  <a:pt x="893" y="239"/>
                </a:cubicBezTo>
                <a:cubicBezTo>
                  <a:pt x="632" y="393"/>
                  <a:pt x="405" y="620"/>
                  <a:pt x="239" y="893"/>
                </a:cubicBezTo>
                <a:cubicBezTo>
                  <a:pt x="96" y="1167"/>
                  <a:pt x="0" y="1465"/>
                  <a:pt x="0" y="1786"/>
                </a:cubicBezTo>
                <a:cubicBezTo>
                  <a:pt x="0" y="2108"/>
                  <a:pt x="84" y="2405"/>
                  <a:pt x="239" y="2679"/>
                </a:cubicBezTo>
                <a:cubicBezTo>
                  <a:pt x="393" y="2953"/>
                  <a:pt x="620" y="3179"/>
                  <a:pt x="893" y="3334"/>
                </a:cubicBezTo>
                <a:cubicBezTo>
                  <a:pt x="1167" y="3489"/>
                  <a:pt x="1465" y="3572"/>
                  <a:pt x="1786" y="3572"/>
                </a:cubicBezTo>
                <a:cubicBezTo>
                  <a:pt x="2108" y="3572"/>
                  <a:pt x="2406" y="3501"/>
                  <a:pt x="2679" y="3334"/>
                </a:cubicBezTo>
                <a:cubicBezTo>
                  <a:pt x="2846" y="3251"/>
                  <a:pt x="3013" y="3108"/>
                  <a:pt x="3132" y="2965"/>
                </a:cubicBezTo>
                <a:cubicBezTo>
                  <a:pt x="3674" y="2346"/>
                  <a:pt x="4281" y="2036"/>
                  <a:pt x="4888" y="2036"/>
                </a:cubicBezTo>
                <a:cubicBezTo>
                  <a:pt x="5495" y="2036"/>
                  <a:pt x="6102" y="2346"/>
                  <a:pt x="6644" y="2965"/>
                </a:cubicBezTo>
                <a:cubicBezTo>
                  <a:pt x="6775" y="3108"/>
                  <a:pt x="6930" y="3251"/>
                  <a:pt x="7109" y="3334"/>
                </a:cubicBezTo>
                <a:cubicBezTo>
                  <a:pt x="7370" y="3489"/>
                  <a:pt x="7668" y="3572"/>
                  <a:pt x="8001" y="3572"/>
                </a:cubicBezTo>
                <a:cubicBezTo>
                  <a:pt x="8311" y="3572"/>
                  <a:pt x="8609" y="3501"/>
                  <a:pt x="8894" y="3334"/>
                </a:cubicBezTo>
                <a:cubicBezTo>
                  <a:pt x="9156" y="3191"/>
                  <a:pt x="9383" y="2965"/>
                  <a:pt x="9549" y="2679"/>
                </a:cubicBezTo>
                <a:cubicBezTo>
                  <a:pt x="9692" y="2417"/>
                  <a:pt x="9787" y="2120"/>
                  <a:pt x="9787" y="1786"/>
                </a:cubicBezTo>
                <a:cubicBezTo>
                  <a:pt x="9799" y="1489"/>
                  <a:pt x="9728" y="1191"/>
                  <a:pt x="9561" y="917"/>
                </a:cubicBezTo>
                <a:cubicBezTo>
                  <a:pt x="9406" y="643"/>
                  <a:pt x="9192" y="417"/>
                  <a:pt x="8906" y="262"/>
                </a:cubicBezTo>
                <a:cubicBezTo>
                  <a:pt x="8644" y="108"/>
                  <a:pt x="8347" y="24"/>
                  <a:pt x="8013" y="24"/>
                </a:cubicBezTo>
                <a:cubicBezTo>
                  <a:pt x="7704" y="24"/>
                  <a:pt x="7406" y="96"/>
                  <a:pt x="7120" y="262"/>
                </a:cubicBezTo>
                <a:cubicBezTo>
                  <a:pt x="6954" y="358"/>
                  <a:pt x="6799" y="477"/>
                  <a:pt x="6656" y="631"/>
                </a:cubicBezTo>
                <a:cubicBezTo>
                  <a:pt x="6114" y="1251"/>
                  <a:pt x="5507" y="1560"/>
                  <a:pt x="4900" y="1560"/>
                </a:cubicBezTo>
                <a:cubicBezTo>
                  <a:pt x="4293" y="1560"/>
                  <a:pt x="3685" y="1251"/>
                  <a:pt x="3144" y="631"/>
                </a:cubicBezTo>
                <a:cubicBezTo>
                  <a:pt x="3013" y="477"/>
                  <a:pt x="2858" y="346"/>
                  <a:pt x="2679" y="239"/>
                </a:cubicBezTo>
                <a:cubicBezTo>
                  <a:pt x="2417" y="96"/>
                  <a:pt x="2120" y="0"/>
                  <a:pt x="178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9"/>
          <p:cNvSpPr/>
          <p:nvPr/>
        </p:nvSpPr>
        <p:spPr>
          <a:xfrm>
            <a:off x="8367100" y="-47700"/>
            <a:ext cx="1116000" cy="269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9"/>
          <p:cNvSpPr/>
          <p:nvPr/>
        </p:nvSpPr>
        <p:spPr>
          <a:xfrm rot="1793710">
            <a:off x="-4105351" y="3244235"/>
            <a:ext cx="7544837" cy="2750779"/>
          </a:xfrm>
          <a:custGeom>
            <a:rect b="b" l="l" r="r" t="t"/>
            <a:pathLst>
              <a:path extrusionOk="0" h="3573" w="9800">
                <a:moveTo>
                  <a:pt x="1786" y="0"/>
                </a:moveTo>
                <a:cubicBezTo>
                  <a:pt x="1477" y="0"/>
                  <a:pt x="1179" y="84"/>
                  <a:pt x="893" y="239"/>
                </a:cubicBezTo>
                <a:cubicBezTo>
                  <a:pt x="632" y="393"/>
                  <a:pt x="405" y="620"/>
                  <a:pt x="239" y="893"/>
                </a:cubicBezTo>
                <a:cubicBezTo>
                  <a:pt x="96" y="1167"/>
                  <a:pt x="0" y="1465"/>
                  <a:pt x="0" y="1786"/>
                </a:cubicBezTo>
                <a:cubicBezTo>
                  <a:pt x="0" y="2108"/>
                  <a:pt x="84" y="2405"/>
                  <a:pt x="239" y="2679"/>
                </a:cubicBezTo>
                <a:cubicBezTo>
                  <a:pt x="393" y="2953"/>
                  <a:pt x="620" y="3179"/>
                  <a:pt x="893" y="3334"/>
                </a:cubicBezTo>
                <a:cubicBezTo>
                  <a:pt x="1167" y="3489"/>
                  <a:pt x="1465" y="3572"/>
                  <a:pt x="1786" y="3572"/>
                </a:cubicBezTo>
                <a:cubicBezTo>
                  <a:pt x="2108" y="3572"/>
                  <a:pt x="2406" y="3501"/>
                  <a:pt x="2679" y="3334"/>
                </a:cubicBezTo>
                <a:cubicBezTo>
                  <a:pt x="2846" y="3251"/>
                  <a:pt x="3013" y="3108"/>
                  <a:pt x="3132" y="2965"/>
                </a:cubicBezTo>
                <a:cubicBezTo>
                  <a:pt x="3674" y="2346"/>
                  <a:pt x="4281" y="2036"/>
                  <a:pt x="4888" y="2036"/>
                </a:cubicBezTo>
                <a:cubicBezTo>
                  <a:pt x="5495" y="2036"/>
                  <a:pt x="6102" y="2346"/>
                  <a:pt x="6644" y="2965"/>
                </a:cubicBezTo>
                <a:cubicBezTo>
                  <a:pt x="6775" y="3108"/>
                  <a:pt x="6930" y="3251"/>
                  <a:pt x="7109" y="3334"/>
                </a:cubicBezTo>
                <a:cubicBezTo>
                  <a:pt x="7370" y="3489"/>
                  <a:pt x="7668" y="3572"/>
                  <a:pt x="8001" y="3572"/>
                </a:cubicBezTo>
                <a:cubicBezTo>
                  <a:pt x="8311" y="3572"/>
                  <a:pt x="8609" y="3501"/>
                  <a:pt x="8894" y="3334"/>
                </a:cubicBezTo>
                <a:cubicBezTo>
                  <a:pt x="9156" y="3191"/>
                  <a:pt x="9383" y="2965"/>
                  <a:pt x="9549" y="2679"/>
                </a:cubicBezTo>
                <a:cubicBezTo>
                  <a:pt x="9692" y="2417"/>
                  <a:pt x="9787" y="2120"/>
                  <a:pt x="9787" y="1786"/>
                </a:cubicBezTo>
                <a:cubicBezTo>
                  <a:pt x="9799" y="1489"/>
                  <a:pt x="9728" y="1191"/>
                  <a:pt x="9561" y="917"/>
                </a:cubicBezTo>
                <a:cubicBezTo>
                  <a:pt x="9406" y="643"/>
                  <a:pt x="9192" y="417"/>
                  <a:pt x="8906" y="262"/>
                </a:cubicBezTo>
                <a:cubicBezTo>
                  <a:pt x="8644" y="108"/>
                  <a:pt x="8347" y="24"/>
                  <a:pt x="8013" y="24"/>
                </a:cubicBezTo>
                <a:cubicBezTo>
                  <a:pt x="7704" y="24"/>
                  <a:pt x="7406" y="96"/>
                  <a:pt x="7120" y="262"/>
                </a:cubicBezTo>
                <a:cubicBezTo>
                  <a:pt x="6954" y="358"/>
                  <a:pt x="6799" y="477"/>
                  <a:pt x="6656" y="631"/>
                </a:cubicBezTo>
                <a:cubicBezTo>
                  <a:pt x="6114" y="1251"/>
                  <a:pt x="5507" y="1560"/>
                  <a:pt x="4900" y="1560"/>
                </a:cubicBezTo>
                <a:cubicBezTo>
                  <a:pt x="4293" y="1560"/>
                  <a:pt x="3685" y="1251"/>
                  <a:pt x="3144" y="631"/>
                </a:cubicBezTo>
                <a:cubicBezTo>
                  <a:pt x="3013" y="477"/>
                  <a:pt x="2858" y="346"/>
                  <a:pt x="2679" y="239"/>
                </a:cubicBezTo>
                <a:cubicBezTo>
                  <a:pt x="2417" y="96"/>
                  <a:pt x="2120" y="0"/>
                  <a:pt x="178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9"/>
          <p:cNvSpPr txBox="1"/>
          <p:nvPr>
            <p:ph type="title"/>
          </p:nvPr>
        </p:nvSpPr>
        <p:spPr>
          <a:xfrm>
            <a:off x="365750" y="274325"/>
            <a:ext cx="8412600" cy="548700"/>
          </a:xfrm>
          <a:prstGeom prst="rect">
            <a:avLst/>
          </a:prstGeom>
        </p:spPr>
        <p:txBody>
          <a:bodyPr anchorCtr="0" anchor="t" bIns="0" lIns="0" spcFirstLastPara="1" rIns="0" wrap="square" tIns="0">
            <a:noAutofit/>
          </a:bodyPr>
          <a:lstStyle>
            <a:lvl1pPr lvl="0" rtl="0">
              <a:spcBef>
                <a:spcPts val="0"/>
              </a:spcBef>
              <a:spcAft>
                <a:spcPts val="0"/>
              </a:spcAft>
              <a:buClr>
                <a:schemeClr val="dk1"/>
              </a:buClr>
              <a:buSzPts val="2800"/>
              <a:buFont typeface="Public Sans SemiBold"/>
              <a:buNone/>
              <a:defRPr b="0">
                <a:solidFill>
                  <a:schemeClr val="dk1"/>
                </a:solidFill>
                <a:latin typeface="Public Sans SemiBold"/>
                <a:ea typeface="Public Sans SemiBold"/>
                <a:cs typeface="Public Sans SemiBold"/>
                <a:sym typeface="Public Sans Semi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27" name="Google Shape;227;p29"/>
          <p:cNvSpPr txBox="1"/>
          <p:nvPr>
            <p:ph idx="12" type="sldNum"/>
          </p:nvPr>
        </p:nvSpPr>
        <p:spPr>
          <a:xfrm>
            <a:off x="360650" y="4880150"/>
            <a:ext cx="3667800" cy="269700"/>
          </a:xfrm>
          <a:prstGeom prst="rect">
            <a:avLst/>
          </a:prstGeom>
          <a:noFill/>
          <a:ln>
            <a:noFill/>
          </a:ln>
        </p:spPr>
        <p:txBody>
          <a:bodyPr anchorCtr="0" anchor="t" bIns="0" lIns="0" spcFirstLastPara="1" rIns="0" wrap="square" tIns="0">
            <a:noAutofit/>
          </a:bodyPr>
          <a:lstStyle>
            <a:lvl1pPr lvl="0" rtl="0" algn="l">
              <a:buNone/>
              <a:defRPr sz="800">
                <a:solidFill>
                  <a:srgbClr val="FFFFFF"/>
                </a:solidFill>
                <a:latin typeface="Public Sans"/>
                <a:ea typeface="Public Sans"/>
                <a:cs typeface="Public Sans"/>
                <a:sym typeface="Public Sans"/>
              </a:defRPr>
            </a:lvl1pPr>
            <a:lvl2pPr lvl="1" rtl="0" algn="l">
              <a:buNone/>
              <a:defRPr sz="800">
                <a:solidFill>
                  <a:srgbClr val="FFFFFF"/>
                </a:solidFill>
                <a:latin typeface="Public Sans"/>
                <a:ea typeface="Public Sans"/>
                <a:cs typeface="Public Sans"/>
                <a:sym typeface="Public Sans"/>
              </a:defRPr>
            </a:lvl2pPr>
            <a:lvl3pPr lvl="2" rtl="0" algn="l">
              <a:buNone/>
              <a:defRPr sz="800">
                <a:solidFill>
                  <a:srgbClr val="FFFFFF"/>
                </a:solidFill>
                <a:latin typeface="Public Sans"/>
                <a:ea typeface="Public Sans"/>
                <a:cs typeface="Public Sans"/>
                <a:sym typeface="Public Sans"/>
              </a:defRPr>
            </a:lvl3pPr>
            <a:lvl4pPr lvl="3" rtl="0" algn="l">
              <a:buNone/>
              <a:defRPr sz="800">
                <a:solidFill>
                  <a:srgbClr val="FFFFFF"/>
                </a:solidFill>
                <a:latin typeface="Public Sans"/>
                <a:ea typeface="Public Sans"/>
                <a:cs typeface="Public Sans"/>
                <a:sym typeface="Public Sans"/>
              </a:defRPr>
            </a:lvl4pPr>
            <a:lvl5pPr lvl="4" rtl="0" algn="l">
              <a:buNone/>
              <a:defRPr sz="800">
                <a:solidFill>
                  <a:srgbClr val="FFFFFF"/>
                </a:solidFill>
                <a:latin typeface="Public Sans"/>
                <a:ea typeface="Public Sans"/>
                <a:cs typeface="Public Sans"/>
                <a:sym typeface="Public Sans"/>
              </a:defRPr>
            </a:lvl5pPr>
            <a:lvl6pPr lvl="5" rtl="0" algn="l">
              <a:buNone/>
              <a:defRPr sz="800">
                <a:solidFill>
                  <a:srgbClr val="FFFFFF"/>
                </a:solidFill>
                <a:latin typeface="Public Sans"/>
                <a:ea typeface="Public Sans"/>
                <a:cs typeface="Public Sans"/>
                <a:sym typeface="Public Sans"/>
              </a:defRPr>
            </a:lvl6pPr>
            <a:lvl7pPr lvl="6" rtl="0" algn="l">
              <a:buNone/>
              <a:defRPr sz="800">
                <a:solidFill>
                  <a:srgbClr val="FFFFFF"/>
                </a:solidFill>
                <a:latin typeface="Public Sans"/>
                <a:ea typeface="Public Sans"/>
                <a:cs typeface="Public Sans"/>
                <a:sym typeface="Public Sans"/>
              </a:defRPr>
            </a:lvl7pPr>
            <a:lvl8pPr lvl="7" rtl="0" algn="l">
              <a:buNone/>
              <a:defRPr sz="800">
                <a:solidFill>
                  <a:srgbClr val="FFFFFF"/>
                </a:solidFill>
                <a:latin typeface="Public Sans"/>
                <a:ea typeface="Public Sans"/>
                <a:cs typeface="Public Sans"/>
                <a:sym typeface="Public Sans"/>
              </a:defRPr>
            </a:lvl8pPr>
            <a:lvl9pPr lvl="8" rtl="0" algn="l">
              <a:buNone/>
              <a:defRPr sz="800">
                <a:solidFill>
                  <a:srgbClr val="FFFFFF"/>
                </a:solidFill>
                <a:latin typeface="Public Sans"/>
                <a:ea typeface="Public Sans"/>
                <a:cs typeface="Public Sans"/>
                <a:sym typeface="Public Sans"/>
              </a:defRPr>
            </a:lvl9pPr>
          </a:lstStyle>
          <a:p>
            <a:pPr indent="0" lvl="0" marL="0" rtl="0" algn="l">
              <a:spcBef>
                <a:spcPts val="0"/>
              </a:spcBef>
              <a:spcAft>
                <a:spcPts val="0"/>
              </a:spcAft>
              <a:buNone/>
            </a:pPr>
            <a:r>
              <a:rPr lang="en"/>
              <a:t>Neo4j Inc. All rights reserved 2023	</a:t>
            </a:r>
            <a:endParaRPr/>
          </a:p>
        </p:txBody>
      </p:sp>
      <p:sp>
        <p:nvSpPr>
          <p:cNvPr id="228" name="Google Shape;228;p29"/>
          <p:cNvSpPr txBox="1"/>
          <p:nvPr>
            <p:ph idx="2" type="sldNum"/>
          </p:nvPr>
        </p:nvSpPr>
        <p:spPr>
          <a:xfrm>
            <a:off x="0" y="4880150"/>
            <a:ext cx="265200" cy="269700"/>
          </a:xfrm>
          <a:prstGeom prst="rect">
            <a:avLst/>
          </a:prstGeom>
          <a:noFill/>
          <a:ln>
            <a:noFill/>
          </a:ln>
        </p:spPr>
        <p:txBody>
          <a:bodyPr anchorCtr="0" anchor="t" bIns="0" lIns="0" spcFirstLastPara="1" rIns="0" wrap="square" tIns="0">
            <a:noAutofit/>
          </a:bodyPr>
          <a:lstStyle>
            <a:lvl1pPr lvl="0" rtl="0" algn="r">
              <a:buNone/>
              <a:defRPr sz="800">
                <a:solidFill>
                  <a:srgbClr val="FFFFFF"/>
                </a:solidFill>
                <a:latin typeface="Public Sans"/>
                <a:ea typeface="Public Sans"/>
                <a:cs typeface="Public Sans"/>
                <a:sym typeface="Public Sans"/>
              </a:defRPr>
            </a:lvl1pPr>
            <a:lvl2pPr lvl="1" rtl="0" algn="r">
              <a:buNone/>
              <a:defRPr sz="800">
                <a:solidFill>
                  <a:srgbClr val="FFFFFF"/>
                </a:solidFill>
                <a:latin typeface="Public Sans"/>
                <a:ea typeface="Public Sans"/>
                <a:cs typeface="Public Sans"/>
                <a:sym typeface="Public Sans"/>
              </a:defRPr>
            </a:lvl2pPr>
            <a:lvl3pPr lvl="2" rtl="0" algn="r">
              <a:buNone/>
              <a:defRPr sz="800">
                <a:solidFill>
                  <a:srgbClr val="FFFFFF"/>
                </a:solidFill>
                <a:latin typeface="Public Sans"/>
                <a:ea typeface="Public Sans"/>
                <a:cs typeface="Public Sans"/>
                <a:sym typeface="Public Sans"/>
              </a:defRPr>
            </a:lvl3pPr>
            <a:lvl4pPr lvl="3" rtl="0" algn="r">
              <a:buNone/>
              <a:defRPr sz="800">
                <a:solidFill>
                  <a:srgbClr val="FFFFFF"/>
                </a:solidFill>
                <a:latin typeface="Public Sans"/>
                <a:ea typeface="Public Sans"/>
                <a:cs typeface="Public Sans"/>
                <a:sym typeface="Public Sans"/>
              </a:defRPr>
            </a:lvl4pPr>
            <a:lvl5pPr lvl="4" rtl="0" algn="r">
              <a:buNone/>
              <a:defRPr sz="800">
                <a:solidFill>
                  <a:srgbClr val="FFFFFF"/>
                </a:solidFill>
                <a:latin typeface="Public Sans"/>
                <a:ea typeface="Public Sans"/>
                <a:cs typeface="Public Sans"/>
                <a:sym typeface="Public Sans"/>
              </a:defRPr>
            </a:lvl5pPr>
            <a:lvl6pPr lvl="5" rtl="0" algn="r">
              <a:buNone/>
              <a:defRPr sz="800">
                <a:solidFill>
                  <a:srgbClr val="FFFFFF"/>
                </a:solidFill>
                <a:latin typeface="Public Sans"/>
                <a:ea typeface="Public Sans"/>
                <a:cs typeface="Public Sans"/>
                <a:sym typeface="Public Sans"/>
              </a:defRPr>
            </a:lvl6pPr>
            <a:lvl7pPr lvl="6" rtl="0" algn="r">
              <a:buNone/>
              <a:defRPr sz="800">
                <a:solidFill>
                  <a:srgbClr val="FFFFFF"/>
                </a:solidFill>
                <a:latin typeface="Public Sans"/>
                <a:ea typeface="Public Sans"/>
                <a:cs typeface="Public Sans"/>
                <a:sym typeface="Public Sans"/>
              </a:defRPr>
            </a:lvl7pPr>
            <a:lvl8pPr lvl="7" rtl="0" algn="r">
              <a:buNone/>
              <a:defRPr sz="800">
                <a:solidFill>
                  <a:srgbClr val="FFFFFF"/>
                </a:solidFill>
                <a:latin typeface="Public Sans"/>
                <a:ea typeface="Public Sans"/>
                <a:cs typeface="Public Sans"/>
                <a:sym typeface="Public Sans"/>
              </a:defRPr>
            </a:lvl8pPr>
            <a:lvl9pPr lvl="8" rtl="0" algn="r">
              <a:buNone/>
              <a:defRPr sz="800">
                <a:solidFill>
                  <a:srgbClr val="FFFFFF"/>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749">
          <p15:clr>
            <a:srgbClr val="E46962"/>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dark">
  <p:cSld name="TITLE_ONLY_1">
    <p:bg>
      <p:bgPr>
        <a:solidFill>
          <a:schemeClr val="accent2"/>
        </a:solidFill>
      </p:bgPr>
    </p:bg>
    <p:spTree>
      <p:nvGrpSpPr>
        <p:cNvPr id="229" name="Shape 229"/>
        <p:cNvGrpSpPr/>
        <p:nvPr/>
      </p:nvGrpSpPr>
      <p:grpSpPr>
        <a:xfrm>
          <a:off x="0" y="0"/>
          <a:ext cx="0" cy="0"/>
          <a:chOff x="0" y="0"/>
          <a:chExt cx="0" cy="0"/>
        </a:xfrm>
      </p:grpSpPr>
      <p:sp>
        <p:nvSpPr>
          <p:cNvPr id="230" name="Google Shape;230;p30"/>
          <p:cNvSpPr txBox="1"/>
          <p:nvPr>
            <p:ph type="title"/>
          </p:nvPr>
        </p:nvSpPr>
        <p:spPr>
          <a:xfrm>
            <a:off x="365750" y="274325"/>
            <a:ext cx="8412600" cy="5487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2800"/>
              <a:buFont typeface="Public Sans SemiBold"/>
              <a:buNone/>
              <a:defRPr b="0">
                <a:solidFill>
                  <a:srgbClr val="FFFFFF"/>
                </a:solidFill>
                <a:latin typeface="Public Sans SemiBold"/>
                <a:ea typeface="Public Sans SemiBold"/>
                <a:cs typeface="Public Sans SemiBold"/>
                <a:sym typeface="Public Sans SemiBold"/>
              </a:defRPr>
            </a:lvl1pPr>
            <a:lvl2pPr lvl="1" rtl="0">
              <a:spcBef>
                <a:spcPts val="0"/>
              </a:spcBef>
              <a:spcAft>
                <a:spcPts val="0"/>
              </a:spcAft>
              <a:buClr>
                <a:srgbClr val="FFFFFF"/>
              </a:buClr>
              <a:buSzPts val="2800"/>
              <a:buNone/>
              <a:defRPr>
                <a:solidFill>
                  <a:srgbClr val="FFFFFF"/>
                </a:solidFill>
              </a:defRPr>
            </a:lvl2pPr>
            <a:lvl3pPr lvl="2" rtl="0">
              <a:spcBef>
                <a:spcPts val="0"/>
              </a:spcBef>
              <a:spcAft>
                <a:spcPts val="0"/>
              </a:spcAft>
              <a:buClr>
                <a:srgbClr val="FFFFFF"/>
              </a:buClr>
              <a:buSzPts val="2800"/>
              <a:buNone/>
              <a:defRPr>
                <a:solidFill>
                  <a:srgbClr val="FFFFFF"/>
                </a:solidFill>
              </a:defRPr>
            </a:lvl3pPr>
            <a:lvl4pPr lvl="3" rtl="0">
              <a:spcBef>
                <a:spcPts val="0"/>
              </a:spcBef>
              <a:spcAft>
                <a:spcPts val="0"/>
              </a:spcAft>
              <a:buClr>
                <a:srgbClr val="FFFFFF"/>
              </a:buClr>
              <a:buSzPts val="2800"/>
              <a:buNone/>
              <a:defRPr>
                <a:solidFill>
                  <a:srgbClr val="FFFFFF"/>
                </a:solidFill>
              </a:defRPr>
            </a:lvl4pPr>
            <a:lvl5pPr lvl="4" rtl="0">
              <a:spcBef>
                <a:spcPts val="0"/>
              </a:spcBef>
              <a:spcAft>
                <a:spcPts val="0"/>
              </a:spcAft>
              <a:buClr>
                <a:srgbClr val="FFFFFF"/>
              </a:buClr>
              <a:buSzPts val="2800"/>
              <a:buNone/>
              <a:defRPr>
                <a:solidFill>
                  <a:srgbClr val="FFFFFF"/>
                </a:solidFill>
              </a:defRPr>
            </a:lvl5pPr>
            <a:lvl6pPr lvl="5" rtl="0">
              <a:spcBef>
                <a:spcPts val="0"/>
              </a:spcBef>
              <a:spcAft>
                <a:spcPts val="0"/>
              </a:spcAft>
              <a:buClr>
                <a:srgbClr val="FFFFFF"/>
              </a:buClr>
              <a:buSzPts val="2800"/>
              <a:buNone/>
              <a:defRPr>
                <a:solidFill>
                  <a:srgbClr val="FFFFFF"/>
                </a:solidFill>
              </a:defRPr>
            </a:lvl6pPr>
            <a:lvl7pPr lvl="6" rtl="0">
              <a:spcBef>
                <a:spcPts val="0"/>
              </a:spcBef>
              <a:spcAft>
                <a:spcPts val="0"/>
              </a:spcAft>
              <a:buClr>
                <a:srgbClr val="FFFFFF"/>
              </a:buClr>
              <a:buSzPts val="2800"/>
              <a:buNone/>
              <a:defRPr>
                <a:solidFill>
                  <a:srgbClr val="FFFFFF"/>
                </a:solidFill>
              </a:defRPr>
            </a:lvl7pPr>
            <a:lvl8pPr lvl="7" rtl="0">
              <a:spcBef>
                <a:spcPts val="0"/>
              </a:spcBef>
              <a:spcAft>
                <a:spcPts val="0"/>
              </a:spcAft>
              <a:buClr>
                <a:srgbClr val="FFFFFF"/>
              </a:buClr>
              <a:buSzPts val="2800"/>
              <a:buNone/>
              <a:defRPr>
                <a:solidFill>
                  <a:srgbClr val="FFFFFF"/>
                </a:solidFill>
              </a:defRPr>
            </a:lvl8pPr>
            <a:lvl9pPr lvl="8" rtl="0">
              <a:spcBef>
                <a:spcPts val="0"/>
              </a:spcBef>
              <a:spcAft>
                <a:spcPts val="0"/>
              </a:spcAft>
              <a:buClr>
                <a:srgbClr val="FFFFFF"/>
              </a:buClr>
              <a:buSzPts val="2800"/>
              <a:buNone/>
              <a:defRPr>
                <a:solidFill>
                  <a:srgbClr val="FFFFFF"/>
                </a:solidFill>
              </a:defRPr>
            </a:lvl9pPr>
          </a:lstStyle>
          <a:p/>
        </p:txBody>
      </p:sp>
      <p:sp>
        <p:nvSpPr>
          <p:cNvPr id="231" name="Google Shape;231;p30"/>
          <p:cNvSpPr txBox="1"/>
          <p:nvPr>
            <p:ph idx="12" type="sldNum"/>
          </p:nvPr>
        </p:nvSpPr>
        <p:spPr>
          <a:xfrm>
            <a:off x="360650" y="4880150"/>
            <a:ext cx="3667800" cy="269700"/>
          </a:xfrm>
          <a:prstGeom prst="rect">
            <a:avLst/>
          </a:prstGeom>
          <a:noFill/>
          <a:ln>
            <a:noFill/>
          </a:ln>
        </p:spPr>
        <p:txBody>
          <a:bodyPr anchorCtr="0" anchor="t" bIns="0" lIns="0" spcFirstLastPara="1" rIns="0" wrap="square" tIns="0">
            <a:noAutofit/>
          </a:bodyPr>
          <a:lstStyle>
            <a:lvl1pPr lvl="0" rtl="0" algn="l">
              <a:buNone/>
              <a:defRPr sz="800">
                <a:solidFill>
                  <a:srgbClr val="FFFFFF"/>
                </a:solidFill>
                <a:latin typeface="Public Sans"/>
                <a:ea typeface="Public Sans"/>
                <a:cs typeface="Public Sans"/>
                <a:sym typeface="Public Sans"/>
              </a:defRPr>
            </a:lvl1pPr>
            <a:lvl2pPr lvl="1" rtl="0" algn="l">
              <a:buNone/>
              <a:defRPr sz="800">
                <a:solidFill>
                  <a:srgbClr val="FFFFFF"/>
                </a:solidFill>
                <a:latin typeface="Public Sans"/>
                <a:ea typeface="Public Sans"/>
                <a:cs typeface="Public Sans"/>
                <a:sym typeface="Public Sans"/>
              </a:defRPr>
            </a:lvl2pPr>
            <a:lvl3pPr lvl="2" rtl="0" algn="l">
              <a:buNone/>
              <a:defRPr sz="800">
                <a:solidFill>
                  <a:srgbClr val="FFFFFF"/>
                </a:solidFill>
                <a:latin typeface="Public Sans"/>
                <a:ea typeface="Public Sans"/>
                <a:cs typeface="Public Sans"/>
                <a:sym typeface="Public Sans"/>
              </a:defRPr>
            </a:lvl3pPr>
            <a:lvl4pPr lvl="3" rtl="0" algn="l">
              <a:buNone/>
              <a:defRPr sz="800">
                <a:solidFill>
                  <a:srgbClr val="FFFFFF"/>
                </a:solidFill>
                <a:latin typeface="Public Sans"/>
                <a:ea typeface="Public Sans"/>
                <a:cs typeface="Public Sans"/>
                <a:sym typeface="Public Sans"/>
              </a:defRPr>
            </a:lvl4pPr>
            <a:lvl5pPr lvl="4" rtl="0" algn="l">
              <a:buNone/>
              <a:defRPr sz="800">
                <a:solidFill>
                  <a:srgbClr val="FFFFFF"/>
                </a:solidFill>
                <a:latin typeface="Public Sans"/>
                <a:ea typeface="Public Sans"/>
                <a:cs typeface="Public Sans"/>
                <a:sym typeface="Public Sans"/>
              </a:defRPr>
            </a:lvl5pPr>
            <a:lvl6pPr lvl="5" rtl="0" algn="l">
              <a:buNone/>
              <a:defRPr sz="800">
                <a:solidFill>
                  <a:srgbClr val="FFFFFF"/>
                </a:solidFill>
                <a:latin typeface="Public Sans"/>
                <a:ea typeface="Public Sans"/>
                <a:cs typeface="Public Sans"/>
                <a:sym typeface="Public Sans"/>
              </a:defRPr>
            </a:lvl6pPr>
            <a:lvl7pPr lvl="6" rtl="0" algn="l">
              <a:buNone/>
              <a:defRPr sz="800">
                <a:solidFill>
                  <a:srgbClr val="FFFFFF"/>
                </a:solidFill>
                <a:latin typeface="Public Sans"/>
                <a:ea typeface="Public Sans"/>
                <a:cs typeface="Public Sans"/>
                <a:sym typeface="Public Sans"/>
              </a:defRPr>
            </a:lvl7pPr>
            <a:lvl8pPr lvl="7" rtl="0" algn="l">
              <a:buNone/>
              <a:defRPr sz="800">
                <a:solidFill>
                  <a:srgbClr val="FFFFFF"/>
                </a:solidFill>
                <a:latin typeface="Public Sans"/>
                <a:ea typeface="Public Sans"/>
                <a:cs typeface="Public Sans"/>
                <a:sym typeface="Public Sans"/>
              </a:defRPr>
            </a:lvl8pPr>
            <a:lvl9pPr lvl="8" rtl="0" algn="l">
              <a:buNone/>
              <a:defRPr sz="800">
                <a:solidFill>
                  <a:srgbClr val="FFFFFF"/>
                </a:solidFill>
                <a:latin typeface="Public Sans"/>
                <a:ea typeface="Public Sans"/>
                <a:cs typeface="Public Sans"/>
                <a:sym typeface="Public Sans"/>
              </a:defRPr>
            </a:lvl9pPr>
          </a:lstStyle>
          <a:p>
            <a:pPr indent="0" lvl="0" marL="0" rtl="0" algn="l">
              <a:spcBef>
                <a:spcPts val="0"/>
              </a:spcBef>
              <a:spcAft>
                <a:spcPts val="0"/>
              </a:spcAft>
              <a:buNone/>
            </a:pPr>
            <a:r>
              <a:rPr lang="en"/>
              <a:t>Neo4j Inc. All rights reserved 2023	</a:t>
            </a:r>
            <a:endParaRPr/>
          </a:p>
        </p:txBody>
      </p:sp>
      <p:sp>
        <p:nvSpPr>
          <p:cNvPr id="232" name="Google Shape;232;p30"/>
          <p:cNvSpPr txBox="1"/>
          <p:nvPr>
            <p:ph idx="2" type="sldNum"/>
          </p:nvPr>
        </p:nvSpPr>
        <p:spPr>
          <a:xfrm>
            <a:off x="0" y="4880150"/>
            <a:ext cx="265200" cy="269700"/>
          </a:xfrm>
          <a:prstGeom prst="rect">
            <a:avLst/>
          </a:prstGeom>
          <a:noFill/>
          <a:ln>
            <a:noFill/>
          </a:ln>
        </p:spPr>
        <p:txBody>
          <a:bodyPr anchorCtr="0" anchor="t" bIns="0" lIns="0" spcFirstLastPara="1" rIns="0" wrap="square" tIns="0">
            <a:noAutofit/>
          </a:bodyPr>
          <a:lstStyle>
            <a:lvl1pPr lvl="0" rtl="0" algn="r">
              <a:buNone/>
              <a:defRPr sz="800">
                <a:solidFill>
                  <a:srgbClr val="FFFFFF"/>
                </a:solidFill>
                <a:latin typeface="Public Sans"/>
                <a:ea typeface="Public Sans"/>
                <a:cs typeface="Public Sans"/>
                <a:sym typeface="Public Sans"/>
              </a:defRPr>
            </a:lvl1pPr>
            <a:lvl2pPr lvl="1" rtl="0" algn="r">
              <a:buNone/>
              <a:defRPr sz="800">
                <a:solidFill>
                  <a:srgbClr val="FFFFFF"/>
                </a:solidFill>
                <a:latin typeface="Public Sans"/>
                <a:ea typeface="Public Sans"/>
                <a:cs typeface="Public Sans"/>
                <a:sym typeface="Public Sans"/>
              </a:defRPr>
            </a:lvl2pPr>
            <a:lvl3pPr lvl="2" rtl="0" algn="r">
              <a:buNone/>
              <a:defRPr sz="800">
                <a:solidFill>
                  <a:srgbClr val="FFFFFF"/>
                </a:solidFill>
                <a:latin typeface="Public Sans"/>
                <a:ea typeface="Public Sans"/>
                <a:cs typeface="Public Sans"/>
                <a:sym typeface="Public Sans"/>
              </a:defRPr>
            </a:lvl3pPr>
            <a:lvl4pPr lvl="3" rtl="0" algn="r">
              <a:buNone/>
              <a:defRPr sz="800">
                <a:solidFill>
                  <a:srgbClr val="FFFFFF"/>
                </a:solidFill>
                <a:latin typeface="Public Sans"/>
                <a:ea typeface="Public Sans"/>
                <a:cs typeface="Public Sans"/>
                <a:sym typeface="Public Sans"/>
              </a:defRPr>
            </a:lvl4pPr>
            <a:lvl5pPr lvl="4" rtl="0" algn="r">
              <a:buNone/>
              <a:defRPr sz="800">
                <a:solidFill>
                  <a:srgbClr val="FFFFFF"/>
                </a:solidFill>
                <a:latin typeface="Public Sans"/>
                <a:ea typeface="Public Sans"/>
                <a:cs typeface="Public Sans"/>
                <a:sym typeface="Public Sans"/>
              </a:defRPr>
            </a:lvl5pPr>
            <a:lvl6pPr lvl="5" rtl="0" algn="r">
              <a:buNone/>
              <a:defRPr sz="800">
                <a:solidFill>
                  <a:srgbClr val="FFFFFF"/>
                </a:solidFill>
                <a:latin typeface="Public Sans"/>
                <a:ea typeface="Public Sans"/>
                <a:cs typeface="Public Sans"/>
                <a:sym typeface="Public Sans"/>
              </a:defRPr>
            </a:lvl6pPr>
            <a:lvl7pPr lvl="6" rtl="0" algn="r">
              <a:buNone/>
              <a:defRPr sz="800">
                <a:solidFill>
                  <a:srgbClr val="FFFFFF"/>
                </a:solidFill>
                <a:latin typeface="Public Sans"/>
                <a:ea typeface="Public Sans"/>
                <a:cs typeface="Public Sans"/>
                <a:sym typeface="Public Sans"/>
              </a:defRPr>
            </a:lvl7pPr>
            <a:lvl8pPr lvl="7" rtl="0" algn="r">
              <a:buNone/>
              <a:defRPr sz="800">
                <a:solidFill>
                  <a:srgbClr val="FFFFFF"/>
                </a:solidFill>
                <a:latin typeface="Public Sans"/>
                <a:ea typeface="Public Sans"/>
                <a:cs typeface="Public Sans"/>
                <a:sym typeface="Public Sans"/>
              </a:defRPr>
            </a:lvl8pPr>
            <a:lvl9pPr lvl="8" rtl="0" algn="r">
              <a:buNone/>
              <a:defRPr sz="800">
                <a:solidFill>
                  <a:srgbClr val="FFFFFF"/>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749">
          <p15:clr>
            <a:srgbClr val="E46962"/>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dark deco">
  <p:cSld name="TITLE_ONLY_1_1">
    <p:bg>
      <p:bgPr>
        <a:solidFill>
          <a:schemeClr val="accent2"/>
        </a:solidFill>
      </p:bgPr>
    </p:bg>
    <p:spTree>
      <p:nvGrpSpPr>
        <p:cNvPr id="233" name="Shape 233"/>
        <p:cNvGrpSpPr/>
        <p:nvPr/>
      </p:nvGrpSpPr>
      <p:grpSpPr>
        <a:xfrm>
          <a:off x="0" y="0"/>
          <a:ext cx="0" cy="0"/>
          <a:chOff x="0" y="0"/>
          <a:chExt cx="0" cy="0"/>
        </a:xfrm>
      </p:grpSpPr>
      <p:sp>
        <p:nvSpPr>
          <p:cNvPr id="234" name="Google Shape;234;p31"/>
          <p:cNvSpPr/>
          <p:nvPr/>
        </p:nvSpPr>
        <p:spPr>
          <a:xfrm rot="1793545">
            <a:off x="4426827" y="-1288239"/>
            <a:ext cx="7544827" cy="2750779"/>
          </a:xfrm>
          <a:custGeom>
            <a:rect b="b" l="l" r="r" t="t"/>
            <a:pathLst>
              <a:path extrusionOk="0" h="3573" w="9800">
                <a:moveTo>
                  <a:pt x="1786" y="0"/>
                </a:moveTo>
                <a:cubicBezTo>
                  <a:pt x="1477" y="0"/>
                  <a:pt x="1179" y="84"/>
                  <a:pt x="893" y="239"/>
                </a:cubicBezTo>
                <a:cubicBezTo>
                  <a:pt x="632" y="393"/>
                  <a:pt x="405" y="620"/>
                  <a:pt x="239" y="893"/>
                </a:cubicBezTo>
                <a:cubicBezTo>
                  <a:pt x="96" y="1167"/>
                  <a:pt x="0" y="1465"/>
                  <a:pt x="0" y="1786"/>
                </a:cubicBezTo>
                <a:cubicBezTo>
                  <a:pt x="0" y="2108"/>
                  <a:pt x="84" y="2405"/>
                  <a:pt x="239" y="2679"/>
                </a:cubicBezTo>
                <a:cubicBezTo>
                  <a:pt x="393" y="2953"/>
                  <a:pt x="620" y="3179"/>
                  <a:pt x="893" y="3334"/>
                </a:cubicBezTo>
                <a:cubicBezTo>
                  <a:pt x="1167" y="3489"/>
                  <a:pt x="1465" y="3572"/>
                  <a:pt x="1786" y="3572"/>
                </a:cubicBezTo>
                <a:cubicBezTo>
                  <a:pt x="2108" y="3572"/>
                  <a:pt x="2406" y="3501"/>
                  <a:pt x="2679" y="3334"/>
                </a:cubicBezTo>
                <a:cubicBezTo>
                  <a:pt x="2846" y="3251"/>
                  <a:pt x="3013" y="3108"/>
                  <a:pt x="3132" y="2965"/>
                </a:cubicBezTo>
                <a:cubicBezTo>
                  <a:pt x="3674" y="2346"/>
                  <a:pt x="4281" y="2036"/>
                  <a:pt x="4888" y="2036"/>
                </a:cubicBezTo>
                <a:cubicBezTo>
                  <a:pt x="5495" y="2036"/>
                  <a:pt x="6102" y="2346"/>
                  <a:pt x="6644" y="2965"/>
                </a:cubicBezTo>
                <a:cubicBezTo>
                  <a:pt x="6775" y="3108"/>
                  <a:pt x="6930" y="3251"/>
                  <a:pt x="7109" y="3334"/>
                </a:cubicBezTo>
                <a:cubicBezTo>
                  <a:pt x="7370" y="3489"/>
                  <a:pt x="7668" y="3572"/>
                  <a:pt x="8001" y="3572"/>
                </a:cubicBezTo>
                <a:cubicBezTo>
                  <a:pt x="8311" y="3572"/>
                  <a:pt x="8609" y="3501"/>
                  <a:pt x="8894" y="3334"/>
                </a:cubicBezTo>
                <a:cubicBezTo>
                  <a:pt x="9156" y="3191"/>
                  <a:pt x="9383" y="2965"/>
                  <a:pt x="9549" y="2679"/>
                </a:cubicBezTo>
                <a:cubicBezTo>
                  <a:pt x="9692" y="2417"/>
                  <a:pt x="9787" y="2120"/>
                  <a:pt x="9787" y="1786"/>
                </a:cubicBezTo>
                <a:cubicBezTo>
                  <a:pt x="9799" y="1489"/>
                  <a:pt x="9728" y="1191"/>
                  <a:pt x="9561" y="917"/>
                </a:cubicBezTo>
                <a:cubicBezTo>
                  <a:pt x="9406" y="643"/>
                  <a:pt x="9192" y="417"/>
                  <a:pt x="8906" y="262"/>
                </a:cubicBezTo>
                <a:cubicBezTo>
                  <a:pt x="8644" y="108"/>
                  <a:pt x="8347" y="24"/>
                  <a:pt x="8013" y="24"/>
                </a:cubicBezTo>
                <a:cubicBezTo>
                  <a:pt x="7704" y="24"/>
                  <a:pt x="7406" y="96"/>
                  <a:pt x="7120" y="262"/>
                </a:cubicBezTo>
                <a:cubicBezTo>
                  <a:pt x="6954" y="358"/>
                  <a:pt x="6799" y="477"/>
                  <a:pt x="6656" y="631"/>
                </a:cubicBezTo>
                <a:cubicBezTo>
                  <a:pt x="6114" y="1251"/>
                  <a:pt x="5507" y="1560"/>
                  <a:pt x="4900" y="1560"/>
                </a:cubicBezTo>
                <a:cubicBezTo>
                  <a:pt x="4293" y="1560"/>
                  <a:pt x="3685" y="1251"/>
                  <a:pt x="3144" y="631"/>
                </a:cubicBezTo>
                <a:cubicBezTo>
                  <a:pt x="3013" y="477"/>
                  <a:pt x="2858" y="346"/>
                  <a:pt x="2679" y="239"/>
                </a:cubicBezTo>
                <a:cubicBezTo>
                  <a:pt x="2417" y="96"/>
                  <a:pt x="2120" y="0"/>
                  <a:pt x="178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31"/>
          <p:cNvSpPr/>
          <p:nvPr/>
        </p:nvSpPr>
        <p:spPr>
          <a:xfrm>
            <a:off x="8367100" y="-47700"/>
            <a:ext cx="1116000" cy="2697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31"/>
          <p:cNvSpPr/>
          <p:nvPr/>
        </p:nvSpPr>
        <p:spPr>
          <a:xfrm rot="1793710">
            <a:off x="-4105351" y="3244235"/>
            <a:ext cx="7544837" cy="2750779"/>
          </a:xfrm>
          <a:custGeom>
            <a:rect b="b" l="l" r="r" t="t"/>
            <a:pathLst>
              <a:path extrusionOk="0" h="3573" w="9800">
                <a:moveTo>
                  <a:pt x="1786" y="0"/>
                </a:moveTo>
                <a:cubicBezTo>
                  <a:pt x="1477" y="0"/>
                  <a:pt x="1179" y="84"/>
                  <a:pt x="893" y="239"/>
                </a:cubicBezTo>
                <a:cubicBezTo>
                  <a:pt x="632" y="393"/>
                  <a:pt x="405" y="620"/>
                  <a:pt x="239" y="893"/>
                </a:cubicBezTo>
                <a:cubicBezTo>
                  <a:pt x="96" y="1167"/>
                  <a:pt x="0" y="1465"/>
                  <a:pt x="0" y="1786"/>
                </a:cubicBezTo>
                <a:cubicBezTo>
                  <a:pt x="0" y="2108"/>
                  <a:pt x="84" y="2405"/>
                  <a:pt x="239" y="2679"/>
                </a:cubicBezTo>
                <a:cubicBezTo>
                  <a:pt x="393" y="2953"/>
                  <a:pt x="620" y="3179"/>
                  <a:pt x="893" y="3334"/>
                </a:cubicBezTo>
                <a:cubicBezTo>
                  <a:pt x="1167" y="3489"/>
                  <a:pt x="1465" y="3572"/>
                  <a:pt x="1786" y="3572"/>
                </a:cubicBezTo>
                <a:cubicBezTo>
                  <a:pt x="2108" y="3572"/>
                  <a:pt x="2406" y="3501"/>
                  <a:pt x="2679" y="3334"/>
                </a:cubicBezTo>
                <a:cubicBezTo>
                  <a:pt x="2846" y="3251"/>
                  <a:pt x="3013" y="3108"/>
                  <a:pt x="3132" y="2965"/>
                </a:cubicBezTo>
                <a:cubicBezTo>
                  <a:pt x="3674" y="2346"/>
                  <a:pt x="4281" y="2036"/>
                  <a:pt x="4888" y="2036"/>
                </a:cubicBezTo>
                <a:cubicBezTo>
                  <a:pt x="5495" y="2036"/>
                  <a:pt x="6102" y="2346"/>
                  <a:pt x="6644" y="2965"/>
                </a:cubicBezTo>
                <a:cubicBezTo>
                  <a:pt x="6775" y="3108"/>
                  <a:pt x="6930" y="3251"/>
                  <a:pt x="7109" y="3334"/>
                </a:cubicBezTo>
                <a:cubicBezTo>
                  <a:pt x="7370" y="3489"/>
                  <a:pt x="7668" y="3572"/>
                  <a:pt x="8001" y="3572"/>
                </a:cubicBezTo>
                <a:cubicBezTo>
                  <a:pt x="8311" y="3572"/>
                  <a:pt x="8609" y="3501"/>
                  <a:pt x="8894" y="3334"/>
                </a:cubicBezTo>
                <a:cubicBezTo>
                  <a:pt x="9156" y="3191"/>
                  <a:pt x="9383" y="2965"/>
                  <a:pt x="9549" y="2679"/>
                </a:cubicBezTo>
                <a:cubicBezTo>
                  <a:pt x="9692" y="2417"/>
                  <a:pt x="9787" y="2120"/>
                  <a:pt x="9787" y="1786"/>
                </a:cubicBezTo>
                <a:cubicBezTo>
                  <a:pt x="9799" y="1489"/>
                  <a:pt x="9728" y="1191"/>
                  <a:pt x="9561" y="917"/>
                </a:cubicBezTo>
                <a:cubicBezTo>
                  <a:pt x="9406" y="643"/>
                  <a:pt x="9192" y="417"/>
                  <a:pt x="8906" y="262"/>
                </a:cubicBezTo>
                <a:cubicBezTo>
                  <a:pt x="8644" y="108"/>
                  <a:pt x="8347" y="24"/>
                  <a:pt x="8013" y="24"/>
                </a:cubicBezTo>
                <a:cubicBezTo>
                  <a:pt x="7704" y="24"/>
                  <a:pt x="7406" y="96"/>
                  <a:pt x="7120" y="262"/>
                </a:cubicBezTo>
                <a:cubicBezTo>
                  <a:pt x="6954" y="358"/>
                  <a:pt x="6799" y="477"/>
                  <a:pt x="6656" y="631"/>
                </a:cubicBezTo>
                <a:cubicBezTo>
                  <a:pt x="6114" y="1251"/>
                  <a:pt x="5507" y="1560"/>
                  <a:pt x="4900" y="1560"/>
                </a:cubicBezTo>
                <a:cubicBezTo>
                  <a:pt x="4293" y="1560"/>
                  <a:pt x="3685" y="1251"/>
                  <a:pt x="3144" y="631"/>
                </a:cubicBezTo>
                <a:cubicBezTo>
                  <a:pt x="3013" y="477"/>
                  <a:pt x="2858" y="346"/>
                  <a:pt x="2679" y="239"/>
                </a:cubicBezTo>
                <a:cubicBezTo>
                  <a:pt x="2417" y="96"/>
                  <a:pt x="2120" y="0"/>
                  <a:pt x="178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31"/>
          <p:cNvSpPr txBox="1"/>
          <p:nvPr>
            <p:ph type="title"/>
          </p:nvPr>
        </p:nvSpPr>
        <p:spPr>
          <a:xfrm>
            <a:off x="365750" y="274325"/>
            <a:ext cx="8412600" cy="5487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2800"/>
              <a:buFont typeface="Public Sans SemiBold"/>
              <a:buNone/>
              <a:defRPr b="0">
                <a:solidFill>
                  <a:srgbClr val="FFFFFF"/>
                </a:solidFill>
                <a:latin typeface="Public Sans SemiBold"/>
                <a:ea typeface="Public Sans SemiBold"/>
                <a:cs typeface="Public Sans SemiBold"/>
                <a:sym typeface="Public Sans SemiBold"/>
              </a:defRPr>
            </a:lvl1pPr>
            <a:lvl2pPr lvl="1" rtl="0">
              <a:spcBef>
                <a:spcPts val="0"/>
              </a:spcBef>
              <a:spcAft>
                <a:spcPts val="0"/>
              </a:spcAft>
              <a:buClr>
                <a:srgbClr val="FFFFFF"/>
              </a:buClr>
              <a:buSzPts val="2800"/>
              <a:buNone/>
              <a:defRPr>
                <a:solidFill>
                  <a:srgbClr val="FFFFFF"/>
                </a:solidFill>
              </a:defRPr>
            </a:lvl2pPr>
            <a:lvl3pPr lvl="2" rtl="0">
              <a:spcBef>
                <a:spcPts val="0"/>
              </a:spcBef>
              <a:spcAft>
                <a:spcPts val="0"/>
              </a:spcAft>
              <a:buClr>
                <a:srgbClr val="FFFFFF"/>
              </a:buClr>
              <a:buSzPts val="2800"/>
              <a:buNone/>
              <a:defRPr>
                <a:solidFill>
                  <a:srgbClr val="FFFFFF"/>
                </a:solidFill>
              </a:defRPr>
            </a:lvl3pPr>
            <a:lvl4pPr lvl="3" rtl="0">
              <a:spcBef>
                <a:spcPts val="0"/>
              </a:spcBef>
              <a:spcAft>
                <a:spcPts val="0"/>
              </a:spcAft>
              <a:buClr>
                <a:srgbClr val="FFFFFF"/>
              </a:buClr>
              <a:buSzPts val="2800"/>
              <a:buNone/>
              <a:defRPr>
                <a:solidFill>
                  <a:srgbClr val="FFFFFF"/>
                </a:solidFill>
              </a:defRPr>
            </a:lvl4pPr>
            <a:lvl5pPr lvl="4" rtl="0">
              <a:spcBef>
                <a:spcPts val="0"/>
              </a:spcBef>
              <a:spcAft>
                <a:spcPts val="0"/>
              </a:spcAft>
              <a:buClr>
                <a:srgbClr val="FFFFFF"/>
              </a:buClr>
              <a:buSzPts val="2800"/>
              <a:buNone/>
              <a:defRPr>
                <a:solidFill>
                  <a:srgbClr val="FFFFFF"/>
                </a:solidFill>
              </a:defRPr>
            </a:lvl5pPr>
            <a:lvl6pPr lvl="5" rtl="0">
              <a:spcBef>
                <a:spcPts val="0"/>
              </a:spcBef>
              <a:spcAft>
                <a:spcPts val="0"/>
              </a:spcAft>
              <a:buClr>
                <a:srgbClr val="FFFFFF"/>
              </a:buClr>
              <a:buSzPts val="2800"/>
              <a:buNone/>
              <a:defRPr>
                <a:solidFill>
                  <a:srgbClr val="FFFFFF"/>
                </a:solidFill>
              </a:defRPr>
            </a:lvl6pPr>
            <a:lvl7pPr lvl="6" rtl="0">
              <a:spcBef>
                <a:spcPts val="0"/>
              </a:spcBef>
              <a:spcAft>
                <a:spcPts val="0"/>
              </a:spcAft>
              <a:buClr>
                <a:srgbClr val="FFFFFF"/>
              </a:buClr>
              <a:buSzPts val="2800"/>
              <a:buNone/>
              <a:defRPr>
                <a:solidFill>
                  <a:srgbClr val="FFFFFF"/>
                </a:solidFill>
              </a:defRPr>
            </a:lvl7pPr>
            <a:lvl8pPr lvl="7" rtl="0">
              <a:spcBef>
                <a:spcPts val="0"/>
              </a:spcBef>
              <a:spcAft>
                <a:spcPts val="0"/>
              </a:spcAft>
              <a:buClr>
                <a:srgbClr val="FFFFFF"/>
              </a:buClr>
              <a:buSzPts val="2800"/>
              <a:buNone/>
              <a:defRPr>
                <a:solidFill>
                  <a:srgbClr val="FFFFFF"/>
                </a:solidFill>
              </a:defRPr>
            </a:lvl8pPr>
            <a:lvl9pPr lvl="8" rtl="0">
              <a:spcBef>
                <a:spcPts val="0"/>
              </a:spcBef>
              <a:spcAft>
                <a:spcPts val="0"/>
              </a:spcAft>
              <a:buClr>
                <a:srgbClr val="FFFFFF"/>
              </a:buClr>
              <a:buSzPts val="2800"/>
              <a:buNone/>
              <a:defRPr>
                <a:solidFill>
                  <a:srgbClr val="FFFFFF"/>
                </a:solidFill>
              </a:defRPr>
            </a:lvl9pPr>
          </a:lstStyle>
          <a:p/>
        </p:txBody>
      </p:sp>
      <p:sp>
        <p:nvSpPr>
          <p:cNvPr id="238" name="Google Shape;238;p31"/>
          <p:cNvSpPr txBox="1"/>
          <p:nvPr>
            <p:ph idx="12" type="sldNum"/>
          </p:nvPr>
        </p:nvSpPr>
        <p:spPr>
          <a:xfrm>
            <a:off x="360650" y="4880150"/>
            <a:ext cx="3667800" cy="269700"/>
          </a:xfrm>
          <a:prstGeom prst="rect">
            <a:avLst/>
          </a:prstGeom>
          <a:noFill/>
          <a:ln>
            <a:noFill/>
          </a:ln>
        </p:spPr>
        <p:txBody>
          <a:bodyPr anchorCtr="0" anchor="t" bIns="0" lIns="0" spcFirstLastPara="1" rIns="0" wrap="square" tIns="0">
            <a:noAutofit/>
          </a:bodyPr>
          <a:lstStyle>
            <a:lvl1pPr lvl="0" rtl="0" algn="l">
              <a:buNone/>
              <a:defRPr sz="800">
                <a:solidFill>
                  <a:schemeClr val="dk1"/>
                </a:solidFill>
                <a:latin typeface="Public Sans"/>
                <a:ea typeface="Public Sans"/>
                <a:cs typeface="Public Sans"/>
                <a:sym typeface="Public Sans"/>
              </a:defRPr>
            </a:lvl1pPr>
            <a:lvl2pPr lvl="1" rtl="0" algn="l">
              <a:buNone/>
              <a:defRPr sz="800">
                <a:solidFill>
                  <a:schemeClr val="dk1"/>
                </a:solidFill>
                <a:latin typeface="Public Sans"/>
                <a:ea typeface="Public Sans"/>
                <a:cs typeface="Public Sans"/>
                <a:sym typeface="Public Sans"/>
              </a:defRPr>
            </a:lvl2pPr>
            <a:lvl3pPr lvl="2" rtl="0" algn="l">
              <a:buNone/>
              <a:defRPr sz="800">
                <a:solidFill>
                  <a:schemeClr val="dk1"/>
                </a:solidFill>
                <a:latin typeface="Public Sans"/>
                <a:ea typeface="Public Sans"/>
                <a:cs typeface="Public Sans"/>
                <a:sym typeface="Public Sans"/>
              </a:defRPr>
            </a:lvl3pPr>
            <a:lvl4pPr lvl="3" rtl="0" algn="l">
              <a:buNone/>
              <a:defRPr sz="800">
                <a:solidFill>
                  <a:schemeClr val="dk1"/>
                </a:solidFill>
                <a:latin typeface="Public Sans"/>
                <a:ea typeface="Public Sans"/>
                <a:cs typeface="Public Sans"/>
                <a:sym typeface="Public Sans"/>
              </a:defRPr>
            </a:lvl4pPr>
            <a:lvl5pPr lvl="4" rtl="0" algn="l">
              <a:buNone/>
              <a:defRPr sz="800">
                <a:solidFill>
                  <a:schemeClr val="dk1"/>
                </a:solidFill>
                <a:latin typeface="Public Sans"/>
                <a:ea typeface="Public Sans"/>
                <a:cs typeface="Public Sans"/>
                <a:sym typeface="Public Sans"/>
              </a:defRPr>
            </a:lvl5pPr>
            <a:lvl6pPr lvl="5" rtl="0" algn="l">
              <a:buNone/>
              <a:defRPr sz="800">
                <a:solidFill>
                  <a:schemeClr val="dk1"/>
                </a:solidFill>
                <a:latin typeface="Public Sans"/>
                <a:ea typeface="Public Sans"/>
                <a:cs typeface="Public Sans"/>
                <a:sym typeface="Public Sans"/>
              </a:defRPr>
            </a:lvl6pPr>
            <a:lvl7pPr lvl="6" rtl="0" algn="l">
              <a:buNone/>
              <a:defRPr sz="800">
                <a:solidFill>
                  <a:schemeClr val="dk1"/>
                </a:solidFill>
                <a:latin typeface="Public Sans"/>
                <a:ea typeface="Public Sans"/>
                <a:cs typeface="Public Sans"/>
                <a:sym typeface="Public Sans"/>
              </a:defRPr>
            </a:lvl7pPr>
            <a:lvl8pPr lvl="7" rtl="0" algn="l">
              <a:buNone/>
              <a:defRPr sz="800">
                <a:solidFill>
                  <a:schemeClr val="dk1"/>
                </a:solidFill>
                <a:latin typeface="Public Sans"/>
                <a:ea typeface="Public Sans"/>
                <a:cs typeface="Public Sans"/>
                <a:sym typeface="Public Sans"/>
              </a:defRPr>
            </a:lvl8pPr>
            <a:lvl9pPr lvl="8" rtl="0" algn="l">
              <a:buNone/>
              <a:defRPr sz="800">
                <a:solidFill>
                  <a:schemeClr val="dk1"/>
                </a:solidFill>
                <a:latin typeface="Public Sans"/>
                <a:ea typeface="Public Sans"/>
                <a:cs typeface="Public Sans"/>
                <a:sym typeface="Public Sans"/>
              </a:defRPr>
            </a:lvl9pPr>
          </a:lstStyle>
          <a:p>
            <a:pPr indent="0" lvl="0" marL="0" rtl="0" algn="l">
              <a:spcBef>
                <a:spcPts val="0"/>
              </a:spcBef>
              <a:spcAft>
                <a:spcPts val="0"/>
              </a:spcAft>
              <a:buNone/>
            </a:pPr>
            <a:r>
              <a:rPr lang="en"/>
              <a:t>Neo4j Inc. All rights reserved 2023	</a:t>
            </a:r>
            <a:endParaRPr/>
          </a:p>
        </p:txBody>
      </p:sp>
      <p:sp>
        <p:nvSpPr>
          <p:cNvPr id="239" name="Google Shape;239;p31"/>
          <p:cNvSpPr txBox="1"/>
          <p:nvPr>
            <p:ph idx="2" type="sldNum"/>
          </p:nvPr>
        </p:nvSpPr>
        <p:spPr>
          <a:xfrm>
            <a:off x="0" y="4880150"/>
            <a:ext cx="265200" cy="269700"/>
          </a:xfrm>
          <a:prstGeom prst="rect">
            <a:avLst/>
          </a:prstGeom>
          <a:noFill/>
          <a:ln>
            <a:noFill/>
          </a:ln>
        </p:spPr>
        <p:txBody>
          <a:bodyPr anchorCtr="0" anchor="t" bIns="0" lIns="0" spcFirstLastPara="1" rIns="0" wrap="square" tIns="0">
            <a:noAutofit/>
          </a:bodyPr>
          <a:lstStyle>
            <a:lvl1pPr lvl="0" rtl="0" algn="r">
              <a:buNone/>
              <a:defRPr sz="800">
                <a:solidFill>
                  <a:schemeClr val="dk1"/>
                </a:solidFill>
                <a:latin typeface="Public Sans"/>
                <a:ea typeface="Public Sans"/>
                <a:cs typeface="Public Sans"/>
                <a:sym typeface="Public Sans"/>
              </a:defRPr>
            </a:lvl1pPr>
            <a:lvl2pPr lvl="1" rtl="0" algn="r">
              <a:buNone/>
              <a:defRPr sz="800">
                <a:solidFill>
                  <a:schemeClr val="dk1"/>
                </a:solidFill>
                <a:latin typeface="Public Sans"/>
                <a:ea typeface="Public Sans"/>
                <a:cs typeface="Public Sans"/>
                <a:sym typeface="Public Sans"/>
              </a:defRPr>
            </a:lvl2pPr>
            <a:lvl3pPr lvl="2" rtl="0" algn="r">
              <a:buNone/>
              <a:defRPr sz="800">
                <a:solidFill>
                  <a:schemeClr val="dk1"/>
                </a:solidFill>
                <a:latin typeface="Public Sans"/>
                <a:ea typeface="Public Sans"/>
                <a:cs typeface="Public Sans"/>
                <a:sym typeface="Public Sans"/>
              </a:defRPr>
            </a:lvl3pPr>
            <a:lvl4pPr lvl="3" rtl="0" algn="r">
              <a:buNone/>
              <a:defRPr sz="800">
                <a:solidFill>
                  <a:schemeClr val="dk1"/>
                </a:solidFill>
                <a:latin typeface="Public Sans"/>
                <a:ea typeface="Public Sans"/>
                <a:cs typeface="Public Sans"/>
                <a:sym typeface="Public Sans"/>
              </a:defRPr>
            </a:lvl4pPr>
            <a:lvl5pPr lvl="4" rtl="0" algn="r">
              <a:buNone/>
              <a:defRPr sz="800">
                <a:solidFill>
                  <a:schemeClr val="dk1"/>
                </a:solidFill>
                <a:latin typeface="Public Sans"/>
                <a:ea typeface="Public Sans"/>
                <a:cs typeface="Public Sans"/>
                <a:sym typeface="Public Sans"/>
              </a:defRPr>
            </a:lvl5pPr>
            <a:lvl6pPr lvl="5" rtl="0" algn="r">
              <a:buNone/>
              <a:defRPr sz="800">
                <a:solidFill>
                  <a:schemeClr val="dk1"/>
                </a:solidFill>
                <a:latin typeface="Public Sans"/>
                <a:ea typeface="Public Sans"/>
                <a:cs typeface="Public Sans"/>
                <a:sym typeface="Public Sans"/>
              </a:defRPr>
            </a:lvl6pPr>
            <a:lvl7pPr lvl="6" rtl="0" algn="r">
              <a:buNone/>
              <a:defRPr sz="800">
                <a:solidFill>
                  <a:schemeClr val="dk1"/>
                </a:solidFill>
                <a:latin typeface="Public Sans"/>
                <a:ea typeface="Public Sans"/>
                <a:cs typeface="Public Sans"/>
                <a:sym typeface="Public Sans"/>
              </a:defRPr>
            </a:lvl7pPr>
            <a:lvl8pPr lvl="7" rtl="0" algn="r">
              <a:buNone/>
              <a:defRPr sz="800">
                <a:solidFill>
                  <a:schemeClr val="dk1"/>
                </a:solidFill>
                <a:latin typeface="Public Sans"/>
                <a:ea typeface="Public Sans"/>
                <a:cs typeface="Public Sans"/>
                <a:sym typeface="Public Sans"/>
              </a:defRPr>
            </a:lvl8pPr>
            <a:lvl9pPr lvl="8" rtl="0" algn="r">
              <a:buNone/>
              <a:defRPr sz="800">
                <a:solidFill>
                  <a:schemeClr val="dk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749">
          <p15:clr>
            <a:srgbClr val="E46962"/>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bright" type="blank">
  <p:cSld name="BLANK">
    <p:bg>
      <p:bgPr>
        <a:solidFill>
          <a:srgbClr val="FFFFFF"/>
        </a:solidFill>
      </p:bgPr>
    </p:bg>
    <p:spTree>
      <p:nvGrpSpPr>
        <p:cNvPr id="240" name="Shape 240"/>
        <p:cNvGrpSpPr/>
        <p:nvPr/>
      </p:nvGrpSpPr>
      <p:grpSpPr>
        <a:xfrm>
          <a:off x="0" y="0"/>
          <a:ext cx="0" cy="0"/>
          <a:chOff x="0" y="0"/>
          <a:chExt cx="0" cy="0"/>
        </a:xfrm>
      </p:grpSpPr>
      <p:sp>
        <p:nvSpPr>
          <p:cNvPr id="241" name="Google Shape;241;p32"/>
          <p:cNvSpPr txBox="1"/>
          <p:nvPr>
            <p:ph idx="12" type="sldNum"/>
          </p:nvPr>
        </p:nvSpPr>
        <p:spPr>
          <a:xfrm>
            <a:off x="360650" y="4880150"/>
            <a:ext cx="3667800" cy="269700"/>
          </a:xfrm>
          <a:prstGeom prst="rect">
            <a:avLst/>
          </a:prstGeom>
          <a:noFill/>
          <a:ln>
            <a:noFill/>
          </a:ln>
        </p:spPr>
        <p:txBody>
          <a:bodyPr anchorCtr="0" anchor="t" bIns="0" lIns="0" spcFirstLastPara="1" rIns="0" wrap="square" tIns="0">
            <a:noAutofit/>
          </a:bodyPr>
          <a:lstStyle>
            <a:lvl1pPr lvl="0" rtl="0" algn="l">
              <a:buNone/>
              <a:defRPr sz="800">
                <a:solidFill>
                  <a:schemeClr val="dk1"/>
                </a:solidFill>
                <a:latin typeface="Public Sans"/>
                <a:ea typeface="Public Sans"/>
                <a:cs typeface="Public Sans"/>
                <a:sym typeface="Public Sans"/>
              </a:defRPr>
            </a:lvl1pPr>
            <a:lvl2pPr lvl="1" rtl="0" algn="l">
              <a:buNone/>
              <a:defRPr sz="800">
                <a:solidFill>
                  <a:schemeClr val="dk1"/>
                </a:solidFill>
                <a:latin typeface="Public Sans"/>
                <a:ea typeface="Public Sans"/>
                <a:cs typeface="Public Sans"/>
                <a:sym typeface="Public Sans"/>
              </a:defRPr>
            </a:lvl2pPr>
            <a:lvl3pPr lvl="2" rtl="0" algn="l">
              <a:buNone/>
              <a:defRPr sz="800">
                <a:solidFill>
                  <a:schemeClr val="dk1"/>
                </a:solidFill>
                <a:latin typeface="Public Sans"/>
                <a:ea typeface="Public Sans"/>
                <a:cs typeface="Public Sans"/>
                <a:sym typeface="Public Sans"/>
              </a:defRPr>
            </a:lvl3pPr>
            <a:lvl4pPr lvl="3" rtl="0" algn="l">
              <a:buNone/>
              <a:defRPr sz="800">
                <a:solidFill>
                  <a:schemeClr val="dk1"/>
                </a:solidFill>
                <a:latin typeface="Public Sans"/>
                <a:ea typeface="Public Sans"/>
                <a:cs typeface="Public Sans"/>
                <a:sym typeface="Public Sans"/>
              </a:defRPr>
            </a:lvl4pPr>
            <a:lvl5pPr lvl="4" rtl="0" algn="l">
              <a:buNone/>
              <a:defRPr sz="800">
                <a:solidFill>
                  <a:schemeClr val="dk1"/>
                </a:solidFill>
                <a:latin typeface="Public Sans"/>
                <a:ea typeface="Public Sans"/>
                <a:cs typeface="Public Sans"/>
                <a:sym typeface="Public Sans"/>
              </a:defRPr>
            </a:lvl5pPr>
            <a:lvl6pPr lvl="5" rtl="0" algn="l">
              <a:buNone/>
              <a:defRPr sz="800">
                <a:solidFill>
                  <a:schemeClr val="dk1"/>
                </a:solidFill>
                <a:latin typeface="Public Sans"/>
                <a:ea typeface="Public Sans"/>
                <a:cs typeface="Public Sans"/>
                <a:sym typeface="Public Sans"/>
              </a:defRPr>
            </a:lvl6pPr>
            <a:lvl7pPr lvl="6" rtl="0" algn="l">
              <a:buNone/>
              <a:defRPr sz="800">
                <a:solidFill>
                  <a:schemeClr val="dk1"/>
                </a:solidFill>
                <a:latin typeface="Public Sans"/>
                <a:ea typeface="Public Sans"/>
                <a:cs typeface="Public Sans"/>
                <a:sym typeface="Public Sans"/>
              </a:defRPr>
            </a:lvl7pPr>
            <a:lvl8pPr lvl="7" rtl="0" algn="l">
              <a:buNone/>
              <a:defRPr sz="800">
                <a:solidFill>
                  <a:schemeClr val="dk1"/>
                </a:solidFill>
                <a:latin typeface="Public Sans"/>
                <a:ea typeface="Public Sans"/>
                <a:cs typeface="Public Sans"/>
                <a:sym typeface="Public Sans"/>
              </a:defRPr>
            </a:lvl8pPr>
            <a:lvl9pPr lvl="8" rtl="0" algn="l">
              <a:buNone/>
              <a:defRPr sz="800">
                <a:solidFill>
                  <a:schemeClr val="dk1"/>
                </a:solidFill>
                <a:latin typeface="Public Sans"/>
                <a:ea typeface="Public Sans"/>
                <a:cs typeface="Public Sans"/>
                <a:sym typeface="Public Sans"/>
              </a:defRPr>
            </a:lvl9pPr>
          </a:lstStyle>
          <a:p>
            <a:pPr indent="0" lvl="0" marL="0" rtl="0" algn="l">
              <a:spcBef>
                <a:spcPts val="0"/>
              </a:spcBef>
              <a:spcAft>
                <a:spcPts val="0"/>
              </a:spcAft>
              <a:buNone/>
            </a:pPr>
            <a:r>
              <a:rPr lang="en"/>
              <a:t>Neo4j Inc. All rights reserved 2023	</a:t>
            </a:r>
            <a:endParaRPr/>
          </a:p>
        </p:txBody>
      </p:sp>
      <p:sp>
        <p:nvSpPr>
          <p:cNvPr id="242" name="Google Shape;242;p32"/>
          <p:cNvSpPr txBox="1"/>
          <p:nvPr>
            <p:ph idx="2" type="sldNum"/>
          </p:nvPr>
        </p:nvSpPr>
        <p:spPr>
          <a:xfrm>
            <a:off x="0" y="4880150"/>
            <a:ext cx="265200" cy="269700"/>
          </a:xfrm>
          <a:prstGeom prst="rect">
            <a:avLst/>
          </a:prstGeom>
          <a:noFill/>
          <a:ln>
            <a:noFill/>
          </a:ln>
        </p:spPr>
        <p:txBody>
          <a:bodyPr anchorCtr="0" anchor="t" bIns="0" lIns="0" spcFirstLastPara="1" rIns="0" wrap="square" tIns="0">
            <a:noAutofit/>
          </a:bodyPr>
          <a:lstStyle>
            <a:lvl1pPr lvl="0" rtl="0" algn="r">
              <a:buNone/>
              <a:defRPr sz="800">
                <a:solidFill>
                  <a:schemeClr val="dk1"/>
                </a:solidFill>
                <a:latin typeface="Public Sans"/>
                <a:ea typeface="Public Sans"/>
                <a:cs typeface="Public Sans"/>
                <a:sym typeface="Public Sans"/>
              </a:defRPr>
            </a:lvl1pPr>
            <a:lvl2pPr lvl="1" rtl="0" algn="r">
              <a:buNone/>
              <a:defRPr sz="800">
                <a:solidFill>
                  <a:schemeClr val="dk1"/>
                </a:solidFill>
                <a:latin typeface="Public Sans"/>
                <a:ea typeface="Public Sans"/>
                <a:cs typeface="Public Sans"/>
                <a:sym typeface="Public Sans"/>
              </a:defRPr>
            </a:lvl2pPr>
            <a:lvl3pPr lvl="2" rtl="0" algn="r">
              <a:buNone/>
              <a:defRPr sz="800">
                <a:solidFill>
                  <a:schemeClr val="dk1"/>
                </a:solidFill>
                <a:latin typeface="Public Sans"/>
                <a:ea typeface="Public Sans"/>
                <a:cs typeface="Public Sans"/>
                <a:sym typeface="Public Sans"/>
              </a:defRPr>
            </a:lvl3pPr>
            <a:lvl4pPr lvl="3" rtl="0" algn="r">
              <a:buNone/>
              <a:defRPr sz="800">
                <a:solidFill>
                  <a:schemeClr val="dk1"/>
                </a:solidFill>
                <a:latin typeface="Public Sans"/>
                <a:ea typeface="Public Sans"/>
                <a:cs typeface="Public Sans"/>
                <a:sym typeface="Public Sans"/>
              </a:defRPr>
            </a:lvl4pPr>
            <a:lvl5pPr lvl="4" rtl="0" algn="r">
              <a:buNone/>
              <a:defRPr sz="800">
                <a:solidFill>
                  <a:schemeClr val="dk1"/>
                </a:solidFill>
                <a:latin typeface="Public Sans"/>
                <a:ea typeface="Public Sans"/>
                <a:cs typeface="Public Sans"/>
                <a:sym typeface="Public Sans"/>
              </a:defRPr>
            </a:lvl5pPr>
            <a:lvl6pPr lvl="5" rtl="0" algn="r">
              <a:buNone/>
              <a:defRPr sz="800">
                <a:solidFill>
                  <a:schemeClr val="dk1"/>
                </a:solidFill>
                <a:latin typeface="Public Sans"/>
                <a:ea typeface="Public Sans"/>
                <a:cs typeface="Public Sans"/>
                <a:sym typeface="Public Sans"/>
              </a:defRPr>
            </a:lvl6pPr>
            <a:lvl7pPr lvl="6" rtl="0" algn="r">
              <a:buNone/>
              <a:defRPr sz="800">
                <a:solidFill>
                  <a:schemeClr val="dk1"/>
                </a:solidFill>
                <a:latin typeface="Public Sans"/>
                <a:ea typeface="Public Sans"/>
                <a:cs typeface="Public Sans"/>
                <a:sym typeface="Public Sans"/>
              </a:defRPr>
            </a:lvl7pPr>
            <a:lvl8pPr lvl="7" rtl="0" algn="r">
              <a:buNone/>
              <a:defRPr sz="800">
                <a:solidFill>
                  <a:schemeClr val="dk1"/>
                </a:solidFill>
                <a:latin typeface="Public Sans"/>
                <a:ea typeface="Public Sans"/>
                <a:cs typeface="Public Sans"/>
                <a:sym typeface="Public Sans"/>
              </a:defRPr>
            </a:lvl8pPr>
            <a:lvl9pPr lvl="8" rtl="0" algn="r">
              <a:buNone/>
              <a:defRPr sz="800">
                <a:solidFill>
                  <a:schemeClr val="dk1"/>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231">
          <p15:clr>
            <a:srgbClr val="E46962"/>
          </p15:clr>
        </p15:guide>
      </p15:sldGuideLst>
    </p:ext>
  </p:extLs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bright deco">
  <p:cSld name="BLANK_2">
    <p:bg>
      <p:bgPr>
        <a:solidFill>
          <a:srgbClr val="FFFFFF"/>
        </a:solidFill>
      </p:bgPr>
    </p:bg>
    <p:spTree>
      <p:nvGrpSpPr>
        <p:cNvPr id="243" name="Shape 243"/>
        <p:cNvGrpSpPr/>
        <p:nvPr/>
      </p:nvGrpSpPr>
      <p:grpSpPr>
        <a:xfrm>
          <a:off x="0" y="0"/>
          <a:ext cx="0" cy="0"/>
          <a:chOff x="0" y="0"/>
          <a:chExt cx="0" cy="0"/>
        </a:xfrm>
      </p:grpSpPr>
      <p:sp>
        <p:nvSpPr>
          <p:cNvPr id="244" name="Google Shape;244;p33"/>
          <p:cNvSpPr/>
          <p:nvPr/>
        </p:nvSpPr>
        <p:spPr>
          <a:xfrm rot="1793545">
            <a:off x="4426827" y="-1288239"/>
            <a:ext cx="7544827" cy="2750779"/>
          </a:xfrm>
          <a:custGeom>
            <a:rect b="b" l="l" r="r" t="t"/>
            <a:pathLst>
              <a:path extrusionOk="0" h="3573" w="9800">
                <a:moveTo>
                  <a:pt x="1786" y="0"/>
                </a:moveTo>
                <a:cubicBezTo>
                  <a:pt x="1477" y="0"/>
                  <a:pt x="1179" y="84"/>
                  <a:pt x="893" y="239"/>
                </a:cubicBezTo>
                <a:cubicBezTo>
                  <a:pt x="632" y="393"/>
                  <a:pt x="405" y="620"/>
                  <a:pt x="239" y="893"/>
                </a:cubicBezTo>
                <a:cubicBezTo>
                  <a:pt x="96" y="1167"/>
                  <a:pt x="0" y="1465"/>
                  <a:pt x="0" y="1786"/>
                </a:cubicBezTo>
                <a:cubicBezTo>
                  <a:pt x="0" y="2108"/>
                  <a:pt x="84" y="2405"/>
                  <a:pt x="239" y="2679"/>
                </a:cubicBezTo>
                <a:cubicBezTo>
                  <a:pt x="393" y="2953"/>
                  <a:pt x="620" y="3179"/>
                  <a:pt x="893" y="3334"/>
                </a:cubicBezTo>
                <a:cubicBezTo>
                  <a:pt x="1167" y="3489"/>
                  <a:pt x="1465" y="3572"/>
                  <a:pt x="1786" y="3572"/>
                </a:cubicBezTo>
                <a:cubicBezTo>
                  <a:pt x="2108" y="3572"/>
                  <a:pt x="2406" y="3501"/>
                  <a:pt x="2679" y="3334"/>
                </a:cubicBezTo>
                <a:cubicBezTo>
                  <a:pt x="2846" y="3251"/>
                  <a:pt x="3013" y="3108"/>
                  <a:pt x="3132" y="2965"/>
                </a:cubicBezTo>
                <a:cubicBezTo>
                  <a:pt x="3674" y="2346"/>
                  <a:pt x="4281" y="2036"/>
                  <a:pt x="4888" y="2036"/>
                </a:cubicBezTo>
                <a:cubicBezTo>
                  <a:pt x="5495" y="2036"/>
                  <a:pt x="6102" y="2346"/>
                  <a:pt x="6644" y="2965"/>
                </a:cubicBezTo>
                <a:cubicBezTo>
                  <a:pt x="6775" y="3108"/>
                  <a:pt x="6930" y="3251"/>
                  <a:pt x="7109" y="3334"/>
                </a:cubicBezTo>
                <a:cubicBezTo>
                  <a:pt x="7370" y="3489"/>
                  <a:pt x="7668" y="3572"/>
                  <a:pt x="8001" y="3572"/>
                </a:cubicBezTo>
                <a:cubicBezTo>
                  <a:pt x="8311" y="3572"/>
                  <a:pt x="8609" y="3501"/>
                  <a:pt x="8894" y="3334"/>
                </a:cubicBezTo>
                <a:cubicBezTo>
                  <a:pt x="9156" y="3191"/>
                  <a:pt x="9383" y="2965"/>
                  <a:pt x="9549" y="2679"/>
                </a:cubicBezTo>
                <a:cubicBezTo>
                  <a:pt x="9692" y="2417"/>
                  <a:pt x="9787" y="2120"/>
                  <a:pt x="9787" y="1786"/>
                </a:cubicBezTo>
                <a:cubicBezTo>
                  <a:pt x="9799" y="1489"/>
                  <a:pt x="9728" y="1191"/>
                  <a:pt x="9561" y="917"/>
                </a:cubicBezTo>
                <a:cubicBezTo>
                  <a:pt x="9406" y="643"/>
                  <a:pt x="9192" y="417"/>
                  <a:pt x="8906" y="262"/>
                </a:cubicBezTo>
                <a:cubicBezTo>
                  <a:pt x="8644" y="108"/>
                  <a:pt x="8347" y="24"/>
                  <a:pt x="8013" y="24"/>
                </a:cubicBezTo>
                <a:cubicBezTo>
                  <a:pt x="7704" y="24"/>
                  <a:pt x="7406" y="96"/>
                  <a:pt x="7120" y="262"/>
                </a:cubicBezTo>
                <a:cubicBezTo>
                  <a:pt x="6954" y="358"/>
                  <a:pt x="6799" y="477"/>
                  <a:pt x="6656" y="631"/>
                </a:cubicBezTo>
                <a:cubicBezTo>
                  <a:pt x="6114" y="1251"/>
                  <a:pt x="5507" y="1560"/>
                  <a:pt x="4900" y="1560"/>
                </a:cubicBezTo>
                <a:cubicBezTo>
                  <a:pt x="4293" y="1560"/>
                  <a:pt x="3685" y="1251"/>
                  <a:pt x="3144" y="631"/>
                </a:cubicBezTo>
                <a:cubicBezTo>
                  <a:pt x="3013" y="477"/>
                  <a:pt x="2858" y="346"/>
                  <a:pt x="2679" y="239"/>
                </a:cubicBezTo>
                <a:cubicBezTo>
                  <a:pt x="2417" y="96"/>
                  <a:pt x="2120" y="0"/>
                  <a:pt x="178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33"/>
          <p:cNvSpPr/>
          <p:nvPr/>
        </p:nvSpPr>
        <p:spPr>
          <a:xfrm>
            <a:off x="8367100" y="-47700"/>
            <a:ext cx="1116000" cy="269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33"/>
          <p:cNvSpPr/>
          <p:nvPr/>
        </p:nvSpPr>
        <p:spPr>
          <a:xfrm rot="1793710">
            <a:off x="-4105351" y="3244235"/>
            <a:ext cx="7544837" cy="2750779"/>
          </a:xfrm>
          <a:custGeom>
            <a:rect b="b" l="l" r="r" t="t"/>
            <a:pathLst>
              <a:path extrusionOk="0" h="3573" w="9800">
                <a:moveTo>
                  <a:pt x="1786" y="0"/>
                </a:moveTo>
                <a:cubicBezTo>
                  <a:pt x="1477" y="0"/>
                  <a:pt x="1179" y="84"/>
                  <a:pt x="893" y="239"/>
                </a:cubicBezTo>
                <a:cubicBezTo>
                  <a:pt x="632" y="393"/>
                  <a:pt x="405" y="620"/>
                  <a:pt x="239" y="893"/>
                </a:cubicBezTo>
                <a:cubicBezTo>
                  <a:pt x="96" y="1167"/>
                  <a:pt x="0" y="1465"/>
                  <a:pt x="0" y="1786"/>
                </a:cubicBezTo>
                <a:cubicBezTo>
                  <a:pt x="0" y="2108"/>
                  <a:pt x="84" y="2405"/>
                  <a:pt x="239" y="2679"/>
                </a:cubicBezTo>
                <a:cubicBezTo>
                  <a:pt x="393" y="2953"/>
                  <a:pt x="620" y="3179"/>
                  <a:pt x="893" y="3334"/>
                </a:cubicBezTo>
                <a:cubicBezTo>
                  <a:pt x="1167" y="3489"/>
                  <a:pt x="1465" y="3572"/>
                  <a:pt x="1786" y="3572"/>
                </a:cubicBezTo>
                <a:cubicBezTo>
                  <a:pt x="2108" y="3572"/>
                  <a:pt x="2406" y="3501"/>
                  <a:pt x="2679" y="3334"/>
                </a:cubicBezTo>
                <a:cubicBezTo>
                  <a:pt x="2846" y="3251"/>
                  <a:pt x="3013" y="3108"/>
                  <a:pt x="3132" y="2965"/>
                </a:cubicBezTo>
                <a:cubicBezTo>
                  <a:pt x="3674" y="2346"/>
                  <a:pt x="4281" y="2036"/>
                  <a:pt x="4888" y="2036"/>
                </a:cubicBezTo>
                <a:cubicBezTo>
                  <a:pt x="5495" y="2036"/>
                  <a:pt x="6102" y="2346"/>
                  <a:pt x="6644" y="2965"/>
                </a:cubicBezTo>
                <a:cubicBezTo>
                  <a:pt x="6775" y="3108"/>
                  <a:pt x="6930" y="3251"/>
                  <a:pt x="7109" y="3334"/>
                </a:cubicBezTo>
                <a:cubicBezTo>
                  <a:pt x="7370" y="3489"/>
                  <a:pt x="7668" y="3572"/>
                  <a:pt x="8001" y="3572"/>
                </a:cubicBezTo>
                <a:cubicBezTo>
                  <a:pt x="8311" y="3572"/>
                  <a:pt x="8609" y="3501"/>
                  <a:pt x="8894" y="3334"/>
                </a:cubicBezTo>
                <a:cubicBezTo>
                  <a:pt x="9156" y="3191"/>
                  <a:pt x="9383" y="2965"/>
                  <a:pt x="9549" y="2679"/>
                </a:cubicBezTo>
                <a:cubicBezTo>
                  <a:pt x="9692" y="2417"/>
                  <a:pt x="9787" y="2120"/>
                  <a:pt x="9787" y="1786"/>
                </a:cubicBezTo>
                <a:cubicBezTo>
                  <a:pt x="9799" y="1489"/>
                  <a:pt x="9728" y="1191"/>
                  <a:pt x="9561" y="917"/>
                </a:cubicBezTo>
                <a:cubicBezTo>
                  <a:pt x="9406" y="643"/>
                  <a:pt x="9192" y="417"/>
                  <a:pt x="8906" y="262"/>
                </a:cubicBezTo>
                <a:cubicBezTo>
                  <a:pt x="8644" y="108"/>
                  <a:pt x="8347" y="24"/>
                  <a:pt x="8013" y="24"/>
                </a:cubicBezTo>
                <a:cubicBezTo>
                  <a:pt x="7704" y="24"/>
                  <a:pt x="7406" y="96"/>
                  <a:pt x="7120" y="262"/>
                </a:cubicBezTo>
                <a:cubicBezTo>
                  <a:pt x="6954" y="358"/>
                  <a:pt x="6799" y="477"/>
                  <a:pt x="6656" y="631"/>
                </a:cubicBezTo>
                <a:cubicBezTo>
                  <a:pt x="6114" y="1251"/>
                  <a:pt x="5507" y="1560"/>
                  <a:pt x="4900" y="1560"/>
                </a:cubicBezTo>
                <a:cubicBezTo>
                  <a:pt x="4293" y="1560"/>
                  <a:pt x="3685" y="1251"/>
                  <a:pt x="3144" y="631"/>
                </a:cubicBezTo>
                <a:cubicBezTo>
                  <a:pt x="3013" y="477"/>
                  <a:pt x="2858" y="346"/>
                  <a:pt x="2679" y="239"/>
                </a:cubicBezTo>
                <a:cubicBezTo>
                  <a:pt x="2417" y="96"/>
                  <a:pt x="2120" y="0"/>
                  <a:pt x="178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33"/>
          <p:cNvSpPr txBox="1"/>
          <p:nvPr>
            <p:ph idx="12" type="sldNum"/>
          </p:nvPr>
        </p:nvSpPr>
        <p:spPr>
          <a:xfrm>
            <a:off x="360650" y="4880150"/>
            <a:ext cx="3667800" cy="269700"/>
          </a:xfrm>
          <a:prstGeom prst="rect">
            <a:avLst/>
          </a:prstGeom>
          <a:noFill/>
          <a:ln>
            <a:noFill/>
          </a:ln>
        </p:spPr>
        <p:txBody>
          <a:bodyPr anchorCtr="0" anchor="t" bIns="0" lIns="0" spcFirstLastPara="1" rIns="0" wrap="square" tIns="0">
            <a:noAutofit/>
          </a:bodyPr>
          <a:lstStyle>
            <a:lvl1pPr lvl="0" rtl="0" algn="l">
              <a:buNone/>
              <a:defRPr sz="800">
                <a:solidFill>
                  <a:srgbClr val="FFFFFF"/>
                </a:solidFill>
                <a:latin typeface="Public Sans"/>
                <a:ea typeface="Public Sans"/>
                <a:cs typeface="Public Sans"/>
                <a:sym typeface="Public Sans"/>
              </a:defRPr>
            </a:lvl1pPr>
            <a:lvl2pPr lvl="1" rtl="0" algn="l">
              <a:buNone/>
              <a:defRPr sz="800">
                <a:solidFill>
                  <a:srgbClr val="FFFFFF"/>
                </a:solidFill>
                <a:latin typeface="Public Sans"/>
                <a:ea typeface="Public Sans"/>
                <a:cs typeface="Public Sans"/>
                <a:sym typeface="Public Sans"/>
              </a:defRPr>
            </a:lvl2pPr>
            <a:lvl3pPr lvl="2" rtl="0" algn="l">
              <a:buNone/>
              <a:defRPr sz="800">
                <a:solidFill>
                  <a:srgbClr val="FFFFFF"/>
                </a:solidFill>
                <a:latin typeface="Public Sans"/>
                <a:ea typeface="Public Sans"/>
                <a:cs typeface="Public Sans"/>
                <a:sym typeface="Public Sans"/>
              </a:defRPr>
            </a:lvl3pPr>
            <a:lvl4pPr lvl="3" rtl="0" algn="l">
              <a:buNone/>
              <a:defRPr sz="800">
                <a:solidFill>
                  <a:srgbClr val="FFFFFF"/>
                </a:solidFill>
                <a:latin typeface="Public Sans"/>
                <a:ea typeface="Public Sans"/>
                <a:cs typeface="Public Sans"/>
                <a:sym typeface="Public Sans"/>
              </a:defRPr>
            </a:lvl4pPr>
            <a:lvl5pPr lvl="4" rtl="0" algn="l">
              <a:buNone/>
              <a:defRPr sz="800">
                <a:solidFill>
                  <a:srgbClr val="FFFFFF"/>
                </a:solidFill>
                <a:latin typeface="Public Sans"/>
                <a:ea typeface="Public Sans"/>
                <a:cs typeface="Public Sans"/>
                <a:sym typeface="Public Sans"/>
              </a:defRPr>
            </a:lvl5pPr>
            <a:lvl6pPr lvl="5" rtl="0" algn="l">
              <a:buNone/>
              <a:defRPr sz="800">
                <a:solidFill>
                  <a:srgbClr val="FFFFFF"/>
                </a:solidFill>
                <a:latin typeface="Public Sans"/>
                <a:ea typeface="Public Sans"/>
                <a:cs typeface="Public Sans"/>
                <a:sym typeface="Public Sans"/>
              </a:defRPr>
            </a:lvl6pPr>
            <a:lvl7pPr lvl="6" rtl="0" algn="l">
              <a:buNone/>
              <a:defRPr sz="800">
                <a:solidFill>
                  <a:srgbClr val="FFFFFF"/>
                </a:solidFill>
                <a:latin typeface="Public Sans"/>
                <a:ea typeface="Public Sans"/>
                <a:cs typeface="Public Sans"/>
                <a:sym typeface="Public Sans"/>
              </a:defRPr>
            </a:lvl7pPr>
            <a:lvl8pPr lvl="7" rtl="0" algn="l">
              <a:buNone/>
              <a:defRPr sz="800">
                <a:solidFill>
                  <a:srgbClr val="FFFFFF"/>
                </a:solidFill>
                <a:latin typeface="Public Sans"/>
                <a:ea typeface="Public Sans"/>
                <a:cs typeface="Public Sans"/>
                <a:sym typeface="Public Sans"/>
              </a:defRPr>
            </a:lvl8pPr>
            <a:lvl9pPr lvl="8" rtl="0" algn="l">
              <a:buNone/>
              <a:defRPr sz="800">
                <a:solidFill>
                  <a:srgbClr val="FFFFFF"/>
                </a:solidFill>
                <a:latin typeface="Public Sans"/>
                <a:ea typeface="Public Sans"/>
                <a:cs typeface="Public Sans"/>
                <a:sym typeface="Public Sans"/>
              </a:defRPr>
            </a:lvl9pPr>
          </a:lstStyle>
          <a:p>
            <a:pPr indent="0" lvl="0" marL="0" rtl="0" algn="l">
              <a:spcBef>
                <a:spcPts val="0"/>
              </a:spcBef>
              <a:spcAft>
                <a:spcPts val="0"/>
              </a:spcAft>
              <a:buNone/>
            </a:pPr>
            <a:r>
              <a:rPr lang="en"/>
              <a:t>Neo4j Inc. All rights reserved 2023	</a:t>
            </a:r>
            <a:endParaRPr/>
          </a:p>
        </p:txBody>
      </p:sp>
      <p:sp>
        <p:nvSpPr>
          <p:cNvPr id="248" name="Google Shape;248;p33"/>
          <p:cNvSpPr txBox="1"/>
          <p:nvPr>
            <p:ph idx="2" type="sldNum"/>
          </p:nvPr>
        </p:nvSpPr>
        <p:spPr>
          <a:xfrm>
            <a:off x="0" y="4880150"/>
            <a:ext cx="265200" cy="269700"/>
          </a:xfrm>
          <a:prstGeom prst="rect">
            <a:avLst/>
          </a:prstGeom>
          <a:noFill/>
          <a:ln>
            <a:noFill/>
          </a:ln>
        </p:spPr>
        <p:txBody>
          <a:bodyPr anchorCtr="0" anchor="t" bIns="0" lIns="0" spcFirstLastPara="1" rIns="0" wrap="square" tIns="0">
            <a:noAutofit/>
          </a:bodyPr>
          <a:lstStyle>
            <a:lvl1pPr lvl="0" rtl="0" algn="r">
              <a:buNone/>
              <a:defRPr sz="800">
                <a:solidFill>
                  <a:srgbClr val="FFFFFF"/>
                </a:solidFill>
                <a:latin typeface="Public Sans"/>
                <a:ea typeface="Public Sans"/>
                <a:cs typeface="Public Sans"/>
                <a:sym typeface="Public Sans"/>
              </a:defRPr>
            </a:lvl1pPr>
            <a:lvl2pPr lvl="1" rtl="0" algn="r">
              <a:buNone/>
              <a:defRPr sz="800">
                <a:solidFill>
                  <a:srgbClr val="FFFFFF"/>
                </a:solidFill>
                <a:latin typeface="Public Sans"/>
                <a:ea typeface="Public Sans"/>
                <a:cs typeface="Public Sans"/>
                <a:sym typeface="Public Sans"/>
              </a:defRPr>
            </a:lvl2pPr>
            <a:lvl3pPr lvl="2" rtl="0" algn="r">
              <a:buNone/>
              <a:defRPr sz="800">
                <a:solidFill>
                  <a:srgbClr val="FFFFFF"/>
                </a:solidFill>
                <a:latin typeface="Public Sans"/>
                <a:ea typeface="Public Sans"/>
                <a:cs typeface="Public Sans"/>
                <a:sym typeface="Public Sans"/>
              </a:defRPr>
            </a:lvl3pPr>
            <a:lvl4pPr lvl="3" rtl="0" algn="r">
              <a:buNone/>
              <a:defRPr sz="800">
                <a:solidFill>
                  <a:srgbClr val="FFFFFF"/>
                </a:solidFill>
                <a:latin typeface="Public Sans"/>
                <a:ea typeface="Public Sans"/>
                <a:cs typeface="Public Sans"/>
                <a:sym typeface="Public Sans"/>
              </a:defRPr>
            </a:lvl4pPr>
            <a:lvl5pPr lvl="4" rtl="0" algn="r">
              <a:buNone/>
              <a:defRPr sz="800">
                <a:solidFill>
                  <a:srgbClr val="FFFFFF"/>
                </a:solidFill>
                <a:latin typeface="Public Sans"/>
                <a:ea typeface="Public Sans"/>
                <a:cs typeface="Public Sans"/>
                <a:sym typeface="Public Sans"/>
              </a:defRPr>
            </a:lvl5pPr>
            <a:lvl6pPr lvl="5" rtl="0" algn="r">
              <a:buNone/>
              <a:defRPr sz="800">
                <a:solidFill>
                  <a:srgbClr val="FFFFFF"/>
                </a:solidFill>
                <a:latin typeface="Public Sans"/>
                <a:ea typeface="Public Sans"/>
                <a:cs typeface="Public Sans"/>
                <a:sym typeface="Public Sans"/>
              </a:defRPr>
            </a:lvl6pPr>
            <a:lvl7pPr lvl="6" rtl="0" algn="r">
              <a:buNone/>
              <a:defRPr sz="800">
                <a:solidFill>
                  <a:srgbClr val="FFFFFF"/>
                </a:solidFill>
                <a:latin typeface="Public Sans"/>
                <a:ea typeface="Public Sans"/>
                <a:cs typeface="Public Sans"/>
                <a:sym typeface="Public Sans"/>
              </a:defRPr>
            </a:lvl7pPr>
            <a:lvl8pPr lvl="7" rtl="0" algn="r">
              <a:buNone/>
              <a:defRPr sz="800">
                <a:solidFill>
                  <a:srgbClr val="FFFFFF"/>
                </a:solidFill>
                <a:latin typeface="Public Sans"/>
                <a:ea typeface="Public Sans"/>
                <a:cs typeface="Public Sans"/>
                <a:sym typeface="Public Sans"/>
              </a:defRPr>
            </a:lvl8pPr>
            <a:lvl9pPr lvl="8" rtl="0" algn="r">
              <a:buNone/>
              <a:defRPr sz="800">
                <a:solidFill>
                  <a:srgbClr val="FFFFFF"/>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231">
          <p15:clr>
            <a:srgbClr val="E46962"/>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dark">
  <p:cSld name="BLANK_1">
    <p:bg>
      <p:bgPr>
        <a:solidFill>
          <a:schemeClr val="accent2"/>
        </a:solidFill>
      </p:bgPr>
    </p:bg>
    <p:spTree>
      <p:nvGrpSpPr>
        <p:cNvPr id="249" name="Shape 249"/>
        <p:cNvGrpSpPr/>
        <p:nvPr/>
      </p:nvGrpSpPr>
      <p:grpSpPr>
        <a:xfrm>
          <a:off x="0" y="0"/>
          <a:ext cx="0" cy="0"/>
          <a:chOff x="0" y="0"/>
          <a:chExt cx="0" cy="0"/>
        </a:xfrm>
      </p:grpSpPr>
      <p:sp>
        <p:nvSpPr>
          <p:cNvPr id="250" name="Google Shape;250;p34"/>
          <p:cNvSpPr txBox="1"/>
          <p:nvPr>
            <p:ph idx="12" type="sldNum"/>
          </p:nvPr>
        </p:nvSpPr>
        <p:spPr>
          <a:xfrm>
            <a:off x="360650" y="4880150"/>
            <a:ext cx="3667800" cy="269700"/>
          </a:xfrm>
          <a:prstGeom prst="rect">
            <a:avLst/>
          </a:prstGeom>
          <a:noFill/>
          <a:ln>
            <a:noFill/>
          </a:ln>
        </p:spPr>
        <p:txBody>
          <a:bodyPr anchorCtr="0" anchor="t" bIns="0" lIns="0" spcFirstLastPara="1" rIns="0" wrap="square" tIns="0">
            <a:noAutofit/>
          </a:bodyPr>
          <a:lstStyle>
            <a:lvl1pPr lvl="0" rtl="0" algn="l">
              <a:buNone/>
              <a:defRPr sz="800">
                <a:solidFill>
                  <a:srgbClr val="FFFFFF"/>
                </a:solidFill>
                <a:latin typeface="Public Sans"/>
                <a:ea typeface="Public Sans"/>
                <a:cs typeface="Public Sans"/>
                <a:sym typeface="Public Sans"/>
              </a:defRPr>
            </a:lvl1pPr>
            <a:lvl2pPr lvl="1" rtl="0" algn="l">
              <a:buNone/>
              <a:defRPr sz="800">
                <a:solidFill>
                  <a:srgbClr val="FFFFFF"/>
                </a:solidFill>
                <a:latin typeface="Public Sans"/>
                <a:ea typeface="Public Sans"/>
                <a:cs typeface="Public Sans"/>
                <a:sym typeface="Public Sans"/>
              </a:defRPr>
            </a:lvl2pPr>
            <a:lvl3pPr lvl="2" rtl="0" algn="l">
              <a:buNone/>
              <a:defRPr sz="800">
                <a:solidFill>
                  <a:srgbClr val="FFFFFF"/>
                </a:solidFill>
                <a:latin typeface="Public Sans"/>
                <a:ea typeface="Public Sans"/>
                <a:cs typeface="Public Sans"/>
                <a:sym typeface="Public Sans"/>
              </a:defRPr>
            </a:lvl3pPr>
            <a:lvl4pPr lvl="3" rtl="0" algn="l">
              <a:buNone/>
              <a:defRPr sz="800">
                <a:solidFill>
                  <a:srgbClr val="FFFFFF"/>
                </a:solidFill>
                <a:latin typeface="Public Sans"/>
                <a:ea typeface="Public Sans"/>
                <a:cs typeface="Public Sans"/>
                <a:sym typeface="Public Sans"/>
              </a:defRPr>
            </a:lvl4pPr>
            <a:lvl5pPr lvl="4" rtl="0" algn="l">
              <a:buNone/>
              <a:defRPr sz="800">
                <a:solidFill>
                  <a:srgbClr val="FFFFFF"/>
                </a:solidFill>
                <a:latin typeface="Public Sans"/>
                <a:ea typeface="Public Sans"/>
                <a:cs typeface="Public Sans"/>
                <a:sym typeface="Public Sans"/>
              </a:defRPr>
            </a:lvl5pPr>
            <a:lvl6pPr lvl="5" rtl="0" algn="l">
              <a:buNone/>
              <a:defRPr sz="800">
                <a:solidFill>
                  <a:srgbClr val="FFFFFF"/>
                </a:solidFill>
                <a:latin typeface="Public Sans"/>
                <a:ea typeface="Public Sans"/>
                <a:cs typeface="Public Sans"/>
                <a:sym typeface="Public Sans"/>
              </a:defRPr>
            </a:lvl6pPr>
            <a:lvl7pPr lvl="6" rtl="0" algn="l">
              <a:buNone/>
              <a:defRPr sz="800">
                <a:solidFill>
                  <a:srgbClr val="FFFFFF"/>
                </a:solidFill>
                <a:latin typeface="Public Sans"/>
                <a:ea typeface="Public Sans"/>
                <a:cs typeface="Public Sans"/>
                <a:sym typeface="Public Sans"/>
              </a:defRPr>
            </a:lvl7pPr>
            <a:lvl8pPr lvl="7" rtl="0" algn="l">
              <a:buNone/>
              <a:defRPr sz="800">
                <a:solidFill>
                  <a:srgbClr val="FFFFFF"/>
                </a:solidFill>
                <a:latin typeface="Public Sans"/>
                <a:ea typeface="Public Sans"/>
                <a:cs typeface="Public Sans"/>
                <a:sym typeface="Public Sans"/>
              </a:defRPr>
            </a:lvl8pPr>
            <a:lvl9pPr lvl="8" rtl="0" algn="l">
              <a:buNone/>
              <a:defRPr sz="800">
                <a:solidFill>
                  <a:srgbClr val="FFFFFF"/>
                </a:solidFill>
                <a:latin typeface="Public Sans"/>
                <a:ea typeface="Public Sans"/>
                <a:cs typeface="Public Sans"/>
                <a:sym typeface="Public Sans"/>
              </a:defRPr>
            </a:lvl9pPr>
          </a:lstStyle>
          <a:p>
            <a:pPr indent="0" lvl="0" marL="0" rtl="0" algn="l">
              <a:spcBef>
                <a:spcPts val="0"/>
              </a:spcBef>
              <a:spcAft>
                <a:spcPts val="0"/>
              </a:spcAft>
              <a:buNone/>
            </a:pPr>
            <a:r>
              <a:rPr lang="en"/>
              <a:t>Neo4j Inc. All rights reserved 2023	</a:t>
            </a:r>
            <a:endParaRPr/>
          </a:p>
        </p:txBody>
      </p:sp>
      <p:sp>
        <p:nvSpPr>
          <p:cNvPr id="251" name="Google Shape;251;p34"/>
          <p:cNvSpPr txBox="1"/>
          <p:nvPr>
            <p:ph idx="2" type="sldNum"/>
          </p:nvPr>
        </p:nvSpPr>
        <p:spPr>
          <a:xfrm>
            <a:off x="0" y="4880150"/>
            <a:ext cx="265200" cy="269700"/>
          </a:xfrm>
          <a:prstGeom prst="rect">
            <a:avLst/>
          </a:prstGeom>
          <a:noFill/>
          <a:ln>
            <a:noFill/>
          </a:ln>
        </p:spPr>
        <p:txBody>
          <a:bodyPr anchorCtr="0" anchor="t" bIns="0" lIns="0" spcFirstLastPara="1" rIns="0" wrap="square" tIns="0">
            <a:noAutofit/>
          </a:bodyPr>
          <a:lstStyle>
            <a:lvl1pPr lvl="0" rtl="0" algn="r">
              <a:buNone/>
              <a:defRPr sz="800">
                <a:solidFill>
                  <a:srgbClr val="FFFFFF"/>
                </a:solidFill>
                <a:latin typeface="Public Sans"/>
                <a:ea typeface="Public Sans"/>
                <a:cs typeface="Public Sans"/>
                <a:sym typeface="Public Sans"/>
              </a:defRPr>
            </a:lvl1pPr>
            <a:lvl2pPr lvl="1" rtl="0" algn="r">
              <a:buNone/>
              <a:defRPr sz="800">
                <a:solidFill>
                  <a:srgbClr val="FFFFFF"/>
                </a:solidFill>
                <a:latin typeface="Public Sans"/>
                <a:ea typeface="Public Sans"/>
                <a:cs typeface="Public Sans"/>
                <a:sym typeface="Public Sans"/>
              </a:defRPr>
            </a:lvl2pPr>
            <a:lvl3pPr lvl="2" rtl="0" algn="r">
              <a:buNone/>
              <a:defRPr sz="800">
                <a:solidFill>
                  <a:srgbClr val="FFFFFF"/>
                </a:solidFill>
                <a:latin typeface="Public Sans"/>
                <a:ea typeface="Public Sans"/>
                <a:cs typeface="Public Sans"/>
                <a:sym typeface="Public Sans"/>
              </a:defRPr>
            </a:lvl3pPr>
            <a:lvl4pPr lvl="3" rtl="0" algn="r">
              <a:buNone/>
              <a:defRPr sz="800">
                <a:solidFill>
                  <a:srgbClr val="FFFFFF"/>
                </a:solidFill>
                <a:latin typeface="Public Sans"/>
                <a:ea typeface="Public Sans"/>
                <a:cs typeface="Public Sans"/>
                <a:sym typeface="Public Sans"/>
              </a:defRPr>
            </a:lvl4pPr>
            <a:lvl5pPr lvl="4" rtl="0" algn="r">
              <a:buNone/>
              <a:defRPr sz="800">
                <a:solidFill>
                  <a:srgbClr val="FFFFFF"/>
                </a:solidFill>
                <a:latin typeface="Public Sans"/>
                <a:ea typeface="Public Sans"/>
                <a:cs typeface="Public Sans"/>
                <a:sym typeface="Public Sans"/>
              </a:defRPr>
            </a:lvl5pPr>
            <a:lvl6pPr lvl="5" rtl="0" algn="r">
              <a:buNone/>
              <a:defRPr sz="800">
                <a:solidFill>
                  <a:srgbClr val="FFFFFF"/>
                </a:solidFill>
                <a:latin typeface="Public Sans"/>
                <a:ea typeface="Public Sans"/>
                <a:cs typeface="Public Sans"/>
                <a:sym typeface="Public Sans"/>
              </a:defRPr>
            </a:lvl6pPr>
            <a:lvl7pPr lvl="6" rtl="0" algn="r">
              <a:buNone/>
              <a:defRPr sz="800">
                <a:solidFill>
                  <a:srgbClr val="FFFFFF"/>
                </a:solidFill>
                <a:latin typeface="Public Sans"/>
                <a:ea typeface="Public Sans"/>
                <a:cs typeface="Public Sans"/>
                <a:sym typeface="Public Sans"/>
              </a:defRPr>
            </a:lvl7pPr>
            <a:lvl8pPr lvl="7" rtl="0" algn="r">
              <a:buNone/>
              <a:defRPr sz="800">
                <a:solidFill>
                  <a:srgbClr val="FFFFFF"/>
                </a:solidFill>
                <a:latin typeface="Public Sans"/>
                <a:ea typeface="Public Sans"/>
                <a:cs typeface="Public Sans"/>
                <a:sym typeface="Public Sans"/>
              </a:defRPr>
            </a:lvl8pPr>
            <a:lvl9pPr lvl="8" rtl="0" algn="r">
              <a:buNone/>
              <a:defRPr sz="800">
                <a:solidFill>
                  <a:srgbClr val="FFFFFF"/>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231">
          <p15:clr>
            <a:srgbClr val="E46962"/>
          </p15:clr>
        </p15:guide>
      </p15:sldGuideLst>
    </p:ext>
  </p:extLs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dark deco">
  <p:cSld name="BLANK_1_1">
    <p:bg>
      <p:bgPr>
        <a:solidFill>
          <a:schemeClr val="accent2"/>
        </a:solidFill>
      </p:bgPr>
    </p:bg>
    <p:spTree>
      <p:nvGrpSpPr>
        <p:cNvPr id="252" name="Shape 252"/>
        <p:cNvGrpSpPr/>
        <p:nvPr/>
      </p:nvGrpSpPr>
      <p:grpSpPr>
        <a:xfrm>
          <a:off x="0" y="0"/>
          <a:ext cx="0" cy="0"/>
          <a:chOff x="0" y="0"/>
          <a:chExt cx="0" cy="0"/>
        </a:xfrm>
      </p:grpSpPr>
      <p:sp>
        <p:nvSpPr>
          <p:cNvPr id="253" name="Google Shape;253;p35"/>
          <p:cNvSpPr/>
          <p:nvPr/>
        </p:nvSpPr>
        <p:spPr>
          <a:xfrm rot="1793545">
            <a:off x="4426827" y="-1288239"/>
            <a:ext cx="7544827" cy="2750779"/>
          </a:xfrm>
          <a:custGeom>
            <a:rect b="b" l="l" r="r" t="t"/>
            <a:pathLst>
              <a:path extrusionOk="0" h="3573" w="9800">
                <a:moveTo>
                  <a:pt x="1786" y="0"/>
                </a:moveTo>
                <a:cubicBezTo>
                  <a:pt x="1477" y="0"/>
                  <a:pt x="1179" y="84"/>
                  <a:pt x="893" y="239"/>
                </a:cubicBezTo>
                <a:cubicBezTo>
                  <a:pt x="632" y="393"/>
                  <a:pt x="405" y="620"/>
                  <a:pt x="239" y="893"/>
                </a:cubicBezTo>
                <a:cubicBezTo>
                  <a:pt x="96" y="1167"/>
                  <a:pt x="0" y="1465"/>
                  <a:pt x="0" y="1786"/>
                </a:cubicBezTo>
                <a:cubicBezTo>
                  <a:pt x="0" y="2108"/>
                  <a:pt x="84" y="2405"/>
                  <a:pt x="239" y="2679"/>
                </a:cubicBezTo>
                <a:cubicBezTo>
                  <a:pt x="393" y="2953"/>
                  <a:pt x="620" y="3179"/>
                  <a:pt x="893" y="3334"/>
                </a:cubicBezTo>
                <a:cubicBezTo>
                  <a:pt x="1167" y="3489"/>
                  <a:pt x="1465" y="3572"/>
                  <a:pt x="1786" y="3572"/>
                </a:cubicBezTo>
                <a:cubicBezTo>
                  <a:pt x="2108" y="3572"/>
                  <a:pt x="2406" y="3501"/>
                  <a:pt x="2679" y="3334"/>
                </a:cubicBezTo>
                <a:cubicBezTo>
                  <a:pt x="2846" y="3251"/>
                  <a:pt x="3013" y="3108"/>
                  <a:pt x="3132" y="2965"/>
                </a:cubicBezTo>
                <a:cubicBezTo>
                  <a:pt x="3674" y="2346"/>
                  <a:pt x="4281" y="2036"/>
                  <a:pt x="4888" y="2036"/>
                </a:cubicBezTo>
                <a:cubicBezTo>
                  <a:pt x="5495" y="2036"/>
                  <a:pt x="6102" y="2346"/>
                  <a:pt x="6644" y="2965"/>
                </a:cubicBezTo>
                <a:cubicBezTo>
                  <a:pt x="6775" y="3108"/>
                  <a:pt x="6930" y="3251"/>
                  <a:pt x="7109" y="3334"/>
                </a:cubicBezTo>
                <a:cubicBezTo>
                  <a:pt x="7370" y="3489"/>
                  <a:pt x="7668" y="3572"/>
                  <a:pt x="8001" y="3572"/>
                </a:cubicBezTo>
                <a:cubicBezTo>
                  <a:pt x="8311" y="3572"/>
                  <a:pt x="8609" y="3501"/>
                  <a:pt x="8894" y="3334"/>
                </a:cubicBezTo>
                <a:cubicBezTo>
                  <a:pt x="9156" y="3191"/>
                  <a:pt x="9383" y="2965"/>
                  <a:pt x="9549" y="2679"/>
                </a:cubicBezTo>
                <a:cubicBezTo>
                  <a:pt x="9692" y="2417"/>
                  <a:pt x="9787" y="2120"/>
                  <a:pt x="9787" y="1786"/>
                </a:cubicBezTo>
                <a:cubicBezTo>
                  <a:pt x="9799" y="1489"/>
                  <a:pt x="9728" y="1191"/>
                  <a:pt x="9561" y="917"/>
                </a:cubicBezTo>
                <a:cubicBezTo>
                  <a:pt x="9406" y="643"/>
                  <a:pt x="9192" y="417"/>
                  <a:pt x="8906" y="262"/>
                </a:cubicBezTo>
                <a:cubicBezTo>
                  <a:pt x="8644" y="108"/>
                  <a:pt x="8347" y="24"/>
                  <a:pt x="8013" y="24"/>
                </a:cubicBezTo>
                <a:cubicBezTo>
                  <a:pt x="7704" y="24"/>
                  <a:pt x="7406" y="96"/>
                  <a:pt x="7120" y="262"/>
                </a:cubicBezTo>
                <a:cubicBezTo>
                  <a:pt x="6954" y="358"/>
                  <a:pt x="6799" y="477"/>
                  <a:pt x="6656" y="631"/>
                </a:cubicBezTo>
                <a:cubicBezTo>
                  <a:pt x="6114" y="1251"/>
                  <a:pt x="5507" y="1560"/>
                  <a:pt x="4900" y="1560"/>
                </a:cubicBezTo>
                <a:cubicBezTo>
                  <a:pt x="4293" y="1560"/>
                  <a:pt x="3685" y="1251"/>
                  <a:pt x="3144" y="631"/>
                </a:cubicBezTo>
                <a:cubicBezTo>
                  <a:pt x="3013" y="477"/>
                  <a:pt x="2858" y="346"/>
                  <a:pt x="2679" y="239"/>
                </a:cubicBezTo>
                <a:cubicBezTo>
                  <a:pt x="2417" y="96"/>
                  <a:pt x="2120" y="0"/>
                  <a:pt x="178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35"/>
          <p:cNvSpPr/>
          <p:nvPr/>
        </p:nvSpPr>
        <p:spPr>
          <a:xfrm>
            <a:off x="8367100" y="-47700"/>
            <a:ext cx="1116000" cy="2697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35"/>
          <p:cNvSpPr/>
          <p:nvPr/>
        </p:nvSpPr>
        <p:spPr>
          <a:xfrm rot="1793710">
            <a:off x="-4105351" y="3244235"/>
            <a:ext cx="7544837" cy="2750779"/>
          </a:xfrm>
          <a:custGeom>
            <a:rect b="b" l="l" r="r" t="t"/>
            <a:pathLst>
              <a:path extrusionOk="0" h="3573" w="9800">
                <a:moveTo>
                  <a:pt x="1786" y="0"/>
                </a:moveTo>
                <a:cubicBezTo>
                  <a:pt x="1477" y="0"/>
                  <a:pt x="1179" y="84"/>
                  <a:pt x="893" y="239"/>
                </a:cubicBezTo>
                <a:cubicBezTo>
                  <a:pt x="632" y="393"/>
                  <a:pt x="405" y="620"/>
                  <a:pt x="239" y="893"/>
                </a:cubicBezTo>
                <a:cubicBezTo>
                  <a:pt x="96" y="1167"/>
                  <a:pt x="0" y="1465"/>
                  <a:pt x="0" y="1786"/>
                </a:cubicBezTo>
                <a:cubicBezTo>
                  <a:pt x="0" y="2108"/>
                  <a:pt x="84" y="2405"/>
                  <a:pt x="239" y="2679"/>
                </a:cubicBezTo>
                <a:cubicBezTo>
                  <a:pt x="393" y="2953"/>
                  <a:pt x="620" y="3179"/>
                  <a:pt x="893" y="3334"/>
                </a:cubicBezTo>
                <a:cubicBezTo>
                  <a:pt x="1167" y="3489"/>
                  <a:pt x="1465" y="3572"/>
                  <a:pt x="1786" y="3572"/>
                </a:cubicBezTo>
                <a:cubicBezTo>
                  <a:pt x="2108" y="3572"/>
                  <a:pt x="2406" y="3501"/>
                  <a:pt x="2679" y="3334"/>
                </a:cubicBezTo>
                <a:cubicBezTo>
                  <a:pt x="2846" y="3251"/>
                  <a:pt x="3013" y="3108"/>
                  <a:pt x="3132" y="2965"/>
                </a:cubicBezTo>
                <a:cubicBezTo>
                  <a:pt x="3674" y="2346"/>
                  <a:pt x="4281" y="2036"/>
                  <a:pt x="4888" y="2036"/>
                </a:cubicBezTo>
                <a:cubicBezTo>
                  <a:pt x="5495" y="2036"/>
                  <a:pt x="6102" y="2346"/>
                  <a:pt x="6644" y="2965"/>
                </a:cubicBezTo>
                <a:cubicBezTo>
                  <a:pt x="6775" y="3108"/>
                  <a:pt x="6930" y="3251"/>
                  <a:pt x="7109" y="3334"/>
                </a:cubicBezTo>
                <a:cubicBezTo>
                  <a:pt x="7370" y="3489"/>
                  <a:pt x="7668" y="3572"/>
                  <a:pt x="8001" y="3572"/>
                </a:cubicBezTo>
                <a:cubicBezTo>
                  <a:pt x="8311" y="3572"/>
                  <a:pt x="8609" y="3501"/>
                  <a:pt x="8894" y="3334"/>
                </a:cubicBezTo>
                <a:cubicBezTo>
                  <a:pt x="9156" y="3191"/>
                  <a:pt x="9383" y="2965"/>
                  <a:pt x="9549" y="2679"/>
                </a:cubicBezTo>
                <a:cubicBezTo>
                  <a:pt x="9692" y="2417"/>
                  <a:pt x="9787" y="2120"/>
                  <a:pt x="9787" y="1786"/>
                </a:cubicBezTo>
                <a:cubicBezTo>
                  <a:pt x="9799" y="1489"/>
                  <a:pt x="9728" y="1191"/>
                  <a:pt x="9561" y="917"/>
                </a:cubicBezTo>
                <a:cubicBezTo>
                  <a:pt x="9406" y="643"/>
                  <a:pt x="9192" y="417"/>
                  <a:pt x="8906" y="262"/>
                </a:cubicBezTo>
                <a:cubicBezTo>
                  <a:pt x="8644" y="108"/>
                  <a:pt x="8347" y="24"/>
                  <a:pt x="8013" y="24"/>
                </a:cubicBezTo>
                <a:cubicBezTo>
                  <a:pt x="7704" y="24"/>
                  <a:pt x="7406" y="96"/>
                  <a:pt x="7120" y="262"/>
                </a:cubicBezTo>
                <a:cubicBezTo>
                  <a:pt x="6954" y="358"/>
                  <a:pt x="6799" y="477"/>
                  <a:pt x="6656" y="631"/>
                </a:cubicBezTo>
                <a:cubicBezTo>
                  <a:pt x="6114" y="1251"/>
                  <a:pt x="5507" y="1560"/>
                  <a:pt x="4900" y="1560"/>
                </a:cubicBezTo>
                <a:cubicBezTo>
                  <a:pt x="4293" y="1560"/>
                  <a:pt x="3685" y="1251"/>
                  <a:pt x="3144" y="631"/>
                </a:cubicBezTo>
                <a:cubicBezTo>
                  <a:pt x="3013" y="477"/>
                  <a:pt x="2858" y="346"/>
                  <a:pt x="2679" y="239"/>
                </a:cubicBezTo>
                <a:cubicBezTo>
                  <a:pt x="2417" y="96"/>
                  <a:pt x="2120" y="0"/>
                  <a:pt x="178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35"/>
          <p:cNvSpPr txBox="1"/>
          <p:nvPr>
            <p:ph idx="12" type="sldNum"/>
          </p:nvPr>
        </p:nvSpPr>
        <p:spPr>
          <a:xfrm>
            <a:off x="360650" y="4880150"/>
            <a:ext cx="3667800" cy="269700"/>
          </a:xfrm>
          <a:prstGeom prst="rect">
            <a:avLst/>
          </a:prstGeom>
          <a:noFill/>
          <a:ln>
            <a:noFill/>
          </a:ln>
        </p:spPr>
        <p:txBody>
          <a:bodyPr anchorCtr="0" anchor="t" bIns="0" lIns="0" spcFirstLastPara="1" rIns="0" wrap="square" tIns="0">
            <a:noAutofit/>
          </a:bodyPr>
          <a:lstStyle>
            <a:lvl1pPr lvl="0" rtl="0" algn="l">
              <a:buNone/>
              <a:defRPr sz="800">
                <a:solidFill>
                  <a:srgbClr val="FFFFFF"/>
                </a:solidFill>
                <a:latin typeface="Public Sans"/>
                <a:ea typeface="Public Sans"/>
                <a:cs typeface="Public Sans"/>
                <a:sym typeface="Public Sans"/>
              </a:defRPr>
            </a:lvl1pPr>
            <a:lvl2pPr lvl="1" rtl="0" algn="l">
              <a:buNone/>
              <a:defRPr sz="800">
                <a:solidFill>
                  <a:srgbClr val="FFFFFF"/>
                </a:solidFill>
                <a:latin typeface="Public Sans"/>
                <a:ea typeface="Public Sans"/>
                <a:cs typeface="Public Sans"/>
                <a:sym typeface="Public Sans"/>
              </a:defRPr>
            </a:lvl2pPr>
            <a:lvl3pPr lvl="2" rtl="0" algn="l">
              <a:buNone/>
              <a:defRPr sz="800">
                <a:solidFill>
                  <a:srgbClr val="FFFFFF"/>
                </a:solidFill>
                <a:latin typeface="Public Sans"/>
                <a:ea typeface="Public Sans"/>
                <a:cs typeface="Public Sans"/>
                <a:sym typeface="Public Sans"/>
              </a:defRPr>
            </a:lvl3pPr>
            <a:lvl4pPr lvl="3" rtl="0" algn="l">
              <a:buNone/>
              <a:defRPr sz="800">
                <a:solidFill>
                  <a:srgbClr val="FFFFFF"/>
                </a:solidFill>
                <a:latin typeface="Public Sans"/>
                <a:ea typeface="Public Sans"/>
                <a:cs typeface="Public Sans"/>
                <a:sym typeface="Public Sans"/>
              </a:defRPr>
            </a:lvl4pPr>
            <a:lvl5pPr lvl="4" rtl="0" algn="l">
              <a:buNone/>
              <a:defRPr sz="800">
                <a:solidFill>
                  <a:srgbClr val="FFFFFF"/>
                </a:solidFill>
                <a:latin typeface="Public Sans"/>
                <a:ea typeface="Public Sans"/>
                <a:cs typeface="Public Sans"/>
                <a:sym typeface="Public Sans"/>
              </a:defRPr>
            </a:lvl5pPr>
            <a:lvl6pPr lvl="5" rtl="0" algn="l">
              <a:buNone/>
              <a:defRPr sz="800">
                <a:solidFill>
                  <a:srgbClr val="FFFFFF"/>
                </a:solidFill>
                <a:latin typeface="Public Sans"/>
                <a:ea typeface="Public Sans"/>
                <a:cs typeface="Public Sans"/>
                <a:sym typeface="Public Sans"/>
              </a:defRPr>
            </a:lvl6pPr>
            <a:lvl7pPr lvl="6" rtl="0" algn="l">
              <a:buNone/>
              <a:defRPr sz="800">
                <a:solidFill>
                  <a:srgbClr val="FFFFFF"/>
                </a:solidFill>
                <a:latin typeface="Public Sans"/>
                <a:ea typeface="Public Sans"/>
                <a:cs typeface="Public Sans"/>
                <a:sym typeface="Public Sans"/>
              </a:defRPr>
            </a:lvl7pPr>
            <a:lvl8pPr lvl="7" rtl="0" algn="l">
              <a:buNone/>
              <a:defRPr sz="800">
                <a:solidFill>
                  <a:srgbClr val="FFFFFF"/>
                </a:solidFill>
                <a:latin typeface="Public Sans"/>
                <a:ea typeface="Public Sans"/>
                <a:cs typeface="Public Sans"/>
                <a:sym typeface="Public Sans"/>
              </a:defRPr>
            </a:lvl8pPr>
            <a:lvl9pPr lvl="8" rtl="0" algn="l">
              <a:buNone/>
              <a:defRPr sz="800">
                <a:solidFill>
                  <a:srgbClr val="FFFFFF"/>
                </a:solidFill>
                <a:latin typeface="Public Sans"/>
                <a:ea typeface="Public Sans"/>
                <a:cs typeface="Public Sans"/>
                <a:sym typeface="Public Sans"/>
              </a:defRPr>
            </a:lvl9pPr>
          </a:lstStyle>
          <a:p>
            <a:pPr indent="0" lvl="0" marL="0" rtl="0" algn="l">
              <a:spcBef>
                <a:spcPts val="0"/>
              </a:spcBef>
              <a:spcAft>
                <a:spcPts val="0"/>
              </a:spcAft>
              <a:buNone/>
            </a:pPr>
            <a:r>
              <a:rPr lang="en"/>
              <a:t>Neo4j Inc. All rights reserved 2023	</a:t>
            </a:r>
            <a:endParaRPr/>
          </a:p>
        </p:txBody>
      </p:sp>
      <p:sp>
        <p:nvSpPr>
          <p:cNvPr id="257" name="Google Shape;257;p35"/>
          <p:cNvSpPr txBox="1"/>
          <p:nvPr>
            <p:ph idx="2" type="sldNum"/>
          </p:nvPr>
        </p:nvSpPr>
        <p:spPr>
          <a:xfrm>
            <a:off x="0" y="4880150"/>
            <a:ext cx="265200" cy="269700"/>
          </a:xfrm>
          <a:prstGeom prst="rect">
            <a:avLst/>
          </a:prstGeom>
          <a:noFill/>
          <a:ln>
            <a:noFill/>
          </a:ln>
        </p:spPr>
        <p:txBody>
          <a:bodyPr anchorCtr="0" anchor="t" bIns="0" lIns="0" spcFirstLastPara="1" rIns="0" wrap="square" tIns="0">
            <a:noAutofit/>
          </a:bodyPr>
          <a:lstStyle>
            <a:lvl1pPr lvl="0" rtl="0" algn="r">
              <a:buNone/>
              <a:defRPr sz="800">
                <a:solidFill>
                  <a:srgbClr val="FFFFFF"/>
                </a:solidFill>
                <a:latin typeface="Public Sans"/>
                <a:ea typeface="Public Sans"/>
                <a:cs typeface="Public Sans"/>
                <a:sym typeface="Public Sans"/>
              </a:defRPr>
            </a:lvl1pPr>
            <a:lvl2pPr lvl="1" rtl="0" algn="r">
              <a:buNone/>
              <a:defRPr sz="800">
                <a:solidFill>
                  <a:srgbClr val="FFFFFF"/>
                </a:solidFill>
                <a:latin typeface="Public Sans"/>
                <a:ea typeface="Public Sans"/>
                <a:cs typeface="Public Sans"/>
                <a:sym typeface="Public Sans"/>
              </a:defRPr>
            </a:lvl2pPr>
            <a:lvl3pPr lvl="2" rtl="0" algn="r">
              <a:buNone/>
              <a:defRPr sz="800">
                <a:solidFill>
                  <a:srgbClr val="FFFFFF"/>
                </a:solidFill>
                <a:latin typeface="Public Sans"/>
                <a:ea typeface="Public Sans"/>
                <a:cs typeface="Public Sans"/>
                <a:sym typeface="Public Sans"/>
              </a:defRPr>
            </a:lvl3pPr>
            <a:lvl4pPr lvl="3" rtl="0" algn="r">
              <a:buNone/>
              <a:defRPr sz="800">
                <a:solidFill>
                  <a:srgbClr val="FFFFFF"/>
                </a:solidFill>
                <a:latin typeface="Public Sans"/>
                <a:ea typeface="Public Sans"/>
                <a:cs typeface="Public Sans"/>
                <a:sym typeface="Public Sans"/>
              </a:defRPr>
            </a:lvl4pPr>
            <a:lvl5pPr lvl="4" rtl="0" algn="r">
              <a:buNone/>
              <a:defRPr sz="800">
                <a:solidFill>
                  <a:srgbClr val="FFFFFF"/>
                </a:solidFill>
                <a:latin typeface="Public Sans"/>
                <a:ea typeface="Public Sans"/>
                <a:cs typeface="Public Sans"/>
                <a:sym typeface="Public Sans"/>
              </a:defRPr>
            </a:lvl5pPr>
            <a:lvl6pPr lvl="5" rtl="0" algn="r">
              <a:buNone/>
              <a:defRPr sz="800">
                <a:solidFill>
                  <a:srgbClr val="FFFFFF"/>
                </a:solidFill>
                <a:latin typeface="Public Sans"/>
                <a:ea typeface="Public Sans"/>
                <a:cs typeface="Public Sans"/>
                <a:sym typeface="Public Sans"/>
              </a:defRPr>
            </a:lvl6pPr>
            <a:lvl7pPr lvl="6" rtl="0" algn="r">
              <a:buNone/>
              <a:defRPr sz="800">
                <a:solidFill>
                  <a:srgbClr val="FFFFFF"/>
                </a:solidFill>
                <a:latin typeface="Public Sans"/>
                <a:ea typeface="Public Sans"/>
                <a:cs typeface="Public Sans"/>
                <a:sym typeface="Public Sans"/>
              </a:defRPr>
            </a:lvl7pPr>
            <a:lvl8pPr lvl="7" rtl="0" algn="r">
              <a:buNone/>
              <a:defRPr sz="800">
                <a:solidFill>
                  <a:srgbClr val="FFFFFF"/>
                </a:solidFill>
                <a:latin typeface="Public Sans"/>
                <a:ea typeface="Public Sans"/>
                <a:cs typeface="Public Sans"/>
                <a:sym typeface="Public Sans"/>
              </a:defRPr>
            </a:lvl8pPr>
            <a:lvl9pPr lvl="8" rtl="0" algn="r">
              <a:buNone/>
              <a:defRPr sz="800">
                <a:solidFill>
                  <a:srgbClr val="FFFFFF"/>
                </a:solidFill>
                <a:latin typeface="Public Sans"/>
                <a:ea typeface="Public Sans"/>
                <a:cs typeface="Public Sans"/>
                <a:sym typeface="Public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231">
          <p15:clr>
            <a:srgbClr val="E46962"/>
          </p15:clr>
        </p15:guide>
      </p15:sldGuideLst>
    </p:ext>
  </p:extLst>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theme" Target="../theme/theme1.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65750" y="274325"/>
            <a:ext cx="8412600" cy="548700"/>
          </a:xfrm>
          <a:prstGeom prst="rect">
            <a:avLst/>
          </a:prstGeom>
          <a:noFill/>
          <a:ln>
            <a:noFill/>
          </a:ln>
        </p:spPr>
        <p:txBody>
          <a:bodyPr anchorCtr="0" anchor="t" bIns="0" lIns="0" spcFirstLastPara="1" rIns="0" wrap="square" tIns="0">
            <a:noAutofit/>
          </a:bodyPr>
          <a:lstStyle>
            <a:lvl1pPr lvl="0">
              <a:spcBef>
                <a:spcPts val="0"/>
              </a:spcBef>
              <a:spcAft>
                <a:spcPts val="0"/>
              </a:spcAft>
              <a:buClr>
                <a:schemeClr val="dk1"/>
              </a:buClr>
              <a:buSzPts val="2800"/>
              <a:buFont typeface="Public Sans SemiBold"/>
              <a:buNone/>
              <a:defRPr sz="2800">
                <a:solidFill>
                  <a:schemeClr val="dk1"/>
                </a:solidFill>
                <a:latin typeface="Public Sans SemiBold"/>
                <a:ea typeface="Public Sans SemiBold"/>
                <a:cs typeface="Public Sans SemiBold"/>
                <a:sym typeface="Public Sans SemiBold"/>
              </a:defRPr>
            </a:lvl1pPr>
            <a:lvl2pPr lvl="1">
              <a:spcBef>
                <a:spcPts val="0"/>
              </a:spcBef>
              <a:spcAft>
                <a:spcPts val="0"/>
              </a:spcAft>
              <a:buClr>
                <a:schemeClr val="dk1"/>
              </a:buClr>
              <a:buSzPts val="2800"/>
              <a:buFont typeface="Public Sans"/>
              <a:buNone/>
              <a:defRPr sz="2800">
                <a:solidFill>
                  <a:schemeClr val="dk1"/>
                </a:solidFill>
                <a:latin typeface="Public Sans"/>
                <a:ea typeface="Public Sans"/>
                <a:cs typeface="Public Sans"/>
                <a:sym typeface="Public Sans"/>
              </a:defRPr>
            </a:lvl2pPr>
            <a:lvl3pPr lvl="2">
              <a:spcBef>
                <a:spcPts val="0"/>
              </a:spcBef>
              <a:spcAft>
                <a:spcPts val="0"/>
              </a:spcAft>
              <a:buClr>
                <a:schemeClr val="dk1"/>
              </a:buClr>
              <a:buSzPts val="2800"/>
              <a:buFont typeface="Public Sans"/>
              <a:buNone/>
              <a:defRPr sz="2800">
                <a:solidFill>
                  <a:schemeClr val="dk1"/>
                </a:solidFill>
                <a:latin typeface="Public Sans"/>
                <a:ea typeface="Public Sans"/>
                <a:cs typeface="Public Sans"/>
                <a:sym typeface="Public Sans"/>
              </a:defRPr>
            </a:lvl3pPr>
            <a:lvl4pPr lvl="3">
              <a:spcBef>
                <a:spcPts val="0"/>
              </a:spcBef>
              <a:spcAft>
                <a:spcPts val="0"/>
              </a:spcAft>
              <a:buClr>
                <a:schemeClr val="dk1"/>
              </a:buClr>
              <a:buSzPts val="2800"/>
              <a:buFont typeface="Public Sans"/>
              <a:buNone/>
              <a:defRPr sz="2800">
                <a:solidFill>
                  <a:schemeClr val="dk1"/>
                </a:solidFill>
                <a:latin typeface="Public Sans"/>
                <a:ea typeface="Public Sans"/>
                <a:cs typeface="Public Sans"/>
                <a:sym typeface="Public Sans"/>
              </a:defRPr>
            </a:lvl4pPr>
            <a:lvl5pPr lvl="4">
              <a:spcBef>
                <a:spcPts val="0"/>
              </a:spcBef>
              <a:spcAft>
                <a:spcPts val="0"/>
              </a:spcAft>
              <a:buClr>
                <a:schemeClr val="dk1"/>
              </a:buClr>
              <a:buSzPts val="2800"/>
              <a:buFont typeface="Public Sans"/>
              <a:buNone/>
              <a:defRPr sz="2800">
                <a:solidFill>
                  <a:schemeClr val="dk1"/>
                </a:solidFill>
                <a:latin typeface="Public Sans"/>
                <a:ea typeface="Public Sans"/>
                <a:cs typeface="Public Sans"/>
                <a:sym typeface="Public Sans"/>
              </a:defRPr>
            </a:lvl5pPr>
            <a:lvl6pPr lvl="5">
              <a:spcBef>
                <a:spcPts val="0"/>
              </a:spcBef>
              <a:spcAft>
                <a:spcPts val="0"/>
              </a:spcAft>
              <a:buClr>
                <a:schemeClr val="dk1"/>
              </a:buClr>
              <a:buSzPts val="2800"/>
              <a:buFont typeface="Public Sans"/>
              <a:buNone/>
              <a:defRPr sz="2800">
                <a:solidFill>
                  <a:schemeClr val="dk1"/>
                </a:solidFill>
                <a:latin typeface="Public Sans"/>
                <a:ea typeface="Public Sans"/>
                <a:cs typeface="Public Sans"/>
                <a:sym typeface="Public Sans"/>
              </a:defRPr>
            </a:lvl6pPr>
            <a:lvl7pPr lvl="6">
              <a:spcBef>
                <a:spcPts val="0"/>
              </a:spcBef>
              <a:spcAft>
                <a:spcPts val="0"/>
              </a:spcAft>
              <a:buClr>
                <a:schemeClr val="dk1"/>
              </a:buClr>
              <a:buSzPts val="2800"/>
              <a:buFont typeface="Public Sans"/>
              <a:buNone/>
              <a:defRPr sz="2800">
                <a:solidFill>
                  <a:schemeClr val="dk1"/>
                </a:solidFill>
                <a:latin typeface="Public Sans"/>
                <a:ea typeface="Public Sans"/>
                <a:cs typeface="Public Sans"/>
                <a:sym typeface="Public Sans"/>
              </a:defRPr>
            </a:lvl7pPr>
            <a:lvl8pPr lvl="7">
              <a:spcBef>
                <a:spcPts val="0"/>
              </a:spcBef>
              <a:spcAft>
                <a:spcPts val="0"/>
              </a:spcAft>
              <a:buClr>
                <a:schemeClr val="dk1"/>
              </a:buClr>
              <a:buSzPts val="2800"/>
              <a:buFont typeface="Public Sans"/>
              <a:buNone/>
              <a:defRPr sz="2800">
                <a:solidFill>
                  <a:schemeClr val="dk1"/>
                </a:solidFill>
                <a:latin typeface="Public Sans"/>
                <a:ea typeface="Public Sans"/>
                <a:cs typeface="Public Sans"/>
                <a:sym typeface="Public Sans"/>
              </a:defRPr>
            </a:lvl8pPr>
            <a:lvl9pPr lvl="8">
              <a:spcBef>
                <a:spcPts val="0"/>
              </a:spcBef>
              <a:spcAft>
                <a:spcPts val="0"/>
              </a:spcAft>
              <a:buClr>
                <a:schemeClr val="dk1"/>
              </a:buClr>
              <a:buSzPts val="2800"/>
              <a:buFont typeface="Public Sans"/>
              <a:buNone/>
              <a:defRPr sz="2800">
                <a:solidFill>
                  <a:schemeClr val="dk1"/>
                </a:solidFill>
                <a:latin typeface="Public Sans"/>
                <a:ea typeface="Public Sans"/>
                <a:cs typeface="Public Sans"/>
                <a:sym typeface="Public Sans"/>
              </a:defRPr>
            </a:lvl9pPr>
          </a:lstStyle>
          <a:p/>
        </p:txBody>
      </p:sp>
      <p:sp>
        <p:nvSpPr>
          <p:cNvPr id="7" name="Google Shape;7;p1"/>
          <p:cNvSpPr txBox="1"/>
          <p:nvPr>
            <p:ph idx="1" type="body"/>
          </p:nvPr>
        </p:nvSpPr>
        <p:spPr>
          <a:xfrm>
            <a:off x="365760" y="1188720"/>
            <a:ext cx="8412600" cy="3383400"/>
          </a:xfrm>
          <a:prstGeom prst="rect">
            <a:avLst/>
          </a:prstGeom>
          <a:noFill/>
          <a:ln>
            <a:noFill/>
          </a:ln>
        </p:spPr>
        <p:txBody>
          <a:bodyPr anchorCtr="0" anchor="t" bIns="0" lIns="0" spcFirstLastPara="1" rIns="0" wrap="square" tIns="0">
            <a:noAutofit/>
          </a:bodyPr>
          <a:lstStyle>
            <a:lvl1pPr indent="-330200" lvl="0" marL="457200">
              <a:lnSpc>
                <a:spcPct val="115000"/>
              </a:lnSpc>
              <a:spcBef>
                <a:spcPts val="0"/>
              </a:spcBef>
              <a:spcAft>
                <a:spcPts val="0"/>
              </a:spcAft>
              <a:buClr>
                <a:schemeClr val="dk1"/>
              </a:buClr>
              <a:buSzPts val="1600"/>
              <a:buFont typeface="Public Sans Light"/>
              <a:buChar char="●"/>
              <a:defRPr sz="1600">
                <a:solidFill>
                  <a:schemeClr val="dk1"/>
                </a:solidFill>
                <a:latin typeface="Public Sans Light"/>
                <a:ea typeface="Public Sans Light"/>
                <a:cs typeface="Public Sans Light"/>
                <a:sym typeface="Public Sans Light"/>
              </a:defRPr>
            </a:lvl1pPr>
            <a:lvl2pPr indent="-330200" lvl="1" marL="914400">
              <a:lnSpc>
                <a:spcPct val="115000"/>
              </a:lnSpc>
              <a:spcBef>
                <a:spcPts val="0"/>
              </a:spcBef>
              <a:spcAft>
                <a:spcPts val="0"/>
              </a:spcAft>
              <a:buClr>
                <a:schemeClr val="dk1"/>
              </a:buClr>
              <a:buSzPts val="1600"/>
              <a:buFont typeface="Public Sans Light"/>
              <a:buChar char="﹣"/>
              <a:defRPr sz="1600">
                <a:solidFill>
                  <a:schemeClr val="dk1"/>
                </a:solidFill>
                <a:latin typeface="Public Sans Light"/>
                <a:ea typeface="Public Sans Light"/>
                <a:cs typeface="Public Sans Light"/>
                <a:sym typeface="Public Sans Light"/>
              </a:defRPr>
            </a:lvl2pPr>
            <a:lvl3pPr indent="-330200" lvl="2" marL="1371600">
              <a:lnSpc>
                <a:spcPct val="115000"/>
              </a:lnSpc>
              <a:spcBef>
                <a:spcPts val="0"/>
              </a:spcBef>
              <a:spcAft>
                <a:spcPts val="0"/>
              </a:spcAft>
              <a:buClr>
                <a:schemeClr val="dk1"/>
              </a:buClr>
              <a:buSzPts val="1600"/>
              <a:buFont typeface="Public Sans Light"/>
              <a:buChar char="﹣"/>
              <a:defRPr sz="1600">
                <a:solidFill>
                  <a:schemeClr val="dk1"/>
                </a:solidFill>
                <a:latin typeface="Public Sans Light"/>
                <a:ea typeface="Public Sans Light"/>
                <a:cs typeface="Public Sans Light"/>
                <a:sym typeface="Public Sans Light"/>
              </a:defRPr>
            </a:lvl3pPr>
            <a:lvl4pPr indent="-330200" lvl="3" marL="1828800">
              <a:lnSpc>
                <a:spcPct val="115000"/>
              </a:lnSpc>
              <a:spcBef>
                <a:spcPts val="0"/>
              </a:spcBef>
              <a:spcAft>
                <a:spcPts val="0"/>
              </a:spcAft>
              <a:buClr>
                <a:schemeClr val="dk1"/>
              </a:buClr>
              <a:buSzPts val="1600"/>
              <a:buFont typeface="Public Sans Light"/>
              <a:buChar char="﹣"/>
              <a:defRPr sz="1600">
                <a:solidFill>
                  <a:schemeClr val="dk1"/>
                </a:solidFill>
                <a:latin typeface="Public Sans Light"/>
                <a:ea typeface="Public Sans Light"/>
                <a:cs typeface="Public Sans Light"/>
                <a:sym typeface="Public Sans Light"/>
              </a:defRPr>
            </a:lvl4pPr>
            <a:lvl5pPr indent="-330200" lvl="4" marL="2286000">
              <a:lnSpc>
                <a:spcPct val="115000"/>
              </a:lnSpc>
              <a:spcBef>
                <a:spcPts val="0"/>
              </a:spcBef>
              <a:spcAft>
                <a:spcPts val="0"/>
              </a:spcAft>
              <a:buClr>
                <a:schemeClr val="dk1"/>
              </a:buClr>
              <a:buSzPts val="1600"/>
              <a:buFont typeface="Public Sans Light"/>
              <a:buChar char="﹣"/>
              <a:defRPr sz="1600">
                <a:solidFill>
                  <a:schemeClr val="dk1"/>
                </a:solidFill>
                <a:latin typeface="Public Sans Light"/>
                <a:ea typeface="Public Sans Light"/>
                <a:cs typeface="Public Sans Light"/>
                <a:sym typeface="Public Sans Light"/>
              </a:defRPr>
            </a:lvl5pPr>
            <a:lvl6pPr indent="-330200" lvl="5" marL="2743200">
              <a:lnSpc>
                <a:spcPct val="115000"/>
              </a:lnSpc>
              <a:spcBef>
                <a:spcPts val="0"/>
              </a:spcBef>
              <a:spcAft>
                <a:spcPts val="0"/>
              </a:spcAft>
              <a:buClr>
                <a:schemeClr val="dk1"/>
              </a:buClr>
              <a:buSzPts val="1600"/>
              <a:buFont typeface="Public Sans Light"/>
              <a:buChar char="﹣"/>
              <a:defRPr sz="1600">
                <a:solidFill>
                  <a:schemeClr val="dk1"/>
                </a:solidFill>
                <a:latin typeface="Public Sans Light"/>
                <a:ea typeface="Public Sans Light"/>
                <a:cs typeface="Public Sans Light"/>
                <a:sym typeface="Public Sans Light"/>
              </a:defRPr>
            </a:lvl6pPr>
            <a:lvl7pPr indent="-330200" lvl="6" marL="3200400">
              <a:lnSpc>
                <a:spcPct val="115000"/>
              </a:lnSpc>
              <a:spcBef>
                <a:spcPts val="0"/>
              </a:spcBef>
              <a:spcAft>
                <a:spcPts val="0"/>
              </a:spcAft>
              <a:buClr>
                <a:schemeClr val="dk1"/>
              </a:buClr>
              <a:buSzPts val="1600"/>
              <a:buFont typeface="Public Sans Light"/>
              <a:buChar char="﹣"/>
              <a:defRPr sz="1600">
                <a:solidFill>
                  <a:schemeClr val="dk1"/>
                </a:solidFill>
                <a:latin typeface="Public Sans Light"/>
                <a:ea typeface="Public Sans Light"/>
                <a:cs typeface="Public Sans Light"/>
                <a:sym typeface="Public Sans Light"/>
              </a:defRPr>
            </a:lvl7pPr>
            <a:lvl8pPr indent="-330200" lvl="7" marL="3657600">
              <a:lnSpc>
                <a:spcPct val="115000"/>
              </a:lnSpc>
              <a:spcBef>
                <a:spcPts val="0"/>
              </a:spcBef>
              <a:spcAft>
                <a:spcPts val="0"/>
              </a:spcAft>
              <a:buClr>
                <a:schemeClr val="dk1"/>
              </a:buClr>
              <a:buSzPts val="1600"/>
              <a:buFont typeface="Public Sans Light"/>
              <a:buChar char="﹣"/>
              <a:defRPr sz="1600">
                <a:solidFill>
                  <a:schemeClr val="dk1"/>
                </a:solidFill>
                <a:latin typeface="Public Sans Light"/>
                <a:ea typeface="Public Sans Light"/>
                <a:cs typeface="Public Sans Light"/>
                <a:sym typeface="Public Sans Light"/>
              </a:defRPr>
            </a:lvl8pPr>
            <a:lvl9pPr indent="-330200" lvl="8" marL="4114800">
              <a:lnSpc>
                <a:spcPct val="115000"/>
              </a:lnSpc>
              <a:spcBef>
                <a:spcPts val="0"/>
              </a:spcBef>
              <a:spcAft>
                <a:spcPts val="0"/>
              </a:spcAft>
              <a:buClr>
                <a:schemeClr val="dk1"/>
              </a:buClr>
              <a:buSzPts val="1600"/>
              <a:buFont typeface="Public Sans Light"/>
              <a:buChar char="﹣"/>
              <a:defRPr sz="1600">
                <a:solidFill>
                  <a:schemeClr val="dk1"/>
                </a:solidFill>
                <a:latin typeface="Public Sans Light"/>
                <a:ea typeface="Public Sans Light"/>
                <a:cs typeface="Public Sans Light"/>
                <a:sym typeface="Public Sans Light"/>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230">
          <p15:clr>
            <a:srgbClr val="E46962"/>
          </p15:clr>
        </p15:guide>
        <p15:guide id="2" pos="5530">
          <p15:clr>
            <a:srgbClr val="E46962"/>
          </p15:clr>
        </p15:guide>
        <p15:guide id="3" orient="horz" pos="2997">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4.xml"/><Relationship Id="rId3" Type="http://schemas.openxmlformats.org/officeDocument/2006/relationships/image" Target="../media/image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6.png"/><Relationship Id="rId5" Type="http://schemas.openxmlformats.org/officeDocument/2006/relationships/image" Target="../media/image9.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11" Type="http://schemas.openxmlformats.org/officeDocument/2006/relationships/image" Target="../media/image19.png"/><Relationship Id="rId10" Type="http://schemas.openxmlformats.org/officeDocument/2006/relationships/image" Target="../media/image18.png"/><Relationship Id="rId13" Type="http://schemas.openxmlformats.org/officeDocument/2006/relationships/image" Target="../media/image24.png"/><Relationship Id="rId12" Type="http://schemas.openxmlformats.org/officeDocument/2006/relationships/image" Target="../media/image20.png"/><Relationship Id="rId15" Type="http://schemas.openxmlformats.org/officeDocument/2006/relationships/image" Target="../media/image22.png"/><Relationship Id="rId14" Type="http://schemas.openxmlformats.org/officeDocument/2006/relationships/image" Target="../media/image21.png"/><Relationship Id="rId16"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7.xml"/><Relationship Id="rId3"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 Id="rId3" Type="http://schemas.openxmlformats.org/officeDocument/2006/relationships/image" Target="../media/image2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5.png"/><Relationship Id="rId6" Type="http://schemas.openxmlformats.org/officeDocument/2006/relationships/image" Target="../media/image2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0.xml"/><Relationship Id="rId3" Type="http://schemas.openxmlformats.org/officeDocument/2006/relationships/image" Target="../media/image30.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1.xml"/><Relationship Id="rId3" Type="http://schemas.openxmlformats.org/officeDocument/2006/relationships/image" Target="../media/image30.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2.xml"/><Relationship Id="rId3" Type="http://schemas.openxmlformats.org/officeDocument/2006/relationships/image" Target="../media/image2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4.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5.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8.xml"/><Relationship Id="rId3" Type="http://schemas.openxmlformats.org/officeDocument/2006/relationships/image" Target="../media/image3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9.xml"/><Relationship Id="rId3" Type="http://schemas.openxmlformats.org/officeDocument/2006/relationships/image" Target="../media/image3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4.xml"/><Relationship Id="rId3" Type="http://schemas.openxmlformats.org/officeDocument/2006/relationships/hyperlink" Target="mailto:name.name@neotechnology.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6"/>
          <p:cNvSpPr txBox="1"/>
          <p:nvPr>
            <p:ph type="ctrTitle"/>
          </p:nvPr>
        </p:nvSpPr>
        <p:spPr>
          <a:xfrm>
            <a:off x="909908" y="1605476"/>
            <a:ext cx="7498200" cy="17460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A template </a:t>
            </a:r>
            <a:br>
              <a:rPr lang="en"/>
            </a:br>
            <a:r>
              <a:rPr lang="en"/>
              <a:t>for </a:t>
            </a:r>
            <a:r>
              <a:rPr lang="en"/>
              <a:t>A</a:t>
            </a:r>
            <a:r>
              <a:rPr lang="en"/>
              <a:t>ll Nodes</a:t>
            </a:r>
            <a:endParaRPr/>
          </a:p>
        </p:txBody>
      </p:sp>
      <p:sp>
        <p:nvSpPr>
          <p:cNvPr id="263" name="Google Shape;263;p36"/>
          <p:cNvSpPr txBox="1"/>
          <p:nvPr>
            <p:ph idx="1" type="subTitle"/>
          </p:nvPr>
        </p:nvSpPr>
        <p:spPr>
          <a:xfrm>
            <a:off x="922717" y="3457429"/>
            <a:ext cx="4206300" cy="883500"/>
          </a:xfrm>
          <a:prstGeom prst="rect">
            <a:avLst/>
          </a:prstGeom>
        </p:spPr>
        <p:txBody>
          <a:bodyPr anchorCtr="0" anchor="t" bIns="0" lIns="0" spcFirstLastPara="1" rIns="0" wrap="square" tIns="0">
            <a:noAutofit/>
          </a:bodyPr>
          <a:lstStyle/>
          <a:p>
            <a:pPr indent="0" lvl="0" marL="0" rtl="0" algn="l">
              <a:spcBef>
                <a:spcPts val="0"/>
              </a:spcBef>
              <a:spcAft>
                <a:spcPts val="1200"/>
              </a:spcAft>
              <a:buNone/>
            </a:pPr>
            <a:r>
              <a:rPr lang="en">
                <a:solidFill>
                  <a:schemeClr val="lt2"/>
                </a:solidFill>
              </a:rPr>
              <a:t>Relationships are all around us</a:t>
            </a:r>
            <a:endParaRPr>
              <a:solidFill>
                <a:schemeClr val="lt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type="ctrTitle"/>
          </p:nvPr>
        </p:nvSpPr>
        <p:spPr>
          <a:xfrm>
            <a:off x="909908" y="1605476"/>
            <a:ext cx="7498200" cy="17460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b="1" lang="en">
                <a:latin typeface="Syne"/>
                <a:ea typeface="Syne"/>
                <a:cs typeface="Syne"/>
                <a:sym typeface="Syne"/>
              </a:rPr>
              <a:t>TsOC to Agend</a:t>
            </a:r>
            <a:r>
              <a:rPr lang="en"/>
              <a:t>ae</a:t>
            </a:r>
            <a:endParaRPr b="1">
              <a:latin typeface="Syne"/>
              <a:ea typeface="Syne"/>
              <a:cs typeface="Syne"/>
              <a:sym typeface="Syne"/>
            </a:endParaRPr>
          </a:p>
        </p:txBody>
      </p:sp>
      <p:sp>
        <p:nvSpPr>
          <p:cNvPr id="269" name="Google Shape;269;p37"/>
          <p:cNvSpPr txBox="1"/>
          <p:nvPr>
            <p:ph idx="1" type="subTitle"/>
          </p:nvPr>
        </p:nvSpPr>
        <p:spPr>
          <a:xfrm>
            <a:off x="922717" y="3457429"/>
            <a:ext cx="4206300" cy="883500"/>
          </a:xfrm>
          <a:prstGeom prst="rect">
            <a:avLst/>
          </a:prstGeom>
        </p:spPr>
        <p:txBody>
          <a:bodyPr anchorCtr="0" anchor="t" bIns="0" lIns="0" spcFirstLastPara="1" rIns="0" wrap="square" tIns="0">
            <a:noAutofit/>
          </a:bodyPr>
          <a:lstStyle/>
          <a:p>
            <a:pPr indent="0" lvl="0" marL="0" rtl="0" algn="l">
              <a:spcBef>
                <a:spcPts val="0"/>
              </a:spcBef>
              <a:spcAft>
                <a:spcPts val="1200"/>
              </a:spcAft>
              <a:buNone/>
            </a:pPr>
            <a:r>
              <a:rPr lang="en"/>
              <a:t>Layout the layouts</a:t>
            </a:r>
            <a:endParaRPr/>
          </a:p>
        </p:txBody>
      </p:sp>
      <p:sp>
        <p:nvSpPr>
          <p:cNvPr id="270" name="Google Shape;270;p37"/>
          <p:cNvSpPr txBox="1"/>
          <p:nvPr>
            <p:ph idx="12" type="sldNum"/>
          </p:nvPr>
        </p:nvSpPr>
        <p:spPr>
          <a:xfrm>
            <a:off x="360650" y="4880150"/>
            <a:ext cx="3667800" cy="2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Neo4j Inc. All rights reserved 2023	</a:t>
            </a:r>
            <a:endParaRPr/>
          </a:p>
        </p:txBody>
      </p:sp>
      <p:sp>
        <p:nvSpPr>
          <p:cNvPr id="271" name="Google Shape;271;p37"/>
          <p:cNvSpPr txBox="1"/>
          <p:nvPr>
            <p:ph idx="2" type="sldNum"/>
          </p:nvPr>
        </p:nvSpPr>
        <p:spPr>
          <a:xfrm>
            <a:off x="0" y="4880150"/>
            <a:ext cx="265200" cy="2697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8"/>
          <p:cNvSpPr txBox="1"/>
          <p:nvPr>
            <p:ph idx="12" type="sldNum"/>
          </p:nvPr>
        </p:nvSpPr>
        <p:spPr>
          <a:xfrm>
            <a:off x="360650" y="4880150"/>
            <a:ext cx="3667800" cy="2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Neo4j Inc. All rights reserved 2023	</a:t>
            </a:r>
            <a:endParaRPr/>
          </a:p>
        </p:txBody>
      </p:sp>
      <p:sp>
        <p:nvSpPr>
          <p:cNvPr id="277" name="Google Shape;277;p38"/>
          <p:cNvSpPr txBox="1"/>
          <p:nvPr>
            <p:ph idx="2" type="sldNum"/>
          </p:nvPr>
        </p:nvSpPr>
        <p:spPr>
          <a:xfrm>
            <a:off x="0" y="4880150"/>
            <a:ext cx="265200" cy="2697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278" name="Google Shape;278;p38"/>
          <p:cNvSpPr txBox="1"/>
          <p:nvPr>
            <p:ph type="title"/>
          </p:nvPr>
        </p:nvSpPr>
        <p:spPr>
          <a:xfrm>
            <a:off x="365750" y="274325"/>
            <a:ext cx="8412600" cy="548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79" name="Google Shape;279;p38"/>
          <p:cNvSpPr txBox="1"/>
          <p:nvPr>
            <p:ph idx="1" type="body"/>
          </p:nvPr>
        </p:nvSpPr>
        <p:spPr>
          <a:xfrm>
            <a:off x="365750" y="1188725"/>
            <a:ext cx="8046600" cy="3430800"/>
          </a:xfrm>
          <a:prstGeom prst="rect">
            <a:avLst/>
          </a:prstGeom>
        </p:spPr>
        <p:txBody>
          <a:bodyPr anchorCtr="0" anchor="t" bIns="0" lIns="0" spcFirstLastPara="1" rIns="0" wrap="square" tIns="0">
            <a:noAutofit/>
          </a:bodyPr>
          <a:lstStyle/>
          <a:p>
            <a:pPr indent="-330200" lvl="0" marL="457200" rtl="0" algn="l">
              <a:spcBef>
                <a:spcPts val="0"/>
              </a:spcBef>
              <a:spcAft>
                <a:spcPts val="0"/>
              </a:spcAft>
              <a:buSzPts val="1600"/>
              <a:buAutoNum type="romanUcPeriod"/>
            </a:pPr>
            <a:r>
              <a:rPr lang="en"/>
              <a:t>Why is this a challenge? </a:t>
            </a:r>
            <a:endParaRPr/>
          </a:p>
          <a:p>
            <a:pPr indent="-330200" lvl="0" marL="457200" rtl="0" algn="l">
              <a:spcBef>
                <a:spcPts val="0"/>
              </a:spcBef>
              <a:spcAft>
                <a:spcPts val="0"/>
              </a:spcAft>
              <a:buSzPts val="1600"/>
              <a:buAutoNum type="romanUcPeriod"/>
            </a:pPr>
            <a:r>
              <a:rPr lang="en"/>
              <a:t>Stats on money spent on bad data quality</a:t>
            </a:r>
            <a:endParaRPr/>
          </a:p>
          <a:p>
            <a:pPr indent="-330200" lvl="0" marL="457200" rtl="0" algn="l">
              <a:spcBef>
                <a:spcPts val="0"/>
              </a:spcBef>
              <a:spcAft>
                <a:spcPts val="0"/>
              </a:spcAft>
              <a:buSzPts val="1600"/>
              <a:buAutoNum type="romanUcPeriod"/>
            </a:pPr>
            <a:r>
              <a:rPr lang="en"/>
              <a:t>Where do we see it? Some Common Examples/ Use Cases </a:t>
            </a:r>
            <a:endParaRPr/>
          </a:p>
          <a:p>
            <a:pPr indent="-330200" lvl="0" marL="457200" rtl="0" algn="l">
              <a:spcBef>
                <a:spcPts val="0"/>
              </a:spcBef>
              <a:spcAft>
                <a:spcPts val="0"/>
              </a:spcAft>
              <a:buSzPts val="1600"/>
              <a:buAutoNum type="romanUcPeriod"/>
            </a:pPr>
            <a:r>
              <a:rPr lang="en"/>
              <a:t>Challenges with existing methods</a:t>
            </a:r>
            <a:endParaRPr/>
          </a:p>
          <a:p>
            <a:pPr indent="-330200" lvl="0" marL="457200" rtl="0" algn="l">
              <a:spcBef>
                <a:spcPts val="0"/>
              </a:spcBef>
              <a:spcAft>
                <a:spcPts val="0"/>
              </a:spcAft>
              <a:buSzPts val="1600"/>
              <a:buAutoNum type="romanUcPeriod"/>
            </a:pPr>
            <a:r>
              <a:rPr lang="en"/>
              <a:t>Benefits of using graphs:</a:t>
            </a:r>
            <a:endParaRPr/>
          </a:p>
          <a:p>
            <a:pPr indent="-330200" lvl="1" marL="914400" rtl="0" algn="l">
              <a:spcBef>
                <a:spcPts val="0"/>
              </a:spcBef>
              <a:spcAft>
                <a:spcPts val="0"/>
              </a:spcAft>
              <a:buSzPts val="1600"/>
              <a:buAutoNum type="alphaUcPeriod"/>
            </a:pPr>
            <a:r>
              <a:rPr lang="en"/>
              <a:t>Intuitive to visualize and match entities</a:t>
            </a:r>
            <a:endParaRPr/>
          </a:p>
          <a:p>
            <a:pPr indent="-330200" lvl="1" marL="914400" rtl="0" algn="l">
              <a:spcBef>
                <a:spcPts val="0"/>
              </a:spcBef>
              <a:spcAft>
                <a:spcPts val="0"/>
              </a:spcAft>
              <a:buSzPts val="1600"/>
              <a:buAutoNum type="alphaUcPeriod"/>
            </a:pPr>
            <a:r>
              <a:rPr lang="en"/>
              <a:t>Performance at Scale </a:t>
            </a:r>
            <a:endParaRPr/>
          </a:p>
          <a:p>
            <a:pPr indent="-330200" lvl="1" marL="914400" rtl="0" algn="l">
              <a:spcBef>
                <a:spcPts val="0"/>
              </a:spcBef>
              <a:spcAft>
                <a:spcPts val="0"/>
              </a:spcAft>
              <a:buSzPts val="1600"/>
              <a:buAutoNum type="alphaUcPeriod"/>
            </a:pPr>
            <a:r>
              <a:rPr lang="en"/>
              <a:t>Aura</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9"/>
          <p:cNvSpPr txBox="1"/>
          <p:nvPr>
            <p:ph type="title"/>
          </p:nvPr>
        </p:nvSpPr>
        <p:spPr>
          <a:xfrm>
            <a:off x="365750" y="274325"/>
            <a:ext cx="8412600" cy="548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Agenda</a:t>
            </a:r>
            <a:endParaRPr/>
          </a:p>
        </p:txBody>
      </p:sp>
      <p:sp>
        <p:nvSpPr>
          <p:cNvPr id="285" name="Google Shape;285;p39"/>
          <p:cNvSpPr txBox="1"/>
          <p:nvPr>
            <p:ph idx="1" type="body"/>
          </p:nvPr>
        </p:nvSpPr>
        <p:spPr>
          <a:xfrm>
            <a:off x="2668250" y="1045325"/>
            <a:ext cx="3807600" cy="3711900"/>
          </a:xfrm>
          <a:prstGeom prst="rect">
            <a:avLst/>
          </a:prstGeom>
        </p:spPr>
        <p:txBody>
          <a:bodyPr anchorCtr="0" anchor="t" bIns="0" lIns="0" spcFirstLastPara="1" rIns="0" wrap="square" tIns="0">
            <a:noAutofit/>
          </a:bodyPr>
          <a:lstStyle/>
          <a:p>
            <a:pPr indent="-533400" lvl="0" marL="457200" rtl="0" algn="l">
              <a:spcBef>
                <a:spcPts val="0"/>
              </a:spcBef>
              <a:spcAft>
                <a:spcPts val="0"/>
              </a:spcAft>
              <a:buClr>
                <a:schemeClr val="accent6"/>
              </a:buClr>
              <a:buSzPts val="4800"/>
              <a:buFont typeface="Public Sans Thin"/>
              <a:buAutoNum type="arabicPeriod"/>
            </a:pPr>
            <a:r>
              <a:rPr lang="en">
                <a:solidFill>
                  <a:srgbClr val="FFFFFF"/>
                </a:solidFill>
                <a:latin typeface="Public Sans SemiBold"/>
                <a:ea typeface="Public Sans SemiBold"/>
                <a:cs typeface="Public Sans SemiBold"/>
                <a:sym typeface="Public Sans SemiBold"/>
              </a:rPr>
              <a:t>What we discuss first</a:t>
            </a:r>
            <a:endParaRPr>
              <a:solidFill>
                <a:srgbClr val="FFFFFF"/>
              </a:solidFill>
              <a:latin typeface="Public Sans SemiBold"/>
              <a:ea typeface="Public Sans SemiBold"/>
              <a:cs typeface="Public Sans SemiBold"/>
              <a:sym typeface="Public Sans SemiBold"/>
            </a:endParaRPr>
          </a:p>
          <a:p>
            <a:pPr indent="-533400" lvl="0" marL="457200" rtl="0" algn="l">
              <a:spcBef>
                <a:spcPts val="0"/>
              </a:spcBef>
              <a:spcAft>
                <a:spcPts val="0"/>
              </a:spcAft>
              <a:buClr>
                <a:schemeClr val="accent6"/>
              </a:buClr>
              <a:buSzPts val="4800"/>
              <a:buFont typeface="Public Sans Thin"/>
              <a:buAutoNum type="arabicPeriod"/>
            </a:pPr>
            <a:r>
              <a:rPr lang="en">
                <a:solidFill>
                  <a:srgbClr val="FFFFFF"/>
                </a:solidFill>
                <a:latin typeface="Public Sans SemiBold"/>
                <a:ea typeface="Public Sans SemiBold"/>
                <a:cs typeface="Public Sans SemiBold"/>
                <a:sym typeface="Public Sans SemiBold"/>
              </a:rPr>
              <a:t>How we approach the topic</a:t>
            </a:r>
            <a:endParaRPr>
              <a:solidFill>
                <a:srgbClr val="FFFFFF"/>
              </a:solidFill>
              <a:latin typeface="Public Sans SemiBold"/>
              <a:ea typeface="Public Sans SemiBold"/>
              <a:cs typeface="Public Sans SemiBold"/>
              <a:sym typeface="Public Sans SemiBold"/>
            </a:endParaRPr>
          </a:p>
          <a:p>
            <a:pPr indent="-533400" lvl="0" marL="457200" rtl="0" algn="l">
              <a:spcBef>
                <a:spcPts val="0"/>
              </a:spcBef>
              <a:spcAft>
                <a:spcPts val="0"/>
              </a:spcAft>
              <a:buClr>
                <a:schemeClr val="accent6"/>
              </a:buClr>
              <a:buSzPts val="4800"/>
              <a:buFont typeface="Public Sans Thin"/>
              <a:buAutoNum type="arabicPeriod"/>
            </a:pPr>
            <a:r>
              <a:rPr lang="en">
                <a:solidFill>
                  <a:srgbClr val="FFFFFF"/>
                </a:solidFill>
                <a:latin typeface="Public Sans SemiBold"/>
                <a:ea typeface="Public Sans SemiBold"/>
                <a:cs typeface="Public Sans SemiBold"/>
                <a:sym typeface="Public Sans SemiBold"/>
              </a:rPr>
              <a:t>What we consider then</a:t>
            </a:r>
            <a:endParaRPr>
              <a:solidFill>
                <a:srgbClr val="FFFFFF"/>
              </a:solidFill>
              <a:latin typeface="Public Sans SemiBold"/>
              <a:ea typeface="Public Sans SemiBold"/>
              <a:cs typeface="Public Sans SemiBold"/>
              <a:sym typeface="Public Sans SemiBold"/>
            </a:endParaRPr>
          </a:p>
          <a:p>
            <a:pPr indent="-533400" lvl="0" marL="457200" rtl="0" algn="l">
              <a:spcBef>
                <a:spcPts val="0"/>
              </a:spcBef>
              <a:spcAft>
                <a:spcPts val="0"/>
              </a:spcAft>
              <a:buClr>
                <a:schemeClr val="accent6"/>
              </a:buClr>
              <a:buSzPts val="4800"/>
              <a:buFont typeface="Public Sans Thin"/>
              <a:buAutoNum type="arabicPeriod"/>
            </a:pPr>
            <a:r>
              <a:rPr lang="en">
                <a:solidFill>
                  <a:srgbClr val="FFFFFF"/>
                </a:solidFill>
                <a:latin typeface="Public Sans SemiBold"/>
                <a:ea typeface="Public Sans SemiBold"/>
                <a:cs typeface="Public Sans SemiBold"/>
                <a:sym typeface="Public Sans SemiBold"/>
              </a:rPr>
              <a:t>What we swear to do from now on</a:t>
            </a:r>
            <a:endParaRPr>
              <a:solidFill>
                <a:srgbClr val="FFFFFF"/>
              </a:solidFill>
              <a:latin typeface="Public Sans SemiBold"/>
              <a:ea typeface="Public Sans SemiBold"/>
              <a:cs typeface="Public Sans SemiBold"/>
              <a:sym typeface="Public Sans SemiBold"/>
            </a:endParaRPr>
          </a:p>
        </p:txBody>
      </p:sp>
      <p:sp>
        <p:nvSpPr>
          <p:cNvPr id="286" name="Google Shape;286;p39"/>
          <p:cNvSpPr txBox="1"/>
          <p:nvPr>
            <p:ph idx="12" type="sldNum"/>
          </p:nvPr>
        </p:nvSpPr>
        <p:spPr>
          <a:xfrm>
            <a:off x="360650" y="4880150"/>
            <a:ext cx="3667800" cy="2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Neo4j Inc. All rights reserved 2023	</a:t>
            </a:r>
            <a:endParaRPr/>
          </a:p>
        </p:txBody>
      </p:sp>
      <p:sp>
        <p:nvSpPr>
          <p:cNvPr id="287" name="Google Shape;287;p39"/>
          <p:cNvSpPr txBox="1"/>
          <p:nvPr>
            <p:ph idx="2" type="sldNum"/>
          </p:nvPr>
        </p:nvSpPr>
        <p:spPr>
          <a:xfrm>
            <a:off x="0" y="4880150"/>
            <a:ext cx="265200" cy="2697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1" name="Shape 291"/>
        <p:cNvGrpSpPr/>
        <p:nvPr/>
      </p:nvGrpSpPr>
      <p:grpSpPr>
        <a:xfrm>
          <a:off x="0" y="0"/>
          <a:ext cx="0" cy="0"/>
          <a:chOff x="0" y="0"/>
          <a:chExt cx="0" cy="0"/>
        </a:xfrm>
      </p:grpSpPr>
      <p:sp>
        <p:nvSpPr>
          <p:cNvPr id="292" name="Google Shape;292;p40"/>
          <p:cNvSpPr txBox="1"/>
          <p:nvPr>
            <p:ph type="title"/>
          </p:nvPr>
        </p:nvSpPr>
        <p:spPr>
          <a:xfrm>
            <a:off x="365750" y="274325"/>
            <a:ext cx="8412600" cy="548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Table of Contents (clickable)</a:t>
            </a:r>
            <a:endParaRPr/>
          </a:p>
        </p:txBody>
      </p:sp>
      <p:sp>
        <p:nvSpPr>
          <p:cNvPr id="293" name="Google Shape;293;p40"/>
          <p:cNvSpPr txBox="1"/>
          <p:nvPr>
            <p:ph idx="2" type="body"/>
          </p:nvPr>
        </p:nvSpPr>
        <p:spPr>
          <a:xfrm>
            <a:off x="4937760" y="1188725"/>
            <a:ext cx="3657600" cy="3430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u="sng">
                <a:solidFill>
                  <a:schemeClr val="accent2"/>
                </a:solidFill>
                <a:latin typeface="Public Sans SemiBold"/>
                <a:ea typeface="Public Sans SemiBold"/>
                <a:cs typeface="Public Sans SemiBold"/>
                <a:sym typeface="Public Sans SemiBold"/>
                <a:hlinkClick action="ppaction://hlinkshowjump?jump=nextslide">
                  <a:extLst>
                    <a:ext uri="{A12FA001-AC4F-418D-AE19-62706E023703}">
                      <ahyp:hlinkClr val="tx"/>
                    </a:ext>
                  </a:extLst>
                </a:hlinkClick>
              </a:rPr>
              <a:t>How to use shapes</a:t>
            </a:r>
            <a:endParaRPr>
              <a:solidFill>
                <a:schemeClr val="accent2"/>
              </a:solidFill>
              <a:latin typeface="Public Sans SemiBold"/>
              <a:ea typeface="Public Sans SemiBold"/>
              <a:cs typeface="Public Sans SemiBold"/>
              <a:sym typeface="Public Sans SemiBold"/>
            </a:endParaRPr>
          </a:p>
          <a:p>
            <a:pPr indent="0" lvl="0" marL="0" rtl="0" algn="l">
              <a:lnSpc>
                <a:spcPct val="100000"/>
              </a:lnSpc>
              <a:spcBef>
                <a:spcPts val="0"/>
              </a:spcBef>
              <a:spcAft>
                <a:spcPts val="0"/>
              </a:spcAft>
              <a:buNone/>
            </a:pPr>
            <a:r>
              <a:rPr lang="en"/>
              <a:t>The Metaballogy will provide a toolbox for using exciting shapes.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u="sng">
                <a:solidFill>
                  <a:schemeClr val="accent2"/>
                </a:solidFill>
                <a:latin typeface="Public Sans SemiBold"/>
                <a:ea typeface="Public Sans SemiBold"/>
                <a:cs typeface="Public Sans SemiBold"/>
                <a:sym typeface="Public Sans SemiBold"/>
                <a:hlinkClick action="ppaction://hlinkshowjump?jump=nextslide">
                  <a:extLst>
                    <a:ext uri="{A12FA001-AC4F-418D-AE19-62706E023703}">
                      <ahyp:hlinkClr val="tx"/>
                    </a:ext>
                  </a:extLst>
                </a:hlinkClick>
              </a:rPr>
              <a:t>Design wise</a:t>
            </a:r>
            <a:endParaRPr>
              <a:solidFill>
                <a:schemeClr val="accent2"/>
              </a:solidFill>
              <a:latin typeface="Public Sans SemiBold"/>
              <a:ea typeface="Public Sans SemiBold"/>
              <a:cs typeface="Public Sans SemiBold"/>
              <a:sym typeface="Public Sans SemiBold"/>
            </a:endParaRPr>
          </a:p>
          <a:p>
            <a:pPr indent="0" lvl="0" marL="0" rtl="0" algn="l">
              <a:spcBef>
                <a:spcPts val="0"/>
              </a:spcBef>
              <a:spcAft>
                <a:spcPts val="0"/>
              </a:spcAft>
              <a:buNone/>
            </a:pPr>
            <a:r>
              <a:rPr lang="en"/>
              <a:t>Colors, Images, quotes, split slides, positive and negative, customers, numbers, graphics, white space, screenshots, …</a:t>
            </a:r>
            <a:endParaRPr/>
          </a:p>
        </p:txBody>
      </p:sp>
      <p:sp>
        <p:nvSpPr>
          <p:cNvPr id="294" name="Google Shape;294;p40"/>
          <p:cNvSpPr txBox="1"/>
          <p:nvPr>
            <p:ph idx="1" type="body"/>
          </p:nvPr>
        </p:nvSpPr>
        <p:spPr>
          <a:xfrm>
            <a:off x="365750" y="1188725"/>
            <a:ext cx="3657600" cy="3430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u="sng">
                <a:solidFill>
                  <a:schemeClr val="accent2"/>
                </a:solidFill>
                <a:latin typeface="Public Sans SemiBold"/>
                <a:ea typeface="Public Sans SemiBold"/>
                <a:cs typeface="Public Sans SemiBold"/>
                <a:sym typeface="Public Sans SemiBold"/>
                <a:hlinkClick action="ppaction://hlinkshowjump?jump=nextslide">
                  <a:extLst>
                    <a:ext uri="{A12FA001-AC4F-418D-AE19-62706E023703}">
                      <ahyp:hlinkClr val="tx"/>
                    </a:ext>
                  </a:extLst>
                </a:hlinkClick>
              </a:rPr>
              <a:t>How to use this template</a:t>
            </a:r>
            <a:endParaRPr>
              <a:solidFill>
                <a:schemeClr val="accent2"/>
              </a:solidFill>
              <a:latin typeface="Public Sans SemiBold"/>
              <a:ea typeface="Public Sans SemiBold"/>
              <a:cs typeface="Public Sans SemiBold"/>
              <a:sym typeface="Public Sans SemiBold"/>
            </a:endParaRPr>
          </a:p>
          <a:p>
            <a:pPr indent="0" lvl="0" marL="0" rtl="0" algn="l">
              <a:lnSpc>
                <a:spcPct val="100000"/>
              </a:lnSpc>
              <a:spcBef>
                <a:spcPts val="0"/>
              </a:spcBef>
              <a:spcAft>
                <a:spcPts val="0"/>
              </a:spcAft>
              <a:buNone/>
            </a:pPr>
            <a:r>
              <a:rPr lang="en"/>
              <a:t>The template will contain many how-to sections to onboard users.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u="sng">
                <a:solidFill>
                  <a:schemeClr val="accent2"/>
                </a:solidFill>
                <a:latin typeface="Public Sans SemiBold"/>
                <a:ea typeface="Public Sans SemiBold"/>
                <a:cs typeface="Public Sans SemiBold"/>
                <a:sym typeface="Public Sans SemiBold"/>
                <a:hlinkClick action="ppaction://hlinkshowjump?jump=nextslide">
                  <a:extLst>
                    <a:ext uri="{A12FA001-AC4F-418D-AE19-62706E023703}">
                      <ahyp:hlinkClr val="tx"/>
                    </a:ext>
                  </a:extLst>
                </a:hlinkClick>
              </a:rPr>
              <a:t>Ready to use elements</a:t>
            </a:r>
            <a:endParaRPr>
              <a:solidFill>
                <a:schemeClr val="accent2"/>
              </a:solidFill>
              <a:latin typeface="Public Sans SemiBold"/>
              <a:ea typeface="Public Sans SemiBold"/>
              <a:cs typeface="Public Sans SemiBold"/>
              <a:sym typeface="Public Sans SemiBold"/>
            </a:endParaRPr>
          </a:p>
          <a:p>
            <a:pPr indent="0" lvl="0" marL="0" rtl="0" algn="l">
              <a:lnSpc>
                <a:spcPct val="100000"/>
              </a:lnSpc>
              <a:spcBef>
                <a:spcPts val="0"/>
              </a:spcBef>
              <a:spcAft>
                <a:spcPts val="0"/>
              </a:spcAft>
              <a:buNone/>
            </a:pPr>
            <a:r>
              <a:rPr lang="en">
                <a:solidFill>
                  <a:schemeClr val="accent1"/>
                </a:solidFill>
              </a:rPr>
              <a:t>Examples ready for copy and paste will be provided for many use cases.</a:t>
            </a:r>
            <a:endParaRPr>
              <a:solidFill>
                <a:schemeClr val="accent1"/>
              </a:solidFill>
            </a:endParaRPr>
          </a:p>
          <a:p>
            <a:pPr indent="0" lvl="0" marL="0" rtl="0" algn="l">
              <a:lnSpc>
                <a:spcPct val="100000"/>
              </a:lnSpc>
              <a:spcBef>
                <a:spcPts val="0"/>
              </a:spcBef>
              <a:spcAft>
                <a:spcPts val="0"/>
              </a:spcAft>
              <a:buNone/>
            </a:pPr>
            <a:r>
              <a:t/>
            </a:r>
            <a:endParaRPr>
              <a:solidFill>
                <a:schemeClr val="accent1"/>
              </a:solidFill>
            </a:endParaRPr>
          </a:p>
          <a:p>
            <a:pPr indent="0" lvl="0" marL="0" rtl="0" algn="l">
              <a:spcBef>
                <a:spcPts val="0"/>
              </a:spcBef>
              <a:spcAft>
                <a:spcPts val="0"/>
              </a:spcAft>
              <a:buNone/>
            </a:pPr>
            <a:r>
              <a:rPr lang="en" u="sng">
                <a:solidFill>
                  <a:schemeClr val="accent2"/>
                </a:solidFill>
                <a:latin typeface="Public Sans SemiBold"/>
                <a:ea typeface="Public Sans SemiBold"/>
                <a:cs typeface="Public Sans SemiBold"/>
                <a:sym typeface="Public Sans SemiBold"/>
                <a:hlinkClick action="ppaction://hlinkshowjump?jump=nextslide">
                  <a:extLst>
                    <a:ext uri="{A12FA001-AC4F-418D-AE19-62706E023703}">
                      <ahyp:hlinkClr val="tx"/>
                    </a:ext>
                  </a:extLst>
                </a:hlinkClick>
              </a:rPr>
              <a:t>Another topic</a:t>
            </a:r>
            <a:endParaRPr>
              <a:solidFill>
                <a:schemeClr val="accent2"/>
              </a:solidFill>
              <a:latin typeface="Public Sans SemiBold"/>
              <a:ea typeface="Public Sans SemiBold"/>
              <a:cs typeface="Public Sans SemiBold"/>
              <a:sym typeface="Public Sans SemiBold"/>
            </a:endParaRPr>
          </a:p>
          <a:p>
            <a:pPr indent="0" lvl="0" marL="0" rtl="0" algn="l">
              <a:lnSpc>
                <a:spcPct val="100000"/>
              </a:lnSpc>
              <a:spcBef>
                <a:spcPts val="0"/>
              </a:spcBef>
              <a:spcAft>
                <a:spcPts val="0"/>
              </a:spcAft>
              <a:buNone/>
            </a:pPr>
            <a:r>
              <a:rPr lang="en">
                <a:solidFill>
                  <a:schemeClr val="accent1"/>
                </a:solidFill>
              </a:rPr>
              <a:t>Just in case we need another topic … here it is: The additional topic!</a:t>
            </a:r>
            <a:endParaRPr>
              <a:solidFill>
                <a:schemeClr val="accent1"/>
              </a:solidFill>
            </a:endParaRPr>
          </a:p>
        </p:txBody>
      </p:sp>
      <p:sp>
        <p:nvSpPr>
          <p:cNvPr id="295" name="Google Shape;295;p40"/>
          <p:cNvSpPr txBox="1"/>
          <p:nvPr>
            <p:ph idx="12" type="sldNum"/>
          </p:nvPr>
        </p:nvSpPr>
        <p:spPr>
          <a:xfrm>
            <a:off x="360650" y="4880150"/>
            <a:ext cx="3667800" cy="2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Neo4j Inc. All rights reserved 2023	</a:t>
            </a:r>
            <a:endParaRPr/>
          </a:p>
        </p:txBody>
      </p:sp>
      <p:sp>
        <p:nvSpPr>
          <p:cNvPr id="296" name="Google Shape;296;p40"/>
          <p:cNvSpPr txBox="1"/>
          <p:nvPr>
            <p:ph idx="3" type="sldNum"/>
          </p:nvPr>
        </p:nvSpPr>
        <p:spPr>
          <a:xfrm>
            <a:off x="0" y="4880150"/>
            <a:ext cx="265200" cy="2697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297" name="Google Shape;297;p40"/>
          <p:cNvSpPr/>
          <p:nvPr/>
        </p:nvSpPr>
        <p:spPr>
          <a:xfrm>
            <a:off x="3802027" y="4585215"/>
            <a:ext cx="1540049" cy="343821"/>
          </a:xfrm>
          <a:custGeom>
            <a:rect b="b" l="l" r="r" t="t"/>
            <a:pathLst>
              <a:path extrusionOk="0" h="3573" w="16003">
                <a:moveTo>
                  <a:pt x="1786" y="1"/>
                </a:moveTo>
                <a:cubicBezTo>
                  <a:pt x="1477" y="1"/>
                  <a:pt x="1179" y="72"/>
                  <a:pt x="893" y="239"/>
                </a:cubicBezTo>
                <a:cubicBezTo>
                  <a:pt x="619" y="393"/>
                  <a:pt x="405" y="620"/>
                  <a:pt x="238" y="893"/>
                </a:cubicBezTo>
                <a:cubicBezTo>
                  <a:pt x="84" y="1167"/>
                  <a:pt x="0" y="1465"/>
                  <a:pt x="0" y="1786"/>
                </a:cubicBezTo>
                <a:cubicBezTo>
                  <a:pt x="0" y="2108"/>
                  <a:pt x="72" y="2406"/>
                  <a:pt x="238" y="2679"/>
                </a:cubicBezTo>
                <a:cubicBezTo>
                  <a:pt x="381" y="2953"/>
                  <a:pt x="607" y="3179"/>
                  <a:pt x="893" y="3334"/>
                </a:cubicBezTo>
                <a:cubicBezTo>
                  <a:pt x="1155" y="3489"/>
                  <a:pt x="1453" y="3572"/>
                  <a:pt x="1786" y="3572"/>
                </a:cubicBezTo>
                <a:cubicBezTo>
                  <a:pt x="2096" y="3572"/>
                  <a:pt x="2393" y="3501"/>
                  <a:pt x="2679" y="3334"/>
                </a:cubicBezTo>
                <a:cubicBezTo>
                  <a:pt x="2846" y="3251"/>
                  <a:pt x="3001" y="3108"/>
                  <a:pt x="3120" y="2965"/>
                </a:cubicBezTo>
                <a:cubicBezTo>
                  <a:pt x="3667" y="2346"/>
                  <a:pt x="4275" y="2036"/>
                  <a:pt x="4880" y="2036"/>
                </a:cubicBezTo>
                <a:cubicBezTo>
                  <a:pt x="5486" y="2036"/>
                  <a:pt x="6090" y="2346"/>
                  <a:pt x="6632" y="2965"/>
                </a:cubicBezTo>
                <a:cubicBezTo>
                  <a:pt x="6775" y="3108"/>
                  <a:pt x="6918" y="3251"/>
                  <a:pt x="7096" y="3334"/>
                </a:cubicBezTo>
                <a:cubicBezTo>
                  <a:pt x="7370" y="3489"/>
                  <a:pt x="7668" y="3572"/>
                  <a:pt x="7989" y="3572"/>
                </a:cubicBezTo>
                <a:cubicBezTo>
                  <a:pt x="8311" y="3572"/>
                  <a:pt x="8608" y="3501"/>
                  <a:pt x="8882" y="3334"/>
                </a:cubicBezTo>
                <a:cubicBezTo>
                  <a:pt x="9049" y="3251"/>
                  <a:pt x="9204" y="3108"/>
                  <a:pt x="9335" y="2965"/>
                </a:cubicBezTo>
                <a:cubicBezTo>
                  <a:pt x="9878" y="2345"/>
                  <a:pt x="10487" y="2035"/>
                  <a:pt x="11097" y="2035"/>
                </a:cubicBezTo>
                <a:cubicBezTo>
                  <a:pt x="11704" y="2035"/>
                  <a:pt x="12313" y="2342"/>
                  <a:pt x="12859" y="2953"/>
                </a:cubicBezTo>
                <a:cubicBezTo>
                  <a:pt x="12990" y="3096"/>
                  <a:pt x="13145" y="3227"/>
                  <a:pt x="13323" y="3322"/>
                </a:cubicBezTo>
                <a:cubicBezTo>
                  <a:pt x="13585" y="3465"/>
                  <a:pt x="13883" y="3560"/>
                  <a:pt x="14216" y="3560"/>
                </a:cubicBezTo>
                <a:cubicBezTo>
                  <a:pt x="14526" y="3560"/>
                  <a:pt x="14823" y="3489"/>
                  <a:pt x="15109" y="3322"/>
                </a:cubicBezTo>
                <a:cubicBezTo>
                  <a:pt x="15371" y="3168"/>
                  <a:pt x="15597" y="2953"/>
                  <a:pt x="15764" y="2668"/>
                </a:cubicBezTo>
                <a:cubicBezTo>
                  <a:pt x="15907" y="2394"/>
                  <a:pt x="16002" y="2096"/>
                  <a:pt x="16002" y="1775"/>
                </a:cubicBezTo>
                <a:cubicBezTo>
                  <a:pt x="16002" y="1513"/>
                  <a:pt x="15931" y="1191"/>
                  <a:pt x="15764" y="917"/>
                </a:cubicBezTo>
                <a:cubicBezTo>
                  <a:pt x="15609" y="643"/>
                  <a:pt x="15395" y="417"/>
                  <a:pt x="15109" y="262"/>
                </a:cubicBezTo>
                <a:cubicBezTo>
                  <a:pt x="14835" y="108"/>
                  <a:pt x="14538" y="24"/>
                  <a:pt x="14216" y="24"/>
                </a:cubicBezTo>
                <a:cubicBezTo>
                  <a:pt x="13907" y="24"/>
                  <a:pt x="13609" y="96"/>
                  <a:pt x="13323" y="262"/>
                </a:cubicBezTo>
                <a:cubicBezTo>
                  <a:pt x="13157" y="358"/>
                  <a:pt x="12990" y="477"/>
                  <a:pt x="12859" y="632"/>
                </a:cubicBezTo>
                <a:cubicBezTo>
                  <a:pt x="12317" y="1251"/>
                  <a:pt x="11710" y="1560"/>
                  <a:pt x="11103" y="1560"/>
                </a:cubicBezTo>
                <a:cubicBezTo>
                  <a:pt x="10496" y="1560"/>
                  <a:pt x="9888" y="1251"/>
                  <a:pt x="9347" y="632"/>
                </a:cubicBezTo>
                <a:cubicBezTo>
                  <a:pt x="9228" y="477"/>
                  <a:pt x="9061" y="358"/>
                  <a:pt x="8906" y="262"/>
                </a:cubicBezTo>
                <a:cubicBezTo>
                  <a:pt x="8632" y="108"/>
                  <a:pt x="8335" y="24"/>
                  <a:pt x="8013" y="24"/>
                </a:cubicBezTo>
                <a:cubicBezTo>
                  <a:pt x="7692" y="24"/>
                  <a:pt x="7394" y="96"/>
                  <a:pt x="7120" y="262"/>
                </a:cubicBezTo>
                <a:cubicBezTo>
                  <a:pt x="6953" y="358"/>
                  <a:pt x="6787" y="477"/>
                  <a:pt x="6656" y="632"/>
                </a:cubicBezTo>
                <a:cubicBezTo>
                  <a:pt x="6108" y="1251"/>
                  <a:pt x="5501" y="1560"/>
                  <a:pt x="4895" y="1560"/>
                </a:cubicBezTo>
                <a:cubicBezTo>
                  <a:pt x="4289" y="1560"/>
                  <a:pt x="3685" y="1251"/>
                  <a:pt x="3143" y="632"/>
                </a:cubicBezTo>
                <a:cubicBezTo>
                  <a:pt x="3001" y="477"/>
                  <a:pt x="2858" y="346"/>
                  <a:pt x="2679" y="239"/>
                </a:cubicBezTo>
                <a:cubicBezTo>
                  <a:pt x="2405" y="96"/>
                  <a:pt x="2108" y="1"/>
                  <a:pt x="178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1"/>
          <p:cNvSpPr txBox="1"/>
          <p:nvPr>
            <p:ph type="ctrTitle"/>
          </p:nvPr>
        </p:nvSpPr>
        <p:spPr>
          <a:xfrm>
            <a:off x="909908" y="1605476"/>
            <a:ext cx="7498200" cy="17460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b="1" lang="en">
                <a:latin typeface="Syne"/>
                <a:ea typeface="Syne"/>
                <a:cs typeface="Syne"/>
                <a:sym typeface="Syne"/>
              </a:rPr>
              <a:t>Simple Slides</a:t>
            </a:r>
            <a:endParaRPr b="1">
              <a:latin typeface="Syne"/>
              <a:ea typeface="Syne"/>
              <a:cs typeface="Syne"/>
              <a:sym typeface="Syne"/>
            </a:endParaRPr>
          </a:p>
        </p:txBody>
      </p:sp>
      <p:sp>
        <p:nvSpPr>
          <p:cNvPr id="303" name="Google Shape;303;p41"/>
          <p:cNvSpPr txBox="1"/>
          <p:nvPr>
            <p:ph idx="1" type="subTitle"/>
          </p:nvPr>
        </p:nvSpPr>
        <p:spPr>
          <a:xfrm>
            <a:off x="922717" y="3457429"/>
            <a:ext cx="4206300" cy="883500"/>
          </a:xfrm>
          <a:prstGeom prst="rect">
            <a:avLst/>
          </a:prstGeom>
        </p:spPr>
        <p:txBody>
          <a:bodyPr anchorCtr="0" anchor="t" bIns="0" lIns="0" spcFirstLastPara="1" rIns="0" wrap="square" tIns="0">
            <a:noAutofit/>
          </a:bodyPr>
          <a:lstStyle/>
          <a:p>
            <a:pPr indent="0" lvl="0" marL="0" rtl="0" algn="l">
              <a:spcBef>
                <a:spcPts val="0"/>
              </a:spcBef>
              <a:spcAft>
                <a:spcPts val="1200"/>
              </a:spcAft>
              <a:buNone/>
            </a:pPr>
            <a:r>
              <a:rPr lang="en"/>
              <a:t>Good starters</a:t>
            </a:r>
            <a:endParaRPr/>
          </a:p>
        </p:txBody>
      </p:sp>
      <p:sp>
        <p:nvSpPr>
          <p:cNvPr id="304" name="Google Shape;304;p41"/>
          <p:cNvSpPr txBox="1"/>
          <p:nvPr>
            <p:ph idx="12" type="sldNum"/>
          </p:nvPr>
        </p:nvSpPr>
        <p:spPr>
          <a:xfrm>
            <a:off x="360650" y="4880150"/>
            <a:ext cx="3667800" cy="2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Neo4j Inc. All rights reserved 2023	</a:t>
            </a:r>
            <a:endParaRPr/>
          </a:p>
        </p:txBody>
      </p:sp>
      <p:sp>
        <p:nvSpPr>
          <p:cNvPr id="305" name="Google Shape;305;p41"/>
          <p:cNvSpPr txBox="1"/>
          <p:nvPr>
            <p:ph idx="2" type="sldNum"/>
          </p:nvPr>
        </p:nvSpPr>
        <p:spPr>
          <a:xfrm>
            <a:off x="0" y="4880150"/>
            <a:ext cx="265200" cy="2697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42"/>
          <p:cNvSpPr txBox="1"/>
          <p:nvPr>
            <p:ph type="title"/>
          </p:nvPr>
        </p:nvSpPr>
        <p:spPr>
          <a:xfrm>
            <a:off x="365750" y="274325"/>
            <a:ext cx="8412600" cy="548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This is probably the most simple slide</a:t>
            </a:r>
            <a:endParaRPr/>
          </a:p>
        </p:txBody>
      </p:sp>
      <p:sp>
        <p:nvSpPr>
          <p:cNvPr id="311" name="Google Shape;311;p42"/>
          <p:cNvSpPr txBox="1"/>
          <p:nvPr>
            <p:ph idx="1" type="body"/>
          </p:nvPr>
        </p:nvSpPr>
        <p:spPr>
          <a:xfrm>
            <a:off x="365750" y="1188725"/>
            <a:ext cx="8046600" cy="3430800"/>
          </a:xfrm>
          <a:prstGeom prst="rect">
            <a:avLst/>
          </a:prstGeom>
        </p:spPr>
        <p:txBody>
          <a:bodyPr anchorCtr="0" anchor="t" bIns="0" lIns="0" spcFirstLastPara="1" rIns="0" wrap="square" tIns="0">
            <a:noAutofit/>
          </a:bodyPr>
          <a:lstStyle/>
          <a:p>
            <a:pPr indent="0" lvl="0" marL="0" rtl="0" algn="l">
              <a:spcBef>
                <a:spcPts val="0"/>
              </a:spcBef>
              <a:spcAft>
                <a:spcPts val="1200"/>
              </a:spcAft>
              <a:buNone/>
            </a:pPr>
            <a:r>
              <a:rPr lang="en"/>
              <a:t>It contains text. I would say, most of the times a slide like this indicates that there is still work needed. But this Layout Template can be the starting point of an interesting journey. Add some text blocks (please copy them from the typo chapter), or an image. A logo? Maybe one of those marvellous infographics from the Neo4j realms. Whatever you do – </a:t>
            </a:r>
            <a:r>
              <a:rPr lang="en">
                <a:latin typeface="Public Sans SemiBold"/>
                <a:ea typeface="Public Sans SemiBold"/>
                <a:cs typeface="Public Sans SemiBold"/>
                <a:sym typeface="Public Sans SemiBold"/>
              </a:rPr>
              <a:t>don’t leave it like this!</a:t>
            </a:r>
            <a:endParaRPr>
              <a:latin typeface="Public Sans SemiBold"/>
              <a:ea typeface="Public Sans SemiBold"/>
              <a:cs typeface="Public Sans SemiBold"/>
              <a:sym typeface="Public Sans SemiBold"/>
            </a:endParaRPr>
          </a:p>
        </p:txBody>
      </p:sp>
      <p:sp>
        <p:nvSpPr>
          <p:cNvPr id="312" name="Google Shape;312;p42"/>
          <p:cNvSpPr txBox="1"/>
          <p:nvPr>
            <p:ph idx="12" type="sldNum"/>
          </p:nvPr>
        </p:nvSpPr>
        <p:spPr>
          <a:xfrm>
            <a:off x="360650" y="4880150"/>
            <a:ext cx="3667800" cy="2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Neo4j Inc. All rights reserved 2023	</a:t>
            </a:r>
            <a:endParaRPr/>
          </a:p>
        </p:txBody>
      </p:sp>
      <p:sp>
        <p:nvSpPr>
          <p:cNvPr id="313" name="Google Shape;313;p42"/>
          <p:cNvSpPr txBox="1"/>
          <p:nvPr>
            <p:ph idx="2" type="sldNum"/>
          </p:nvPr>
        </p:nvSpPr>
        <p:spPr>
          <a:xfrm>
            <a:off x="0" y="4880150"/>
            <a:ext cx="265200" cy="2697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3"/>
          <p:cNvSpPr txBox="1"/>
          <p:nvPr>
            <p:ph type="title"/>
          </p:nvPr>
        </p:nvSpPr>
        <p:spPr>
          <a:xfrm>
            <a:off x="365750" y="274325"/>
            <a:ext cx="8412600" cy="548700"/>
          </a:xfrm>
          <a:prstGeom prst="rect">
            <a:avLst/>
          </a:prstGeom>
          <a:noFill/>
        </p:spPr>
        <p:txBody>
          <a:bodyPr anchorCtr="0" anchor="t" bIns="0" lIns="0" spcFirstLastPara="1" rIns="0" wrap="square" tIns="0">
            <a:noAutofit/>
          </a:bodyPr>
          <a:lstStyle/>
          <a:p>
            <a:pPr indent="0" lvl="0" marL="0" rtl="0" algn="l">
              <a:spcBef>
                <a:spcPts val="0"/>
              </a:spcBef>
              <a:spcAft>
                <a:spcPts val="0"/>
              </a:spcAft>
              <a:buNone/>
            </a:pPr>
            <a:r>
              <a:rPr lang="en"/>
              <a:t>Like deco?</a:t>
            </a:r>
            <a:endParaRPr/>
          </a:p>
        </p:txBody>
      </p:sp>
      <p:sp>
        <p:nvSpPr>
          <p:cNvPr id="319" name="Google Shape;319;p43"/>
          <p:cNvSpPr txBox="1"/>
          <p:nvPr>
            <p:ph idx="1" type="body"/>
          </p:nvPr>
        </p:nvSpPr>
        <p:spPr>
          <a:xfrm>
            <a:off x="365750" y="1188725"/>
            <a:ext cx="8046600" cy="3430800"/>
          </a:xfrm>
          <a:prstGeom prst="rect">
            <a:avLst/>
          </a:prstGeom>
        </p:spPr>
        <p:txBody>
          <a:bodyPr anchorCtr="0" anchor="t" bIns="0" lIns="0" spcFirstLastPara="1" rIns="0" wrap="square" tIns="0">
            <a:noAutofit/>
          </a:bodyPr>
          <a:lstStyle/>
          <a:p>
            <a:pPr indent="0" lvl="0" marL="0" rtl="0" algn="l">
              <a:spcBef>
                <a:spcPts val="0"/>
              </a:spcBef>
              <a:spcAft>
                <a:spcPts val="1200"/>
              </a:spcAft>
              <a:buNone/>
            </a:pPr>
            <a:r>
              <a:rPr lang="en"/>
              <a:t>Layout with decoration elements are provided for all simple layouts.</a:t>
            </a:r>
            <a:endParaRPr>
              <a:latin typeface="Public Sans SemiBold"/>
              <a:ea typeface="Public Sans SemiBold"/>
              <a:cs typeface="Public Sans SemiBold"/>
              <a:sym typeface="Public Sans SemiBold"/>
            </a:endParaRPr>
          </a:p>
        </p:txBody>
      </p:sp>
      <p:sp>
        <p:nvSpPr>
          <p:cNvPr id="320" name="Google Shape;320;p43"/>
          <p:cNvSpPr txBox="1"/>
          <p:nvPr>
            <p:ph idx="12" type="sldNum"/>
          </p:nvPr>
        </p:nvSpPr>
        <p:spPr>
          <a:xfrm>
            <a:off x="360650" y="4880150"/>
            <a:ext cx="3667800" cy="2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rgbClr val="FFFFFF"/>
                </a:solidFill>
              </a:rPr>
              <a:t>Neo4j Inc. All rights reserved 2023	</a:t>
            </a:r>
            <a:endParaRPr>
              <a:solidFill>
                <a:srgbClr val="FFFFFF"/>
              </a:solidFill>
            </a:endParaRPr>
          </a:p>
        </p:txBody>
      </p:sp>
      <p:sp>
        <p:nvSpPr>
          <p:cNvPr id="321" name="Google Shape;321;p43"/>
          <p:cNvSpPr txBox="1"/>
          <p:nvPr>
            <p:ph idx="2" type="sldNum"/>
          </p:nvPr>
        </p:nvSpPr>
        <p:spPr>
          <a:xfrm>
            <a:off x="0" y="4880150"/>
            <a:ext cx="265200" cy="2697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solidFill>
                  <a:srgbClr val="FFFFFF"/>
                </a:solidFill>
              </a:rPr>
              <a:t>‹#›</a:t>
            </a:fld>
            <a:endParaRPr>
              <a:solidFill>
                <a:srgbClr val="FFFFF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325" name="Shape 325"/>
        <p:cNvGrpSpPr/>
        <p:nvPr/>
      </p:nvGrpSpPr>
      <p:grpSpPr>
        <a:xfrm>
          <a:off x="0" y="0"/>
          <a:ext cx="0" cy="0"/>
          <a:chOff x="0" y="0"/>
          <a:chExt cx="0" cy="0"/>
        </a:xfrm>
      </p:grpSpPr>
      <p:sp>
        <p:nvSpPr>
          <p:cNvPr id="326" name="Google Shape;326;p44"/>
          <p:cNvSpPr txBox="1"/>
          <p:nvPr>
            <p:ph type="title"/>
          </p:nvPr>
        </p:nvSpPr>
        <p:spPr>
          <a:xfrm>
            <a:off x="365750" y="274325"/>
            <a:ext cx="8412600" cy="548700"/>
          </a:xfrm>
          <a:prstGeom prst="rect">
            <a:avLst/>
          </a:prstGeom>
          <a:noFill/>
        </p:spPr>
        <p:txBody>
          <a:bodyPr anchorCtr="0" anchor="t" bIns="0" lIns="0" spcFirstLastPara="1" rIns="0" wrap="square" tIns="0">
            <a:noAutofit/>
          </a:bodyPr>
          <a:lstStyle/>
          <a:p>
            <a:pPr indent="0" lvl="0" marL="0" rtl="0" algn="l">
              <a:spcBef>
                <a:spcPts val="0"/>
              </a:spcBef>
              <a:spcAft>
                <a:spcPts val="0"/>
              </a:spcAft>
              <a:buNone/>
            </a:pPr>
            <a:r>
              <a:rPr lang="en"/>
              <a:t>You can always change the background color</a:t>
            </a:r>
            <a:endParaRPr/>
          </a:p>
        </p:txBody>
      </p:sp>
      <p:sp>
        <p:nvSpPr>
          <p:cNvPr id="327" name="Google Shape;327;p44"/>
          <p:cNvSpPr txBox="1"/>
          <p:nvPr>
            <p:ph idx="1" type="body"/>
          </p:nvPr>
        </p:nvSpPr>
        <p:spPr>
          <a:xfrm>
            <a:off x="365750" y="1188725"/>
            <a:ext cx="8046600" cy="3430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On the simple pages the white background can simply be changed to another color. Use the “Background”-button that appears when no object is selected and choose a color.</a:t>
            </a:r>
            <a:endParaRPr/>
          </a:p>
          <a:p>
            <a:pPr indent="0" lvl="0" marL="0" rtl="0" algn="l">
              <a:spcBef>
                <a:spcPts val="1200"/>
              </a:spcBef>
              <a:spcAft>
                <a:spcPts val="0"/>
              </a:spcAft>
              <a:buNone/>
            </a:pPr>
            <a:r>
              <a:rPr lang="en"/>
              <a:t>Note: The “bright”-layout offers a dark deco version. If you want to switch to a dark background you should change the layout to a dark version first. In this case the typo colors and the deco elements will be in correct contrast.</a:t>
            </a:r>
            <a:endParaRPr/>
          </a:p>
          <a:p>
            <a:pPr indent="0" lvl="0" marL="0" rtl="0" algn="l">
              <a:spcBef>
                <a:spcPts val="1200"/>
              </a:spcBef>
              <a:spcAft>
                <a:spcPts val="1200"/>
              </a:spcAft>
              <a:buNone/>
            </a:pPr>
            <a:r>
              <a:rPr lang="en"/>
              <a:t>The next slide shows it.</a:t>
            </a:r>
            <a:endParaRPr/>
          </a:p>
        </p:txBody>
      </p:sp>
      <p:sp>
        <p:nvSpPr>
          <p:cNvPr id="328" name="Google Shape;328;p44"/>
          <p:cNvSpPr txBox="1"/>
          <p:nvPr>
            <p:ph idx="12" type="sldNum"/>
          </p:nvPr>
        </p:nvSpPr>
        <p:spPr>
          <a:xfrm>
            <a:off x="360650" y="4880150"/>
            <a:ext cx="3667800" cy="2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rgbClr val="FFFFFF"/>
                </a:solidFill>
              </a:rPr>
              <a:t>Neo4j Inc. All rights reserved 2023	</a:t>
            </a:r>
            <a:endParaRPr>
              <a:solidFill>
                <a:srgbClr val="FFFFFF"/>
              </a:solidFill>
            </a:endParaRPr>
          </a:p>
        </p:txBody>
      </p:sp>
      <p:sp>
        <p:nvSpPr>
          <p:cNvPr id="329" name="Google Shape;329;p44"/>
          <p:cNvSpPr txBox="1"/>
          <p:nvPr>
            <p:ph idx="2" type="sldNum"/>
          </p:nvPr>
        </p:nvSpPr>
        <p:spPr>
          <a:xfrm>
            <a:off x="0" y="4880150"/>
            <a:ext cx="265200" cy="2697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solidFill>
                  <a:srgbClr val="FFFFFF"/>
                </a:solidFill>
              </a:rPr>
              <a:t>‹#›</a:t>
            </a:fld>
            <a:endParaRPr>
              <a:solidFill>
                <a:srgbClr val="FFFFFF"/>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333" name="Shape 333"/>
        <p:cNvGrpSpPr/>
        <p:nvPr/>
      </p:nvGrpSpPr>
      <p:grpSpPr>
        <a:xfrm>
          <a:off x="0" y="0"/>
          <a:ext cx="0" cy="0"/>
          <a:chOff x="0" y="0"/>
          <a:chExt cx="0" cy="0"/>
        </a:xfrm>
      </p:grpSpPr>
      <p:sp>
        <p:nvSpPr>
          <p:cNvPr id="334" name="Google Shape;334;p45"/>
          <p:cNvSpPr txBox="1"/>
          <p:nvPr>
            <p:ph type="title"/>
          </p:nvPr>
        </p:nvSpPr>
        <p:spPr>
          <a:xfrm>
            <a:off x="365750" y="274325"/>
            <a:ext cx="8412600" cy="548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chemeClr val="lt2"/>
                </a:solidFill>
              </a:rPr>
              <a:t>Want a dark background?</a:t>
            </a:r>
            <a:endParaRPr>
              <a:solidFill>
                <a:schemeClr val="lt2"/>
              </a:solidFill>
            </a:endParaRPr>
          </a:p>
        </p:txBody>
      </p:sp>
      <p:sp>
        <p:nvSpPr>
          <p:cNvPr id="335" name="Google Shape;335;p45"/>
          <p:cNvSpPr txBox="1"/>
          <p:nvPr>
            <p:ph idx="1" type="body"/>
          </p:nvPr>
        </p:nvSpPr>
        <p:spPr>
          <a:xfrm>
            <a:off x="365750" y="1188725"/>
            <a:ext cx="8046600" cy="3430800"/>
          </a:xfrm>
          <a:prstGeom prst="rect">
            <a:avLst/>
          </a:prstGeom>
        </p:spPr>
        <p:txBody>
          <a:bodyPr anchorCtr="0" anchor="t" bIns="0" lIns="0" spcFirstLastPara="1" rIns="0" wrap="square" tIns="0">
            <a:noAutofit/>
          </a:bodyPr>
          <a:lstStyle/>
          <a:p>
            <a:pPr indent="0" lvl="0" marL="0" rtl="0" algn="l">
              <a:spcBef>
                <a:spcPts val="0"/>
              </a:spcBef>
              <a:spcAft>
                <a:spcPts val="1200"/>
              </a:spcAft>
              <a:buNone/>
            </a:pPr>
            <a:r>
              <a:rPr lang="en">
                <a:solidFill>
                  <a:schemeClr val="lt2"/>
                </a:solidFill>
              </a:rPr>
              <a:t>All standard layouts are available in a bright and a dark version.</a:t>
            </a:r>
            <a:endParaRPr>
              <a:solidFill>
                <a:schemeClr val="lt2"/>
              </a:solidFill>
            </a:endParaRPr>
          </a:p>
        </p:txBody>
      </p:sp>
      <p:sp>
        <p:nvSpPr>
          <p:cNvPr id="336" name="Google Shape;336;p45"/>
          <p:cNvSpPr txBox="1"/>
          <p:nvPr>
            <p:ph idx="12" type="sldNum"/>
          </p:nvPr>
        </p:nvSpPr>
        <p:spPr>
          <a:xfrm>
            <a:off x="360650" y="4880150"/>
            <a:ext cx="3667800" cy="2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Neo4j Inc. All rights reserved 2023	</a:t>
            </a:r>
            <a:endParaRPr/>
          </a:p>
        </p:txBody>
      </p:sp>
      <p:sp>
        <p:nvSpPr>
          <p:cNvPr id="337" name="Google Shape;337;p45"/>
          <p:cNvSpPr txBox="1"/>
          <p:nvPr>
            <p:ph idx="2" type="sldNum"/>
          </p:nvPr>
        </p:nvSpPr>
        <p:spPr>
          <a:xfrm>
            <a:off x="0" y="4880150"/>
            <a:ext cx="265200" cy="2697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6"/>
          <p:cNvSpPr txBox="1"/>
          <p:nvPr>
            <p:ph type="title"/>
          </p:nvPr>
        </p:nvSpPr>
        <p:spPr>
          <a:xfrm>
            <a:off x="365750" y="274325"/>
            <a:ext cx="8412600" cy="548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And now: the second most simple slide</a:t>
            </a:r>
            <a:endParaRPr/>
          </a:p>
        </p:txBody>
      </p:sp>
      <p:sp>
        <p:nvSpPr>
          <p:cNvPr id="343" name="Google Shape;343;p46"/>
          <p:cNvSpPr txBox="1"/>
          <p:nvPr>
            <p:ph idx="1" type="body"/>
          </p:nvPr>
        </p:nvSpPr>
        <p:spPr>
          <a:xfrm>
            <a:off x="365750" y="1188725"/>
            <a:ext cx="3657600" cy="3430800"/>
          </a:xfrm>
          <a:prstGeom prst="rect">
            <a:avLst/>
          </a:prstGeom>
        </p:spPr>
        <p:txBody>
          <a:bodyPr anchorCtr="0" anchor="t" bIns="0" lIns="0" spcFirstLastPara="1" rIns="0" wrap="square" tIns="0">
            <a:noAutofit/>
          </a:bodyPr>
          <a:lstStyle/>
          <a:p>
            <a:pPr indent="0" lvl="0" marL="0" rtl="0" algn="l">
              <a:spcBef>
                <a:spcPts val="0"/>
              </a:spcBef>
              <a:spcAft>
                <a:spcPts val="1200"/>
              </a:spcAft>
              <a:buNone/>
            </a:pPr>
            <a:r>
              <a:rPr lang="en"/>
              <a:t>It contains text. I would say, most of the times a slide like this indicates that there is still work needed. But this Layout Template can be the starting point of an interesting journey.</a:t>
            </a:r>
            <a:endParaRPr>
              <a:latin typeface="Public Sans SemiBold"/>
              <a:ea typeface="Public Sans SemiBold"/>
              <a:cs typeface="Public Sans SemiBold"/>
              <a:sym typeface="Public Sans SemiBold"/>
            </a:endParaRPr>
          </a:p>
        </p:txBody>
      </p:sp>
      <p:sp>
        <p:nvSpPr>
          <p:cNvPr id="344" name="Google Shape;344;p46"/>
          <p:cNvSpPr txBox="1"/>
          <p:nvPr>
            <p:ph idx="12" type="sldNum"/>
          </p:nvPr>
        </p:nvSpPr>
        <p:spPr>
          <a:xfrm>
            <a:off x="360650" y="4880150"/>
            <a:ext cx="3667800" cy="2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Neo4j Inc. All rights reserved 2023	</a:t>
            </a:r>
            <a:endParaRPr/>
          </a:p>
        </p:txBody>
      </p:sp>
      <p:sp>
        <p:nvSpPr>
          <p:cNvPr id="345" name="Google Shape;345;p46"/>
          <p:cNvSpPr txBox="1"/>
          <p:nvPr>
            <p:ph idx="3" type="sldNum"/>
          </p:nvPr>
        </p:nvSpPr>
        <p:spPr>
          <a:xfrm>
            <a:off x="0" y="4880150"/>
            <a:ext cx="265200" cy="2697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346" name="Google Shape;346;p46"/>
          <p:cNvSpPr txBox="1"/>
          <p:nvPr>
            <p:ph idx="2" type="body"/>
          </p:nvPr>
        </p:nvSpPr>
        <p:spPr>
          <a:xfrm>
            <a:off x="4937760" y="1188725"/>
            <a:ext cx="3657600" cy="3430800"/>
          </a:xfrm>
          <a:prstGeom prst="rect">
            <a:avLst/>
          </a:prstGeom>
        </p:spPr>
        <p:txBody>
          <a:bodyPr anchorCtr="0" anchor="t" bIns="0" lIns="0" spcFirstLastPara="1" rIns="0" wrap="square" tIns="0">
            <a:noAutofit/>
          </a:bodyPr>
          <a:lstStyle/>
          <a:p>
            <a:pPr indent="0" lvl="0" marL="0" rtl="0" algn="l">
              <a:spcBef>
                <a:spcPts val="0"/>
              </a:spcBef>
              <a:spcAft>
                <a:spcPts val="1200"/>
              </a:spcAft>
              <a:buNone/>
            </a:pPr>
            <a:r>
              <a:rPr lang="en"/>
              <a:t>Add some text blocks (please copy them from the typo chapter), or an image. A logo? Maybe one of those marvellous infographics from the Neo4j realms. Whatever you do – </a:t>
            </a:r>
            <a:r>
              <a:rPr lang="en">
                <a:latin typeface="Public Sans SemiBold"/>
                <a:ea typeface="Public Sans SemiBold"/>
                <a:cs typeface="Public Sans SemiBold"/>
                <a:sym typeface="Public Sans SemiBold"/>
              </a:rPr>
              <a:t>don’t leave it like this!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47"/>
          <p:cNvSpPr txBox="1"/>
          <p:nvPr>
            <p:ph type="title"/>
          </p:nvPr>
        </p:nvSpPr>
        <p:spPr>
          <a:xfrm>
            <a:off x="365750" y="274325"/>
            <a:ext cx="8412600" cy="548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And here comes the third most simple slide</a:t>
            </a:r>
            <a:endParaRPr/>
          </a:p>
        </p:txBody>
      </p:sp>
      <p:sp>
        <p:nvSpPr>
          <p:cNvPr id="352" name="Google Shape;352;p47"/>
          <p:cNvSpPr txBox="1"/>
          <p:nvPr>
            <p:ph idx="1" type="body"/>
          </p:nvPr>
        </p:nvSpPr>
        <p:spPr>
          <a:xfrm>
            <a:off x="365750" y="1188725"/>
            <a:ext cx="2377500" cy="3430800"/>
          </a:xfrm>
          <a:prstGeom prst="rect">
            <a:avLst/>
          </a:prstGeom>
        </p:spPr>
        <p:txBody>
          <a:bodyPr anchorCtr="0" anchor="t" bIns="0" lIns="0" spcFirstLastPara="1" rIns="0" wrap="square" tIns="0">
            <a:noAutofit/>
          </a:bodyPr>
          <a:lstStyle/>
          <a:p>
            <a:pPr indent="0" lvl="0" marL="0" rtl="0" algn="l">
              <a:spcBef>
                <a:spcPts val="0"/>
              </a:spcBef>
              <a:spcAft>
                <a:spcPts val="1200"/>
              </a:spcAft>
              <a:buNone/>
            </a:pPr>
            <a:r>
              <a:rPr lang="en"/>
              <a:t>It contains text. I would say, most of the times a slide like this indicates that there is still work needed. </a:t>
            </a:r>
            <a:endParaRPr>
              <a:latin typeface="Public Sans SemiBold"/>
              <a:ea typeface="Public Sans SemiBold"/>
              <a:cs typeface="Public Sans SemiBold"/>
              <a:sym typeface="Public Sans SemiBold"/>
            </a:endParaRPr>
          </a:p>
        </p:txBody>
      </p:sp>
      <p:sp>
        <p:nvSpPr>
          <p:cNvPr id="353" name="Google Shape;353;p47"/>
          <p:cNvSpPr txBox="1"/>
          <p:nvPr>
            <p:ph idx="12" type="sldNum"/>
          </p:nvPr>
        </p:nvSpPr>
        <p:spPr>
          <a:xfrm>
            <a:off x="360650" y="4880150"/>
            <a:ext cx="3667800" cy="2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Neo4j Inc. All rights reserved 2023	</a:t>
            </a:r>
            <a:endParaRPr/>
          </a:p>
        </p:txBody>
      </p:sp>
      <p:sp>
        <p:nvSpPr>
          <p:cNvPr id="354" name="Google Shape;354;p47"/>
          <p:cNvSpPr txBox="1"/>
          <p:nvPr>
            <p:ph idx="3" type="sldNum"/>
          </p:nvPr>
        </p:nvSpPr>
        <p:spPr>
          <a:xfrm>
            <a:off x="0" y="4880150"/>
            <a:ext cx="265200" cy="2697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355" name="Google Shape;355;p47"/>
          <p:cNvSpPr txBox="1"/>
          <p:nvPr>
            <p:ph idx="2" type="body"/>
          </p:nvPr>
        </p:nvSpPr>
        <p:spPr>
          <a:xfrm>
            <a:off x="6217810" y="1188725"/>
            <a:ext cx="2377500" cy="3430800"/>
          </a:xfrm>
          <a:prstGeom prst="rect">
            <a:avLst/>
          </a:prstGeom>
        </p:spPr>
        <p:txBody>
          <a:bodyPr anchorCtr="0" anchor="t" bIns="0" lIns="0" spcFirstLastPara="1" rIns="0" wrap="square" tIns="0">
            <a:noAutofit/>
          </a:bodyPr>
          <a:lstStyle/>
          <a:p>
            <a:pPr indent="0" lvl="0" marL="0" rtl="0" algn="l">
              <a:spcBef>
                <a:spcPts val="0"/>
              </a:spcBef>
              <a:spcAft>
                <a:spcPts val="1200"/>
              </a:spcAft>
              <a:buNone/>
            </a:pPr>
            <a:r>
              <a:rPr lang="en"/>
              <a:t>Maybe one of those marvellous infographics from the Neo4j realms. Whatever you do – </a:t>
            </a:r>
            <a:r>
              <a:rPr lang="en">
                <a:latin typeface="Public Sans SemiBold"/>
                <a:ea typeface="Public Sans SemiBold"/>
                <a:cs typeface="Public Sans SemiBold"/>
                <a:sym typeface="Public Sans SemiBold"/>
              </a:rPr>
              <a:t>don’t leave it like this!</a:t>
            </a:r>
            <a:endParaRPr/>
          </a:p>
        </p:txBody>
      </p:sp>
      <p:sp>
        <p:nvSpPr>
          <p:cNvPr id="356" name="Google Shape;356;p47"/>
          <p:cNvSpPr txBox="1"/>
          <p:nvPr>
            <p:ph idx="4" type="body"/>
          </p:nvPr>
        </p:nvSpPr>
        <p:spPr>
          <a:xfrm>
            <a:off x="3291775" y="1188725"/>
            <a:ext cx="2377500" cy="3430800"/>
          </a:xfrm>
          <a:prstGeom prst="rect">
            <a:avLst/>
          </a:prstGeom>
        </p:spPr>
        <p:txBody>
          <a:bodyPr anchorCtr="0" anchor="t" bIns="0" lIns="0" spcFirstLastPara="1" rIns="0" wrap="square" tIns="0">
            <a:noAutofit/>
          </a:bodyPr>
          <a:lstStyle/>
          <a:p>
            <a:pPr indent="0" lvl="0" marL="0" rtl="0" algn="l">
              <a:spcBef>
                <a:spcPts val="0"/>
              </a:spcBef>
              <a:spcAft>
                <a:spcPts val="1200"/>
              </a:spcAft>
              <a:buNone/>
            </a:pPr>
            <a:r>
              <a:rPr lang="en"/>
              <a:t>But this Layout Template can be the starting point of an interesting journey. Add some text blocks (please copy them from the typo chapter), or an image. A logo?</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48"/>
          <p:cNvSpPr txBox="1"/>
          <p:nvPr>
            <p:ph type="ctrTitle"/>
          </p:nvPr>
        </p:nvSpPr>
        <p:spPr>
          <a:xfrm>
            <a:off x="909908" y="1605476"/>
            <a:ext cx="7498200" cy="17460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b="1" lang="en">
                <a:latin typeface="Syne"/>
                <a:ea typeface="Syne"/>
                <a:cs typeface="Syne"/>
                <a:sym typeface="Syne"/>
              </a:rPr>
              <a:t>Quotes</a:t>
            </a:r>
            <a:endParaRPr b="1">
              <a:latin typeface="Syne"/>
              <a:ea typeface="Syne"/>
              <a:cs typeface="Syne"/>
              <a:sym typeface="Syne"/>
            </a:endParaRPr>
          </a:p>
        </p:txBody>
      </p:sp>
      <p:sp>
        <p:nvSpPr>
          <p:cNvPr id="362" name="Google Shape;362;p48"/>
          <p:cNvSpPr txBox="1"/>
          <p:nvPr>
            <p:ph idx="1" type="subTitle"/>
          </p:nvPr>
        </p:nvSpPr>
        <p:spPr>
          <a:xfrm>
            <a:off x="922717" y="3457429"/>
            <a:ext cx="4206300" cy="883500"/>
          </a:xfrm>
          <a:prstGeom prst="rect">
            <a:avLst/>
          </a:prstGeom>
        </p:spPr>
        <p:txBody>
          <a:bodyPr anchorCtr="0" anchor="t" bIns="0" lIns="0" spcFirstLastPara="1" rIns="0" wrap="square" tIns="0">
            <a:noAutofit/>
          </a:bodyPr>
          <a:lstStyle/>
          <a:p>
            <a:pPr indent="0" lvl="0" marL="0" rtl="0" algn="l">
              <a:spcBef>
                <a:spcPts val="0"/>
              </a:spcBef>
              <a:spcAft>
                <a:spcPts val="1200"/>
              </a:spcAft>
              <a:buNone/>
            </a:pPr>
            <a:r>
              <a:rPr lang="en"/>
              <a:t>Ready-to-use quote slides</a:t>
            </a:r>
            <a:endParaRPr/>
          </a:p>
        </p:txBody>
      </p:sp>
      <p:sp>
        <p:nvSpPr>
          <p:cNvPr id="363" name="Google Shape;363;p48"/>
          <p:cNvSpPr txBox="1"/>
          <p:nvPr>
            <p:ph idx="12" type="sldNum"/>
          </p:nvPr>
        </p:nvSpPr>
        <p:spPr>
          <a:xfrm>
            <a:off x="360650" y="4880150"/>
            <a:ext cx="3667800" cy="2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Neo4j Inc. All rights reserved 2023	</a:t>
            </a:r>
            <a:endParaRPr/>
          </a:p>
        </p:txBody>
      </p:sp>
      <p:sp>
        <p:nvSpPr>
          <p:cNvPr id="364" name="Google Shape;364;p48"/>
          <p:cNvSpPr txBox="1"/>
          <p:nvPr>
            <p:ph idx="2" type="sldNum"/>
          </p:nvPr>
        </p:nvSpPr>
        <p:spPr>
          <a:xfrm>
            <a:off x="0" y="4880150"/>
            <a:ext cx="265200" cy="2697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368" name="Shape 368"/>
        <p:cNvGrpSpPr/>
        <p:nvPr/>
      </p:nvGrpSpPr>
      <p:grpSpPr>
        <a:xfrm>
          <a:off x="0" y="0"/>
          <a:ext cx="0" cy="0"/>
          <a:chOff x="0" y="0"/>
          <a:chExt cx="0" cy="0"/>
        </a:xfrm>
      </p:grpSpPr>
      <p:sp>
        <p:nvSpPr>
          <p:cNvPr id="369" name="Google Shape;369;p49"/>
          <p:cNvSpPr txBox="1"/>
          <p:nvPr>
            <p:ph idx="1" type="body"/>
          </p:nvPr>
        </p:nvSpPr>
        <p:spPr>
          <a:xfrm>
            <a:off x="1828800" y="366725"/>
            <a:ext cx="5486400" cy="44175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sz="2000"/>
              <a:t>Data becomes information only when it informs. For that to happen, we must find a signal in the midst of the noise and study it closely enough to understand it. This takes time. This takes attention. This takes skill. Only when this occurs has something useful entered our minds.</a:t>
            </a:r>
            <a:endParaRPr sz="2000"/>
          </a:p>
          <a:p>
            <a:pPr indent="0" lvl="0" marL="0" rtl="0" algn="ctr">
              <a:spcBef>
                <a:spcPts val="1200"/>
              </a:spcBef>
              <a:spcAft>
                <a:spcPts val="1200"/>
              </a:spcAft>
              <a:buNone/>
            </a:pPr>
            <a:r>
              <a:rPr lang="en" sz="1200">
                <a:latin typeface="Public Sans Light"/>
                <a:ea typeface="Public Sans Light"/>
                <a:cs typeface="Public Sans Light"/>
                <a:sym typeface="Public Sans Light"/>
              </a:rPr>
              <a:t>Stephen Few</a:t>
            </a:r>
            <a:endParaRPr sz="1200">
              <a:latin typeface="Public Sans Light"/>
              <a:ea typeface="Public Sans Light"/>
              <a:cs typeface="Public Sans Light"/>
              <a:sym typeface="Public Sans Light"/>
            </a:endParaRPr>
          </a:p>
        </p:txBody>
      </p:sp>
      <p:pic>
        <p:nvPicPr>
          <p:cNvPr id="370" name="Google Shape;370;p49"/>
          <p:cNvPicPr preferRelativeResize="0"/>
          <p:nvPr>
            <p:ph idx="2" type="pic"/>
          </p:nvPr>
        </p:nvPicPr>
        <p:blipFill rotWithShape="1">
          <a:blip r:embed="rId3">
            <a:alphaModFix/>
          </a:blip>
          <a:srcRect b="23245" l="0" r="0" t="-316"/>
          <a:stretch/>
        </p:blipFill>
        <p:spPr>
          <a:xfrm>
            <a:off x="7958526" y="363351"/>
            <a:ext cx="825300" cy="825300"/>
          </a:xfrm>
          <a:prstGeom prst="ellipse">
            <a:avLst/>
          </a:prstGeom>
        </p:spPr>
      </p:pic>
      <p:sp>
        <p:nvSpPr>
          <p:cNvPr id="371" name="Google Shape;371;p49"/>
          <p:cNvSpPr txBox="1"/>
          <p:nvPr>
            <p:ph idx="12" type="sldNum"/>
          </p:nvPr>
        </p:nvSpPr>
        <p:spPr>
          <a:xfrm>
            <a:off x="360650" y="4880150"/>
            <a:ext cx="3667800" cy="2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Neo4j Inc. All rights reserved 2023	</a:t>
            </a:r>
            <a:endParaRPr/>
          </a:p>
        </p:txBody>
      </p:sp>
      <p:sp>
        <p:nvSpPr>
          <p:cNvPr id="372" name="Google Shape;372;p49"/>
          <p:cNvSpPr txBox="1"/>
          <p:nvPr>
            <p:ph idx="3" type="sldNum"/>
          </p:nvPr>
        </p:nvSpPr>
        <p:spPr>
          <a:xfrm>
            <a:off x="0" y="4880150"/>
            <a:ext cx="265200" cy="2697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50"/>
          <p:cNvSpPr txBox="1"/>
          <p:nvPr>
            <p:ph type="ctrTitle"/>
          </p:nvPr>
        </p:nvSpPr>
        <p:spPr>
          <a:xfrm>
            <a:off x="909908" y="1605476"/>
            <a:ext cx="7498200" cy="17460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A bit more complex</a:t>
            </a:r>
            <a:endParaRPr b="1">
              <a:latin typeface="Syne"/>
              <a:ea typeface="Syne"/>
              <a:cs typeface="Syne"/>
              <a:sym typeface="Syne"/>
            </a:endParaRPr>
          </a:p>
        </p:txBody>
      </p:sp>
      <p:sp>
        <p:nvSpPr>
          <p:cNvPr id="378" name="Google Shape;378;p50"/>
          <p:cNvSpPr txBox="1"/>
          <p:nvPr>
            <p:ph idx="1" type="subTitle"/>
          </p:nvPr>
        </p:nvSpPr>
        <p:spPr>
          <a:xfrm>
            <a:off x="922717" y="3457429"/>
            <a:ext cx="4206300" cy="883500"/>
          </a:xfrm>
          <a:prstGeom prst="rect">
            <a:avLst/>
          </a:prstGeom>
        </p:spPr>
        <p:txBody>
          <a:bodyPr anchorCtr="0" anchor="t" bIns="0" lIns="0" spcFirstLastPara="1" rIns="0" wrap="square" tIns="0">
            <a:noAutofit/>
          </a:bodyPr>
          <a:lstStyle/>
          <a:p>
            <a:pPr indent="0" lvl="0" marL="0" rtl="0" algn="l">
              <a:spcBef>
                <a:spcPts val="0"/>
              </a:spcBef>
              <a:spcAft>
                <a:spcPts val="1200"/>
              </a:spcAft>
              <a:buNone/>
            </a:pPr>
            <a:r>
              <a:rPr lang="en"/>
              <a:t>Bullet points and more complex slides</a:t>
            </a:r>
            <a:endParaRPr/>
          </a:p>
        </p:txBody>
      </p:sp>
      <p:sp>
        <p:nvSpPr>
          <p:cNvPr id="379" name="Google Shape;379;p50"/>
          <p:cNvSpPr txBox="1"/>
          <p:nvPr>
            <p:ph idx="12" type="sldNum"/>
          </p:nvPr>
        </p:nvSpPr>
        <p:spPr>
          <a:xfrm>
            <a:off x="360650" y="4880150"/>
            <a:ext cx="3667800" cy="2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Neo4j Inc. All rights reserved 2023	</a:t>
            </a:r>
            <a:endParaRPr/>
          </a:p>
        </p:txBody>
      </p:sp>
      <p:sp>
        <p:nvSpPr>
          <p:cNvPr id="380" name="Google Shape;380;p50"/>
          <p:cNvSpPr txBox="1"/>
          <p:nvPr>
            <p:ph idx="2" type="sldNum"/>
          </p:nvPr>
        </p:nvSpPr>
        <p:spPr>
          <a:xfrm>
            <a:off x="0" y="4880150"/>
            <a:ext cx="265200" cy="2697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384" name="Shape 384"/>
        <p:cNvGrpSpPr/>
        <p:nvPr/>
      </p:nvGrpSpPr>
      <p:grpSpPr>
        <a:xfrm>
          <a:off x="0" y="0"/>
          <a:ext cx="0" cy="0"/>
          <a:chOff x="0" y="0"/>
          <a:chExt cx="0" cy="0"/>
        </a:xfrm>
      </p:grpSpPr>
      <p:sp>
        <p:nvSpPr>
          <p:cNvPr id="385" name="Google Shape;385;p51"/>
          <p:cNvSpPr/>
          <p:nvPr/>
        </p:nvSpPr>
        <p:spPr>
          <a:xfrm>
            <a:off x="721877" y="1188727"/>
            <a:ext cx="7700244" cy="1719238"/>
          </a:xfrm>
          <a:custGeom>
            <a:rect b="b" l="l" r="r" t="t"/>
            <a:pathLst>
              <a:path extrusionOk="0" h="3573" w="16003">
                <a:moveTo>
                  <a:pt x="1786" y="1"/>
                </a:moveTo>
                <a:cubicBezTo>
                  <a:pt x="1477" y="1"/>
                  <a:pt x="1179" y="72"/>
                  <a:pt x="893" y="239"/>
                </a:cubicBezTo>
                <a:cubicBezTo>
                  <a:pt x="619" y="393"/>
                  <a:pt x="405" y="620"/>
                  <a:pt x="238" y="893"/>
                </a:cubicBezTo>
                <a:cubicBezTo>
                  <a:pt x="84" y="1167"/>
                  <a:pt x="0" y="1465"/>
                  <a:pt x="0" y="1786"/>
                </a:cubicBezTo>
                <a:cubicBezTo>
                  <a:pt x="0" y="2108"/>
                  <a:pt x="72" y="2406"/>
                  <a:pt x="238" y="2679"/>
                </a:cubicBezTo>
                <a:cubicBezTo>
                  <a:pt x="381" y="2953"/>
                  <a:pt x="607" y="3179"/>
                  <a:pt x="893" y="3334"/>
                </a:cubicBezTo>
                <a:cubicBezTo>
                  <a:pt x="1155" y="3489"/>
                  <a:pt x="1453" y="3572"/>
                  <a:pt x="1786" y="3572"/>
                </a:cubicBezTo>
                <a:cubicBezTo>
                  <a:pt x="2096" y="3572"/>
                  <a:pt x="2393" y="3501"/>
                  <a:pt x="2679" y="3334"/>
                </a:cubicBezTo>
                <a:cubicBezTo>
                  <a:pt x="2846" y="3251"/>
                  <a:pt x="3001" y="3108"/>
                  <a:pt x="3120" y="2965"/>
                </a:cubicBezTo>
                <a:cubicBezTo>
                  <a:pt x="3667" y="2346"/>
                  <a:pt x="4275" y="2036"/>
                  <a:pt x="4880" y="2036"/>
                </a:cubicBezTo>
                <a:cubicBezTo>
                  <a:pt x="5486" y="2036"/>
                  <a:pt x="6090" y="2346"/>
                  <a:pt x="6632" y="2965"/>
                </a:cubicBezTo>
                <a:cubicBezTo>
                  <a:pt x="6775" y="3108"/>
                  <a:pt x="6918" y="3251"/>
                  <a:pt x="7096" y="3334"/>
                </a:cubicBezTo>
                <a:cubicBezTo>
                  <a:pt x="7370" y="3489"/>
                  <a:pt x="7668" y="3572"/>
                  <a:pt x="7989" y="3572"/>
                </a:cubicBezTo>
                <a:cubicBezTo>
                  <a:pt x="8311" y="3572"/>
                  <a:pt x="8608" y="3501"/>
                  <a:pt x="8882" y="3334"/>
                </a:cubicBezTo>
                <a:cubicBezTo>
                  <a:pt x="9049" y="3251"/>
                  <a:pt x="9204" y="3108"/>
                  <a:pt x="9335" y="2965"/>
                </a:cubicBezTo>
                <a:cubicBezTo>
                  <a:pt x="9878" y="2345"/>
                  <a:pt x="10487" y="2035"/>
                  <a:pt x="11097" y="2035"/>
                </a:cubicBezTo>
                <a:cubicBezTo>
                  <a:pt x="11704" y="2035"/>
                  <a:pt x="12313" y="2342"/>
                  <a:pt x="12859" y="2953"/>
                </a:cubicBezTo>
                <a:cubicBezTo>
                  <a:pt x="12990" y="3096"/>
                  <a:pt x="13145" y="3227"/>
                  <a:pt x="13323" y="3322"/>
                </a:cubicBezTo>
                <a:cubicBezTo>
                  <a:pt x="13585" y="3465"/>
                  <a:pt x="13883" y="3560"/>
                  <a:pt x="14216" y="3560"/>
                </a:cubicBezTo>
                <a:cubicBezTo>
                  <a:pt x="14526" y="3560"/>
                  <a:pt x="14823" y="3489"/>
                  <a:pt x="15109" y="3322"/>
                </a:cubicBezTo>
                <a:cubicBezTo>
                  <a:pt x="15371" y="3168"/>
                  <a:pt x="15597" y="2953"/>
                  <a:pt x="15764" y="2668"/>
                </a:cubicBezTo>
                <a:cubicBezTo>
                  <a:pt x="15907" y="2394"/>
                  <a:pt x="16002" y="2096"/>
                  <a:pt x="16002" y="1775"/>
                </a:cubicBezTo>
                <a:cubicBezTo>
                  <a:pt x="16002" y="1513"/>
                  <a:pt x="15931" y="1191"/>
                  <a:pt x="15764" y="917"/>
                </a:cubicBezTo>
                <a:cubicBezTo>
                  <a:pt x="15609" y="643"/>
                  <a:pt x="15395" y="417"/>
                  <a:pt x="15109" y="262"/>
                </a:cubicBezTo>
                <a:cubicBezTo>
                  <a:pt x="14835" y="108"/>
                  <a:pt x="14538" y="24"/>
                  <a:pt x="14216" y="24"/>
                </a:cubicBezTo>
                <a:cubicBezTo>
                  <a:pt x="13907" y="24"/>
                  <a:pt x="13609" y="96"/>
                  <a:pt x="13323" y="262"/>
                </a:cubicBezTo>
                <a:cubicBezTo>
                  <a:pt x="13157" y="358"/>
                  <a:pt x="12990" y="477"/>
                  <a:pt x="12859" y="632"/>
                </a:cubicBezTo>
                <a:cubicBezTo>
                  <a:pt x="12317" y="1251"/>
                  <a:pt x="11710" y="1560"/>
                  <a:pt x="11103" y="1560"/>
                </a:cubicBezTo>
                <a:cubicBezTo>
                  <a:pt x="10496" y="1560"/>
                  <a:pt x="9888" y="1251"/>
                  <a:pt x="9347" y="632"/>
                </a:cubicBezTo>
                <a:cubicBezTo>
                  <a:pt x="9228" y="477"/>
                  <a:pt x="9061" y="358"/>
                  <a:pt x="8906" y="262"/>
                </a:cubicBezTo>
                <a:cubicBezTo>
                  <a:pt x="8632" y="108"/>
                  <a:pt x="8335" y="24"/>
                  <a:pt x="8013" y="24"/>
                </a:cubicBezTo>
                <a:cubicBezTo>
                  <a:pt x="7692" y="24"/>
                  <a:pt x="7394" y="96"/>
                  <a:pt x="7120" y="262"/>
                </a:cubicBezTo>
                <a:cubicBezTo>
                  <a:pt x="6953" y="358"/>
                  <a:pt x="6787" y="477"/>
                  <a:pt x="6656" y="632"/>
                </a:cubicBezTo>
                <a:cubicBezTo>
                  <a:pt x="6108" y="1251"/>
                  <a:pt x="5501" y="1560"/>
                  <a:pt x="4895" y="1560"/>
                </a:cubicBezTo>
                <a:cubicBezTo>
                  <a:pt x="4289" y="1560"/>
                  <a:pt x="3685" y="1251"/>
                  <a:pt x="3143" y="632"/>
                </a:cubicBezTo>
                <a:cubicBezTo>
                  <a:pt x="3001" y="477"/>
                  <a:pt x="2858" y="346"/>
                  <a:pt x="2679" y="239"/>
                </a:cubicBezTo>
                <a:cubicBezTo>
                  <a:pt x="2405" y="96"/>
                  <a:pt x="2108" y="1"/>
                  <a:pt x="178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6"/>
              </a:solidFill>
            </a:endParaRPr>
          </a:p>
        </p:txBody>
      </p:sp>
      <p:sp>
        <p:nvSpPr>
          <p:cNvPr id="386" name="Google Shape;386;p51"/>
          <p:cNvSpPr txBox="1"/>
          <p:nvPr>
            <p:ph idx="12" type="sldNum"/>
          </p:nvPr>
        </p:nvSpPr>
        <p:spPr>
          <a:xfrm>
            <a:off x="360650" y="4880150"/>
            <a:ext cx="3667800" cy="2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chemeClr val="dk1"/>
                </a:solidFill>
              </a:rPr>
              <a:t>Neo4j Inc. All rights reserved 2023	</a:t>
            </a:r>
            <a:endParaRPr>
              <a:solidFill>
                <a:schemeClr val="dk1"/>
              </a:solidFill>
            </a:endParaRPr>
          </a:p>
        </p:txBody>
      </p:sp>
      <p:sp>
        <p:nvSpPr>
          <p:cNvPr id="387" name="Google Shape;387;p51"/>
          <p:cNvSpPr txBox="1"/>
          <p:nvPr>
            <p:ph idx="2" type="sldNum"/>
          </p:nvPr>
        </p:nvSpPr>
        <p:spPr>
          <a:xfrm>
            <a:off x="0" y="4880150"/>
            <a:ext cx="265200" cy="2697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p:txBody>
      </p:sp>
      <p:sp>
        <p:nvSpPr>
          <p:cNvPr id="388" name="Google Shape;388;p51"/>
          <p:cNvSpPr txBox="1"/>
          <p:nvPr>
            <p:ph type="title"/>
          </p:nvPr>
        </p:nvSpPr>
        <p:spPr>
          <a:xfrm>
            <a:off x="365750" y="274325"/>
            <a:ext cx="8412600" cy="548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chemeClr val="dk1"/>
                </a:solidFill>
              </a:rPr>
              <a:t>Place connected stuff</a:t>
            </a:r>
            <a:endParaRPr>
              <a:solidFill>
                <a:schemeClr val="dk1"/>
              </a:solidFill>
            </a:endParaRPr>
          </a:p>
        </p:txBody>
      </p:sp>
      <p:sp>
        <p:nvSpPr>
          <p:cNvPr id="389" name="Google Shape;389;p51"/>
          <p:cNvSpPr txBox="1"/>
          <p:nvPr/>
        </p:nvSpPr>
        <p:spPr>
          <a:xfrm>
            <a:off x="837475" y="1802050"/>
            <a:ext cx="1548900" cy="492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 sz="1600">
                <a:solidFill>
                  <a:srgbClr val="FFFFFF"/>
                </a:solidFill>
                <a:latin typeface="Public Sans Light"/>
                <a:ea typeface="Public Sans Light"/>
                <a:cs typeface="Public Sans Light"/>
                <a:sym typeface="Public Sans Light"/>
              </a:rPr>
              <a:t>A word of</a:t>
            </a:r>
            <a:br>
              <a:rPr lang="en" sz="1600">
                <a:solidFill>
                  <a:srgbClr val="FFFFFF"/>
                </a:solidFill>
                <a:latin typeface="Public Sans Light"/>
                <a:ea typeface="Public Sans Light"/>
                <a:cs typeface="Public Sans Light"/>
                <a:sym typeface="Public Sans Light"/>
              </a:rPr>
            </a:br>
            <a:r>
              <a:rPr lang="en" sz="1600">
                <a:solidFill>
                  <a:srgbClr val="FFFFFF"/>
                </a:solidFill>
                <a:latin typeface="Public Sans SemiBold"/>
                <a:ea typeface="Public Sans SemiBold"/>
                <a:cs typeface="Public Sans SemiBold"/>
                <a:sym typeface="Public Sans SemiBold"/>
              </a:rPr>
              <a:t>importance</a:t>
            </a:r>
            <a:endParaRPr sz="1600">
              <a:solidFill>
                <a:srgbClr val="FFFFFF"/>
              </a:solidFill>
              <a:latin typeface="Public Sans SemiBold"/>
              <a:ea typeface="Public Sans SemiBold"/>
              <a:cs typeface="Public Sans SemiBold"/>
              <a:sym typeface="Public Sans SemiBold"/>
            </a:endParaRPr>
          </a:p>
        </p:txBody>
      </p:sp>
      <p:sp>
        <p:nvSpPr>
          <p:cNvPr id="390" name="Google Shape;390;p51"/>
          <p:cNvSpPr txBox="1"/>
          <p:nvPr/>
        </p:nvSpPr>
        <p:spPr>
          <a:xfrm>
            <a:off x="3809450" y="1802050"/>
            <a:ext cx="1548900" cy="492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 sz="1600">
                <a:solidFill>
                  <a:srgbClr val="FFFFFF"/>
                </a:solidFill>
                <a:latin typeface="Public Sans Light"/>
                <a:ea typeface="Public Sans Light"/>
                <a:cs typeface="Public Sans Light"/>
                <a:sym typeface="Public Sans Light"/>
              </a:rPr>
              <a:t>Another word </a:t>
            </a:r>
            <a:br>
              <a:rPr lang="en" sz="1600">
                <a:solidFill>
                  <a:srgbClr val="FFFFFF"/>
                </a:solidFill>
                <a:latin typeface="Public Sans Light"/>
                <a:ea typeface="Public Sans Light"/>
                <a:cs typeface="Public Sans Light"/>
                <a:sym typeface="Public Sans Light"/>
              </a:rPr>
            </a:br>
            <a:r>
              <a:rPr lang="en" sz="1600">
                <a:solidFill>
                  <a:srgbClr val="FFFFFF"/>
                </a:solidFill>
                <a:latin typeface="Public Sans Light"/>
                <a:ea typeface="Public Sans Light"/>
                <a:cs typeface="Public Sans Light"/>
                <a:sym typeface="Public Sans Light"/>
              </a:rPr>
              <a:t>of </a:t>
            </a:r>
            <a:r>
              <a:rPr lang="en" sz="1600">
                <a:solidFill>
                  <a:srgbClr val="FFFFFF"/>
                </a:solidFill>
                <a:latin typeface="Public Sans SemiBold"/>
                <a:ea typeface="Public Sans SemiBold"/>
                <a:cs typeface="Public Sans SemiBold"/>
                <a:sym typeface="Public Sans SemiBold"/>
              </a:rPr>
              <a:t>Importance</a:t>
            </a:r>
            <a:br>
              <a:rPr lang="en" sz="1600">
                <a:solidFill>
                  <a:srgbClr val="FFFFFF"/>
                </a:solidFill>
                <a:latin typeface="Public Sans SemiBold"/>
                <a:ea typeface="Public Sans SemiBold"/>
                <a:cs typeface="Public Sans SemiBold"/>
                <a:sym typeface="Public Sans SemiBold"/>
              </a:rPr>
            </a:br>
            <a:r>
              <a:rPr lang="en" sz="1600">
                <a:solidFill>
                  <a:srgbClr val="FFFFFF"/>
                </a:solidFill>
                <a:latin typeface="Public Sans Light"/>
                <a:ea typeface="Public Sans Light"/>
                <a:cs typeface="Public Sans Light"/>
                <a:sym typeface="Public Sans Light"/>
              </a:rPr>
              <a:t>that need </a:t>
            </a:r>
            <a:br>
              <a:rPr lang="en" sz="1600">
                <a:solidFill>
                  <a:srgbClr val="FFFFFF"/>
                </a:solidFill>
                <a:latin typeface="Public Sans Light"/>
                <a:ea typeface="Public Sans Light"/>
                <a:cs typeface="Public Sans Light"/>
                <a:sym typeface="Public Sans Light"/>
              </a:rPr>
            </a:br>
            <a:r>
              <a:rPr lang="en" sz="1600">
                <a:solidFill>
                  <a:srgbClr val="FFFFFF"/>
                </a:solidFill>
                <a:latin typeface="Public Sans Light"/>
                <a:ea typeface="Public Sans Light"/>
                <a:cs typeface="Public Sans Light"/>
                <a:sym typeface="Public Sans Light"/>
              </a:rPr>
              <a:t>more lines</a:t>
            </a:r>
            <a:endParaRPr sz="1600">
              <a:solidFill>
                <a:srgbClr val="FFFFFF"/>
              </a:solidFill>
              <a:latin typeface="Public Sans Light"/>
              <a:ea typeface="Public Sans Light"/>
              <a:cs typeface="Public Sans Light"/>
              <a:sym typeface="Public Sans Light"/>
            </a:endParaRPr>
          </a:p>
        </p:txBody>
      </p:sp>
      <p:sp>
        <p:nvSpPr>
          <p:cNvPr id="391" name="Google Shape;391;p51"/>
          <p:cNvSpPr txBox="1"/>
          <p:nvPr/>
        </p:nvSpPr>
        <p:spPr>
          <a:xfrm>
            <a:off x="6796250" y="1802050"/>
            <a:ext cx="1548900" cy="492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 sz="1600">
                <a:solidFill>
                  <a:srgbClr val="FFFFFF"/>
                </a:solidFill>
                <a:latin typeface="Public Sans SemiBold"/>
                <a:ea typeface="Public Sans SemiBold"/>
                <a:cs typeface="Public Sans SemiBold"/>
                <a:sym typeface="Public Sans SemiBold"/>
              </a:rPr>
              <a:t>Importance</a:t>
            </a:r>
            <a:endParaRPr sz="1600">
              <a:solidFill>
                <a:srgbClr val="FFFFFF"/>
              </a:solidFill>
              <a:latin typeface="Public Sans SemiBold"/>
              <a:ea typeface="Public Sans SemiBold"/>
              <a:cs typeface="Public Sans SemiBold"/>
              <a:sym typeface="Public Sans SemiBold"/>
            </a:endParaRPr>
          </a:p>
          <a:p>
            <a:pPr indent="0" lvl="0" marL="0" rtl="0" algn="ctr">
              <a:lnSpc>
                <a:spcPct val="100000"/>
              </a:lnSpc>
              <a:spcBef>
                <a:spcPts val="0"/>
              </a:spcBef>
              <a:spcAft>
                <a:spcPts val="0"/>
              </a:spcAft>
              <a:buNone/>
            </a:pPr>
            <a:r>
              <a:rPr lang="en" sz="1600">
                <a:solidFill>
                  <a:srgbClr val="FFFFFF"/>
                </a:solidFill>
                <a:latin typeface="Public Sans Light"/>
                <a:ea typeface="Public Sans Light"/>
                <a:cs typeface="Public Sans Light"/>
                <a:sym typeface="Public Sans Light"/>
              </a:rPr>
              <a:t>the third</a:t>
            </a:r>
            <a:endParaRPr sz="1600">
              <a:solidFill>
                <a:srgbClr val="FFFFFF"/>
              </a:solidFill>
              <a:latin typeface="Public Sans Light"/>
              <a:ea typeface="Public Sans Light"/>
              <a:cs typeface="Public Sans Light"/>
              <a:sym typeface="Public Sans Light"/>
            </a:endParaRPr>
          </a:p>
        </p:txBody>
      </p:sp>
      <p:sp>
        <p:nvSpPr>
          <p:cNvPr id="392" name="Google Shape;392;p51"/>
          <p:cNvSpPr txBox="1"/>
          <p:nvPr/>
        </p:nvSpPr>
        <p:spPr>
          <a:xfrm>
            <a:off x="837375" y="3080448"/>
            <a:ext cx="1548900" cy="14778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 sz="1600">
                <a:solidFill>
                  <a:schemeClr val="dk1"/>
                </a:solidFill>
                <a:latin typeface="Public Sans Light"/>
                <a:ea typeface="Public Sans Light"/>
                <a:cs typeface="Public Sans Light"/>
                <a:sym typeface="Public Sans Light"/>
              </a:rPr>
              <a:t>More to say about the word of importance shown above?</a:t>
            </a:r>
            <a:br>
              <a:rPr lang="en" sz="1600">
                <a:solidFill>
                  <a:schemeClr val="dk1"/>
                </a:solidFill>
                <a:latin typeface="Public Sans Light"/>
                <a:ea typeface="Public Sans Light"/>
                <a:cs typeface="Public Sans Light"/>
                <a:sym typeface="Public Sans Light"/>
              </a:rPr>
            </a:br>
            <a:r>
              <a:rPr lang="en" sz="1600">
                <a:solidFill>
                  <a:schemeClr val="dk1"/>
                </a:solidFill>
                <a:latin typeface="Public Sans SemiBold"/>
                <a:ea typeface="Public Sans SemiBold"/>
                <a:cs typeface="Public Sans SemiBold"/>
                <a:sym typeface="Public Sans SemiBold"/>
              </a:rPr>
              <a:t>All right, do it here!</a:t>
            </a:r>
            <a:endParaRPr sz="1600">
              <a:solidFill>
                <a:schemeClr val="dk1"/>
              </a:solidFill>
              <a:latin typeface="Public Sans SemiBold"/>
              <a:ea typeface="Public Sans SemiBold"/>
              <a:cs typeface="Public Sans SemiBold"/>
              <a:sym typeface="Public Sans SemiBold"/>
            </a:endParaRPr>
          </a:p>
        </p:txBody>
      </p:sp>
      <p:sp>
        <p:nvSpPr>
          <p:cNvPr id="393" name="Google Shape;393;p51"/>
          <p:cNvSpPr txBox="1"/>
          <p:nvPr/>
        </p:nvSpPr>
        <p:spPr>
          <a:xfrm>
            <a:off x="3809450" y="3080448"/>
            <a:ext cx="1548900" cy="14778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 sz="1600">
                <a:solidFill>
                  <a:schemeClr val="dk1"/>
                </a:solidFill>
                <a:latin typeface="Public Sans Light"/>
                <a:ea typeface="Public Sans Light"/>
                <a:cs typeface="Public Sans Light"/>
                <a:sym typeface="Public Sans Light"/>
              </a:rPr>
              <a:t>More to say about the word of importance shown above?</a:t>
            </a:r>
            <a:br>
              <a:rPr lang="en" sz="1600">
                <a:solidFill>
                  <a:schemeClr val="dk1"/>
                </a:solidFill>
                <a:latin typeface="Public Sans Light"/>
                <a:ea typeface="Public Sans Light"/>
                <a:cs typeface="Public Sans Light"/>
                <a:sym typeface="Public Sans Light"/>
              </a:rPr>
            </a:br>
            <a:r>
              <a:rPr lang="en" sz="1600">
                <a:solidFill>
                  <a:schemeClr val="dk1"/>
                </a:solidFill>
                <a:latin typeface="Public Sans SemiBold"/>
                <a:ea typeface="Public Sans SemiBold"/>
                <a:cs typeface="Public Sans SemiBold"/>
                <a:sym typeface="Public Sans SemiBold"/>
              </a:rPr>
              <a:t>All right, do it here!</a:t>
            </a:r>
            <a:endParaRPr sz="1600">
              <a:solidFill>
                <a:schemeClr val="dk1"/>
              </a:solidFill>
              <a:latin typeface="Public Sans SemiBold"/>
              <a:ea typeface="Public Sans SemiBold"/>
              <a:cs typeface="Public Sans SemiBold"/>
              <a:sym typeface="Public Sans SemiBold"/>
            </a:endParaRPr>
          </a:p>
        </p:txBody>
      </p:sp>
      <p:sp>
        <p:nvSpPr>
          <p:cNvPr id="394" name="Google Shape;394;p51"/>
          <p:cNvSpPr txBox="1"/>
          <p:nvPr/>
        </p:nvSpPr>
        <p:spPr>
          <a:xfrm>
            <a:off x="6796250" y="3080448"/>
            <a:ext cx="1548900" cy="14778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 sz="1200">
                <a:solidFill>
                  <a:schemeClr val="dk1"/>
                </a:solidFill>
                <a:latin typeface="Public Sans Light"/>
                <a:ea typeface="Public Sans Light"/>
                <a:cs typeface="Public Sans Light"/>
                <a:sym typeface="Public Sans Light"/>
              </a:rPr>
              <a:t>Sometimes there is more to say. That’s ok. It won’t destroy the overall look. But you should consider to either </a:t>
            </a:r>
            <a:r>
              <a:rPr lang="en" sz="1200">
                <a:solidFill>
                  <a:schemeClr val="dk1"/>
                </a:solidFill>
                <a:latin typeface="Public Sans SemiBold"/>
                <a:ea typeface="Public Sans SemiBold"/>
                <a:cs typeface="Public Sans SemiBold"/>
                <a:sym typeface="Public Sans SemiBold"/>
              </a:rPr>
              <a:t>shorten this text </a:t>
            </a:r>
            <a:r>
              <a:rPr lang="en" sz="1200">
                <a:solidFill>
                  <a:schemeClr val="dk1"/>
                </a:solidFill>
                <a:latin typeface="Public Sans Light"/>
                <a:ea typeface="Public Sans Light"/>
                <a:cs typeface="Public Sans Light"/>
                <a:sym typeface="Public Sans Light"/>
              </a:rPr>
              <a:t>or scale down the other typos.</a:t>
            </a:r>
            <a:endParaRPr sz="1200">
              <a:solidFill>
                <a:schemeClr val="dk1"/>
              </a:solidFill>
              <a:latin typeface="Public Sans Light"/>
              <a:ea typeface="Public Sans Light"/>
              <a:cs typeface="Public Sans Light"/>
              <a:sym typeface="Public Sans 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398" name="Shape 398"/>
        <p:cNvGrpSpPr/>
        <p:nvPr/>
      </p:nvGrpSpPr>
      <p:grpSpPr>
        <a:xfrm>
          <a:off x="0" y="0"/>
          <a:ext cx="0" cy="0"/>
          <a:chOff x="0" y="0"/>
          <a:chExt cx="0" cy="0"/>
        </a:xfrm>
      </p:grpSpPr>
      <p:sp>
        <p:nvSpPr>
          <p:cNvPr id="399" name="Google Shape;399;p52"/>
          <p:cNvSpPr/>
          <p:nvPr/>
        </p:nvSpPr>
        <p:spPr>
          <a:xfrm>
            <a:off x="1102875" y="1188725"/>
            <a:ext cx="1719300" cy="1719300"/>
          </a:xfrm>
          <a:prstGeom prst="ellipse">
            <a:avLst/>
          </a:prstGeom>
          <a:solidFill>
            <a:srgbClr val="FF8E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52"/>
          <p:cNvSpPr/>
          <p:nvPr/>
        </p:nvSpPr>
        <p:spPr>
          <a:xfrm>
            <a:off x="6330050" y="1188725"/>
            <a:ext cx="1719300" cy="1719300"/>
          </a:xfrm>
          <a:prstGeom prst="ellipse">
            <a:avLst/>
          </a:prstGeom>
          <a:solidFill>
            <a:srgbClr val="90CB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52"/>
          <p:cNvSpPr txBox="1"/>
          <p:nvPr>
            <p:ph idx="12" type="sldNum"/>
          </p:nvPr>
        </p:nvSpPr>
        <p:spPr>
          <a:xfrm>
            <a:off x="360650" y="4880150"/>
            <a:ext cx="3667800" cy="2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Neo4j Inc. All rights reserved 2023	</a:t>
            </a:r>
            <a:endParaRPr/>
          </a:p>
        </p:txBody>
      </p:sp>
      <p:sp>
        <p:nvSpPr>
          <p:cNvPr id="402" name="Google Shape;402;p52"/>
          <p:cNvSpPr txBox="1"/>
          <p:nvPr>
            <p:ph idx="2" type="sldNum"/>
          </p:nvPr>
        </p:nvSpPr>
        <p:spPr>
          <a:xfrm>
            <a:off x="0" y="4880150"/>
            <a:ext cx="265200" cy="2697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403" name="Google Shape;403;p52"/>
          <p:cNvSpPr txBox="1"/>
          <p:nvPr>
            <p:ph type="title"/>
          </p:nvPr>
        </p:nvSpPr>
        <p:spPr>
          <a:xfrm>
            <a:off x="365750" y="274325"/>
            <a:ext cx="8412600" cy="548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Place connected stuff differently</a:t>
            </a:r>
            <a:endParaRPr/>
          </a:p>
        </p:txBody>
      </p:sp>
      <p:sp>
        <p:nvSpPr>
          <p:cNvPr id="404" name="Google Shape;404;p52"/>
          <p:cNvSpPr txBox="1"/>
          <p:nvPr/>
        </p:nvSpPr>
        <p:spPr>
          <a:xfrm>
            <a:off x="1218475" y="1802050"/>
            <a:ext cx="1548900" cy="492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 sz="1600">
                <a:solidFill>
                  <a:schemeClr val="dk1"/>
                </a:solidFill>
                <a:latin typeface="Public Sans Light"/>
                <a:ea typeface="Public Sans Light"/>
                <a:cs typeface="Public Sans Light"/>
                <a:sym typeface="Public Sans Light"/>
              </a:rPr>
              <a:t>A word of</a:t>
            </a:r>
            <a:br>
              <a:rPr lang="en" sz="1600">
                <a:solidFill>
                  <a:schemeClr val="dk1"/>
                </a:solidFill>
                <a:latin typeface="Public Sans Light"/>
                <a:ea typeface="Public Sans Light"/>
                <a:cs typeface="Public Sans Light"/>
                <a:sym typeface="Public Sans Light"/>
              </a:rPr>
            </a:br>
            <a:r>
              <a:rPr lang="en" sz="1600">
                <a:solidFill>
                  <a:schemeClr val="dk1"/>
                </a:solidFill>
                <a:latin typeface="Public Sans SemiBold"/>
                <a:ea typeface="Public Sans SemiBold"/>
                <a:cs typeface="Public Sans SemiBold"/>
                <a:sym typeface="Public Sans SemiBold"/>
              </a:rPr>
              <a:t>importance</a:t>
            </a:r>
            <a:endParaRPr sz="1600">
              <a:solidFill>
                <a:schemeClr val="dk1"/>
              </a:solidFill>
              <a:latin typeface="Public Sans SemiBold"/>
              <a:ea typeface="Public Sans SemiBold"/>
              <a:cs typeface="Public Sans SemiBold"/>
              <a:sym typeface="Public Sans SemiBold"/>
            </a:endParaRPr>
          </a:p>
        </p:txBody>
      </p:sp>
      <p:sp>
        <p:nvSpPr>
          <p:cNvPr id="405" name="Google Shape;405;p52"/>
          <p:cNvSpPr txBox="1"/>
          <p:nvPr/>
        </p:nvSpPr>
        <p:spPr>
          <a:xfrm>
            <a:off x="6415250" y="1802050"/>
            <a:ext cx="1548900" cy="492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 sz="1600">
                <a:solidFill>
                  <a:schemeClr val="dk1"/>
                </a:solidFill>
                <a:latin typeface="Public Sans SemiBold"/>
                <a:ea typeface="Public Sans SemiBold"/>
                <a:cs typeface="Public Sans SemiBold"/>
                <a:sym typeface="Public Sans SemiBold"/>
              </a:rPr>
              <a:t>Importance</a:t>
            </a:r>
            <a:endParaRPr sz="1600">
              <a:solidFill>
                <a:schemeClr val="dk1"/>
              </a:solidFill>
              <a:latin typeface="Public Sans SemiBold"/>
              <a:ea typeface="Public Sans SemiBold"/>
              <a:cs typeface="Public Sans SemiBold"/>
              <a:sym typeface="Public Sans SemiBold"/>
            </a:endParaRPr>
          </a:p>
          <a:p>
            <a:pPr indent="0" lvl="0" marL="0" rtl="0" algn="ctr">
              <a:lnSpc>
                <a:spcPct val="100000"/>
              </a:lnSpc>
              <a:spcBef>
                <a:spcPts val="0"/>
              </a:spcBef>
              <a:spcAft>
                <a:spcPts val="0"/>
              </a:spcAft>
              <a:buNone/>
            </a:pPr>
            <a:r>
              <a:rPr lang="en" sz="1600">
                <a:solidFill>
                  <a:schemeClr val="dk1"/>
                </a:solidFill>
                <a:latin typeface="Public Sans Light"/>
                <a:ea typeface="Public Sans Light"/>
                <a:cs typeface="Public Sans Light"/>
                <a:sym typeface="Public Sans Light"/>
              </a:rPr>
              <a:t>the third</a:t>
            </a:r>
            <a:endParaRPr sz="1600">
              <a:solidFill>
                <a:schemeClr val="dk1"/>
              </a:solidFill>
              <a:latin typeface="Public Sans Light"/>
              <a:ea typeface="Public Sans Light"/>
              <a:cs typeface="Public Sans Light"/>
              <a:sym typeface="Public Sans Light"/>
            </a:endParaRPr>
          </a:p>
        </p:txBody>
      </p:sp>
      <p:sp>
        <p:nvSpPr>
          <p:cNvPr id="406" name="Google Shape;406;p52"/>
          <p:cNvSpPr txBox="1"/>
          <p:nvPr/>
        </p:nvSpPr>
        <p:spPr>
          <a:xfrm>
            <a:off x="1218375" y="3080448"/>
            <a:ext cx="1548900" cy="14778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 sz="1600">
                <a:solidFill>
                  <a:srgbClr val="FFFFFF"/>
                </a:solidFill>
                <a:latin typeface="Public Sans Light"/>
                <a:ea typeface="Public Sans Light"/>
                <a:cs typeface="Public Sans Light"/>
                <a:sym typeface="Public Sans Light"/>
              </a:rPr>
              <a:t>More to say about the word of importance shown above?</a:t>
            </a:r>
            <a:br>
              <a:rPr lang="en" sz="1600">
                <a:solidFill>
                  <a:srgbClr val="FFFFFF"/>
                </a:solidFill>
                <a:latin typeface="Public Sans Light"/>
                <a:ea typeface="Public Sans Light"/>
                <a:cs typeface="Public Sans Light"/>
                <a:sym typeface="Public Sans Light"/>
              </a:rPr>
            </a:br>
            <a:r>
              <a:rPr lang="en" sz="1600">
                <a:solidFill>
                  <a:srgbClr val="FFFFFF"/>
                </a:solidFill>
                <a:latin typeface="Public Sans SemiBold"/>
                <a:ea typeface="Public Sans SemiBold"/>
                <a:cs typeface="Public Sans SemiBold"/>
                <a:sym typeface="Public Sans SemiBold"/>
              </a:rPr>
              <a:t>All right, do it here!</a:t>
            </a:r>
            <a:endParaRPr sz="1600">
              <a:solidFill>
                <a:srgbClr val="FFFFFF"/>
              </a:solidFill>
              <a:latin typeface="Public Sans SemiBold"/>
              <a:ea typeface="Public Sans SemiBold"/>
              <a:cs typeface="Public Sans SemiBold"/>
              <a:sym typeface="Public Sans SemiBold"/>
            </a:endParaRPr>
          </a:p>
        </p:txBody>
      </p:sp>
      <p:sp>
        <p:nvSpPr>
          <p:cNvPr id="407" name="Google Shape;407;p52"/>
          <p:cNvSpPr txBox="1"/>
          <p:nvPr/>
        </p:nvSpPr>
        <p:spPr>
          <a:xfrm>
            <a:off x="3809450" y="3080448"/>
            <a:ext cx="1548900" cy="14778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 sz="1600">
                <a:solidFill>
                  <a:srgbClr val="FFFFFF"/>
                </a:solidFill>
                <a:latin typeface="Public Sans Light"/>
                <a:ea typeface="Public Sans Light"/>
                <a:cs typeface="Public Sans Light"/>
                <a:sym typeface="Public Sans Light"/>
              </a:rPr>
              <a:t>More to say about the word of importance shown above?</a:t>
            </a:r>
            <a:br>
              <a:rPr lang="en" sz="1600">
                <a:solidFill>
                  <a:srgbClr val="FFFFFF"/>
                </a:solidFill>
                <a:latin typeface="Public Sans Light"/>
                <a:ea typeface="Public Sans Light"/>
                <a:cs typeface="Public Sans Light"/>
                <a:sym typeface="Public Sans Light"/>
              </a:rPr>
            </a:br>
            <a:r>
              <a:rPr lang="en" sz="1600">
                <a:solidFill>
                  <a:srgbClr val="FFFFFF"/>
                </a:solidFill>
                <a:latin typeface="Public Sans SemiBold"/>
                <a:ea typeface="Public Sans SemiBold"/>
                <a:cs typeface="Public Sans SemiBold"/>
                <a:sym typeface="Public Sans SemiBold"/>
              </a:rPr>
              <a:t>All right, do it here!</a:t>
            </a:r>
            <a:endParaRPr sz="1600">
              <a:solidFill>
                <a:srgbClr val="FFFFFF"/>
              </a:solidFill>
              <a:latin typeface="Public Sans SemiBold"/>
              <a:ea typeface="Public Sans SemiBold"/>
              <a:cs typeface="Public Sans SemiBold"/>
              <a:sym typeface="Public Sans SemiBold"/>
            </a:endParaRPr>
          </a:p>
        </p:txBody>
      </p:sp>
      <p:sp>
        <p:nvSpPr>
          <p:cNvPr id="408" name="Google Shape;408;p52"/>
          <p:cNvSpPr txBox="1"/>
          <p:nvPr/>
        </p:nvSpPr>
        <p:spPr>
          <a:xfrm>
            <a:off x="6415250" y="3080448"/>
            <a:ext cx="1548900" cy="14778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 sz="1200">
                <a:solidFill>
                  <a:srgbClr val="FFFFFF"/>
                </a:solidFill>
                <a:latin typeface="Public Sans Light"/>
                <a:ea typeface="Public Sans Light"/>
                <a:cs typeface="Public Sans Light"/>
                <a:sym typeface="Public Sans Light"/>
              </a:rPr>
              <a:t>Sometimes there is more to say. That’s ok. It won’t destroy the overall look. But you should consider to either </a:t>
            </a:r>
            <a:r>
              <a:rPr lang="en" sz="1200">
                <a:solidFill>
                  <a:srgbClr val="FFFFFF"/>
                </a:solidFill>
                <a:latin typeface="Public Sans SemiBold"/>
                <a:ea typeface="Public Sans SemiBold"/>
                <a:cs typeface="Public Sans SemiBold"/>
                <a:sym typeface="Public Sans SemiBold"/>
              </a:rPr>
              <a:t>shorten this text </a:t>
            </a:r>
            <a:r>
              <a:rPr lang="en" sz="1200">
                <a:solidFill>
                  <a:srgbClr val="FFFFFF"/>
                </a:solidFill>
                <a:latin typeface="Public Sans Light"/>
                <a:ea typeface="Public Sans Light"/>
                <a:cs typeface="Public Sans Light"/>
                <a:sym typeface="Public Sans Light"/>
              </a:rPr>
              <a:t>or scale down the other typos.</a:t>
            </a:r>
            <a:endParaRPr sz="1200">
              <a:solidFill>
                <a:srgbClr val="FFFFFF"/>
              </a:solidFill>
              <a:latin typeface="Public Sans Light"/>
              <a:ea typeface="Public Sans Light"/>
              <a:cs typeface="Public Sans Light"/>
              <a:sym typeface="Public Sans Light"/>
            </a:endParaRPr>
          </a:p>
        </p:txBody>
      </p:sp>
      <p:sp>
        <p:nvSpPr>
          <p:cNvPr id="409" name="Google Shape;409;p52"/>
          <p:cNvSpPr/>
          <p:nvPr/>
        </p:nvSpPr>
        <p:spPr>
          <a:xfrm>
            <a:off x="3716463" y="1188725"/>
            <a:ext cx="1719300" cy="1719300"/>
          </a:xfrm>
          <a:prstGeom prst="ellipse">
            <a:avLst/>
          </a:prstGeom>
          <a:solidFill>
            <a:srgbClr val="FFD0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52"/>
          <p:cNvSpPr txBox="1"/>
          <p:nvPr/>
        </p:nvSpPr>
        <p:spPr>
          <a:xfrm>
            <a:off x="3809450" y="1802050"/>
            <a:ext cx="1548900" cy="492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 sz="1600">
                <a:solidFill>
                  <a:schemeClr val="dk1"/>
                </a:solidFill>
                <a:latin typeface="Public Sans Light"/>
                <a:ea typeface="Public Sans Light"/>
                <a:cs typeface="Public Sans Light"/>
                <a:sym typeface="Public Sans Light"/>
              </a:rPr>
              <a:t>Another word </a:t>
            </a:r>
            <a:br>
              <a:rPr lang="en" sz="1600">
                <a:solidFill>
                  <a:schemeClr val="dk1"/>
                </a:solidFill>
                <a:latin typeface="Public Sans Light"/>
                <a:ea typeface="Public Sans Light"/>
                <a:cs typeface="Public Sans Light"/>
                <a:sym typeface="Public Sans Light"/>
              </a:rPr>
            </a:br>
            <a:r>
              <a:rPr lang="en" sz="1600">
                <a:solidFill>
                  <a:schemeClr val="dk1"/>
                </a:solidFill>
                <a:latin typeface="Public Sans Light"/>
                <a:ea typeface="Public Sans Light"/>
                <a:cs typeface="Public Sans Light"/>
                <a:sym typeface="Public Sans Light"/>
              </a:rPr>
              <a:t>of </a:t>
            </a:r>
            <a:r>
              <a:rPr lang="en" sz="1600">
                <a:solidFill>
                  <a:schemeClr val="dk1"/>
                </a:solidFill>
                <a:latin typeface="Public Sans SemiBold"/>
                <a:ea typeface="Public Sans SemiBold"/>
                <a:cs typeface="Public Sans SemiBold"/>
                <a:sym typeface="Public Sans SemiBold"/>
              </a:rPr>
              <a:t>Importance</a:t>
            </a:r>
            <a:br>
              <a:rPr lang="en" sz="1600">
                <a:solidFill>
                  <a:schemeClr val="dk1"/>
                </a:solidFill>
                <a:latin typeface="Public Sans SemiBold"/>
                <a:ea typeface="Public Sans SemiBold"/>
                <a:cs typeface="Public Sans SemiBold"/>
                <a:sym typeface="Public Sans SemiBold"/>
              </a:rPr>
            </a:br>
            <a:r>
              <a:rPr lang="en" sz="1600">
                <a:solidFill>
                  <a:schemeClr val="dk1"/>
                </a:solidFill>
                <a:latin typeface="Public Sans Light"/>
                <a:ea typeface="Public Sans Light"/>
                <a:cs typeface="Public Sans Light"/>
                <a:sym typeface="Public Sans Light"/>
              </a:rPr>
              <a:t>that need </a:t>
            </a:r>
            <a:br>
              <a:rPr lang="en" sz="1600">
                <a:solidFill>
                  <a:schemeClr val="dk1"/>
                </a:solidFill>
                <a:latin typeface="Public Sans Light"/>
                <a:ea typeface="Public Sans Light"/>
                <a:cs typeface="Public Sans Light"/>
                <a:sym typeface="Public Sans Light"/>
              </a:rPr>
            </a:br>
            <a:r>
              <a:rPr lang="en" sz="1600">
                <a:solidFill>
                  <a:schemeClr val="dk1"/>
                </a:solidFill>
                <a:latin typeface="Public Sans Light"/>
                <a:ea typeface="Public Sans Light"/>
                <a:cs typeface="Public Sans Light"/>
                <a:sym typeface="Public Sans Light"/>
              </a:rPr>
              <a:t>more lines</a:t>
            </a:r>
            <a:endParaRPr sz="1600">
              <a:solidFill>
                <a:schemeClr val="dk1"/>
              </a:solidFill>
              <a:latin typeface="Public Sans Light"/>
              <a:ea typeface="Public Sans Light"/>
              <a:cs typeface="Public Sans Light"/>
              <a:sym typeface="Public Sans 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414" name="Shape 414"/>
        <p:cNvGrpSpPr/>
        <p:nvPr/>
      </p:nvGrpSpPr>
      <p:grpSpPr>
        <a:xfrm>
          <a:off x="0" y="0"/>
          <a:ext cx="0" cy="0"/>
          <a:chOff x="0" y="0"/>
          <a:chExt cx="0" cy="0"/>
        </a:xfrm>
      </p:grpSpPr>
      <p:sp>
        <p:nvSpPr>
          <p:cNvPr id="415" name="Google Shape;415;p53"/>
          <p:cNvSpPr txBox="1"/>
          <p:nvPr/>
        </p:nvSpPr>
        <p:spPr>
          <a:xfrm>
            <a:off x="1221688" y="1761250"/>
            <a:ext cx="3809400" cy="9852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 sz="1600">
                <a:solidFill>
                  <a:srgbClr val="FFFFFF"/>
                </a:solidFill>
                <a:latin typeface="Public Sans Light"/>
                <a:ea typeface="Public Sans Light"/>
                <a:cs typeface="Public Sans Light"/>
                <a:sym typeface="Public Sans Light"/>
              </a:rPr>
              <a:t>Consider to describe Step 1 and 2 with one piece of text. This text can easily be connected to </a:t>
            </a:r>
            <a:r>
              <a:rPr lang="en" sz="1600">
                <a:solidFill>
                  <a:srgbClr val="FFD071"/>
                </a:solidFill>
                <a:latin typeface="Public Sans SemiBold"/>
                <a:ea typeface="Public Sans SemiBold"/>
                <a:cs typeface="Public Sans SemiBold"/>
                <a:sym typeface="Public Sans SemiBold"/>
              </a:rPr>
              <a:t>Step 1 </a:t>
            </a:r>
            <a:r>
              <a:rPr lang="en" sz="1600">
                <a:solidFill>
                  <a:srgbClr val="FFFFFF"/>
                </a:solidFill>
                <a:latin typeface="Public Sans Light"/>
                <a:ea typeface="Public Sans Light"/>
                <a:cs typeface="Public Sans Light"/>
                <a:sym typeface="Public Sans Light"/>
              </a:rPr>
              <a:t>and </a:t>
            </a:r>
            <a:r>
              <a:rPr lang="en" sz="1600">
                <a:solidFill>
                  <a:srgbClr val="FFD071"/>
                </a:solidFill>
                <a:latin typeface="Public Sans SemiBold"/>
                <a:ea typeface="Public Sans SemiBold"/>
                <a:cs typeface="Public Sans SemiBold"/>
                <a:sym typeface="Public Sans SemiBold"/>
              </a:rPr>
              <a:t>Step 2 </a:t>
            </a:r>
            <a:r>
              <a:rPr lang="en" sz="1600">
                <a:solidFill>
                  <a:srgbClr val="FFFFFF"/>
                </a:solidFill>
                <a:latin typeface="Public Sans Light"/>
                <a:ea typeface="Public Sans Light"/>
                <a:cs typeface="Public Sans Light"/>
                <a:sym typeface="Public Sans Light"/>
              </a:rPr>
              <a:t>by color wherever this seems to be useful.</a:t>
            </a:r>
            <a:endParaRPr sz="1600">
              <a:solidFill>
                <a:srgbClr val="FFFFFF"/>
              </a:solidFill>
              <a:latin typeface="Public Sans SemiBold"/>
              <a:ea typeface="Public Sans SemiBold"/>
              <a:cs typeface="Public Sans SemiBold"/>
              <a:sym typeface="Public Sans SemiBold"/>
            </a:endParaRPr>
          </a:p>
        </p:txBody>
      </p:sp>
      <p:sp>
        <p:nvSpPr>
          <p:cNvPr id="416" name="Google Shape;416;p53"/>
          <p:cNvSpPr/>
          <p:nvPr/>
        </p:nvSpPr>
        <p:spPr>
          <a:xfrm rot="7199999">
            <a:off x="1083001" y="299392"/>
            <a:ext cx="6198980" cy="4308443"/>
          </a:xfrm>
          <a:custGeom>
            <a:rect b="b" l="l" r="r" t="t"/>
            <a:pathLst>
              <a:path extrusionOk="0" h="8954" w="12883">
                <a:moveTo>
                  <a:pt x="7990" y="0"/>
                </a:moveTo>
                <a:cubicBezTo>
                  <a:pt x="7680" y="0"/>
                  <a:pt x="7382" y="72"/>
                  <a:pt x="7097" y="238"/>
                </a:cubicBezTo>
                <a:cubicBezTo>
                  <a:pt x="6930" y="322"/>
                  <a:pt x="6787" y="465"/>
                  <a:pt x="6644" y="607"/>
                </a:cubicBezTo>
                <a:cubicBezTo>
                  <a:pt x="6101" y="1228"/>
                  <a:pt x="5495" y="1538"/>
                  <a:pt x="4887" y="1538"/>
                </a:cubicBezTo>
                <a:cubicBezTo>
                  <a:pt x="4281" y="1538"/>
                  <a:pt x="3672" y="1231"/>
                  <a:pt x="3120" y="619"/>
                </a:cubicBezTo>
                <a:cubicBezTo>
                  <a:pt x="2989" y="476"/>
                  <a:pt x="2834" y="357"/>
                  <a:pt x="2656" y="250"/>
                </a:cubicBezTo>
                <a:cubicBezTo>
                  <a:pt x="2394" y="107"/>
                  <a:pt x="2096" y="12"/>
                  <a:pt x="1763" y="12"/>
                </a:cubicBezTo>
                <a:cubicBezTo>
                  <a:pt x="1453" y="12"/>
                  <a:pt x="1155" y="84"/>
                  <a:pt x="870" y="250"/>
                </a:cubicBezTo>
                <a:cubicBezTo>
                  <a:pt x="631" y="369"/>
                  <a:pt x="393" y="596"/>
                  <a:pt x="239" y="881"/>
                </a:cubicBezTo>
                <a:cubicBezTo>
                  <a:pt x="84" y="1143"/>
                  <a:pt x="0" y="1441"/>
                  <a:pt x="0" y="1774"/>
                </a:cubicBezTo>
                <a:cubicBezTo>
                  <a:pt x="0" y="2084"/>
                  <a:pt x="72" y="2381"/>
                  <a:pt x="239" y="2667"/>
                </a:cubicBezTo>
                <a:cubicBezTo>
                  <a:pt x="381" y="2929"/>
                  <a:pt x="608" y="3155"/>
                  <a:pt x="893" y="3310"/>
                </a:cubicBezTo>
                <a:cubicBezTo>
                  <a:pt x="1155" y="3465"/>
                  <a:pt x="1453" y="3560"/>
                  <a:pt x="1786" y="3560"/>
                </a:cubicBezTo>
                <a:cubicBezTo>
                  <a:pt x="2096" y="3560"/>
                  <a:pt x="2394" y="3477"/>
                  <a:pt x="2679" y="3310"/>
                </a:cubicBezTo>
                <a:cubicBezTo>
                  <a:pt x="2834" y="3215"/>
                  <a:pt x="3001" y="3096"/>
                  <a:pt x="3132" y="2941"/>
                </a:cubicBezTo>
                <a:cubicBezTo>
                  <a:pt x="3679" y="2322"/>
                  <a:pt x="4287" y="2012"/>
                  <a:pt x="4892" y="2012"/>
                </a:cubicBezTo>
                <a:cubicBezTo>
                  <a:pt x="5498" y="2012"/>
                  <a:pt x="6102" y="2322"/>
                  <a:pt x="6644" y="2941"/>
                </a:cubicBezTo>
                <a:cubicBezTo>
                  <a:pt x="6787" y="3096"/>
                  <a:pt x="6930" y="3227"/>
                  <a:pt x="7108" y="3334"/>
                </a:cubicBezTo>
                <a:cubicBezTo>
                  <a:pt x="7275" y="3441"/>
                  <a:pt x="7466" y="3501"/>
                  <a:pt x="7656" y="3536"/>
                </a:cubicBezTo>
                <a:cubicBezTo>
                  <a:pt x="9264" y="3870"/>
                  <a:pt x="9942" y="5025"/>
                  <a:pt x="9418" y="6572"/>
                </a:cubicBezTo>
                <a:cubicBezTo>
                  <a:pt x="9359" y="6751"/>
                  <a:pt x="9311" y="6965"/>
                  <a:pt x="9311" y="7168"/>
                </a:cubicBezTo>
                <a:cubicBezTo>
                  <a:pt x="9311" y="7477"/>
                  <a:pt x="9383" y="7775"/>
                  <a:pt x="9549" y="8061"/>
                </a:cubicBezTo>
                <a:cubicBezTo>
                  <a:pt x="9704" y="8335"/>
                  <a:pt x="9918" y="8549"/>
                  <a:pt x="10204" y="8716"/>
                </a:cubicBezTo>
                <a:cubicBezTo>
                  <a:pt x="10478" y="8870"/>
                  <a:pt x="10776" y="8954"/>
                  <a:pt x="11097" y="8954"/>
                </a:cubicBezTo>
                <a:cubicBezTo>
                  <a:pt x="11407" y="8954"/>
                  <a:pt x="11704" y="8882"/>
                  <a:pt x="11990" y="8716"/>
                </a:cubicBezTo>
                <a:cubicBezTo>
                  <a:pt x="12264" y="8573"/>
                  <a:pt x="12478" y="8347"/>
                  <a:pt x="12645" y="8061"/>
                </a:cubicBezTo>
                <a:cubicBezTo>
                  <a:pt x="12800" y="7799"/>
                  <a:pt x="12883" y="7501"/>
                  <a:pt x="12883" y="7168"/>
                </a:cubicBezTo>
                <a:cubicBezTo>
                  <a:pt x="12883" y="6858"/>
                  <a:pt x="12812" y="6561"/>
                  <a:pt x="12645" y="6275"/>
                </a:cubicBezTo>
                <a:cubicBezTo>
                  <a:pt x="12502" y="6013"/>
                  <a:pt x="12276" y="5787"/>
                  <a:pt x="11990" y="5620"/>
                </a:cubicBezTo>
                <a:cubicBezTo>
                  <a:pt x="11823" y="5525"/>
                  <a:pt x="11633" y="5453"/>
                  <a:pt x="11442" y="5418"/>
                </a:cubicBezTo>
                <a:cubicBezTo>
                  <a:pt x="9835" y="5084"/>
                  <a:pt x="9144" y="3929"/>
                  <a:pt x="9668" y="2370"/>
                </a:cubicBezTo>
                <a:cubicBezTo>
                  <a:pt x="9728" y="2191"/>
                  <a:pt x="9775" y="1977"/>
                  <a:pt x="9775" y="1786"/>
                </a:cubicBezTo>
                <a:cubicBezTo>
                  <a:pt x="9775" y="1477"/>
                  <a:pt x="9704" y="1179"/>
                  <a:pt x="9537" y="893"/>
                </a:cubicBezTo>
                <a:cubicBezTo>
                  <a:pt x="9383" y="619"/>
                  <a:pt x="9168" y="405"/>
                  <a:pt x="8883" y="238"/>
                </a:cubicBezTo>
                <a:cubicBezTo>
                  <a:pt x="8609" y="84"/>
                  <a:pt x="8311" y="0"/>
                  <a:pt x="7990" y="0"/>
                </a:cubicBezTo>
                <a:close/>
              </a:path>
            </a:pathLst>
          </a:custGeom>
          <a:solidFill>
            <a:srgbClr val="FFC4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53"/>
          <p:cNvSpPr txBox="1"/>
          <p:nvPr>
            <p:ph idx="12" type="sldNum"/>
          </p:nvPr>
        </p:nvSpPr>
        <p:spPr>
          <a:xfrm>
            <a:off x="360650" y="4880150"/>
            <a:ext cx="3667800" cy="2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Neo4j Inc. All rights reserved 2023	</a:t>
            </a:r>
            <a:endParaRPr/>
          </a:p>
        </p:txBody>
      </p:sp>
      <p:sp>
        <p:nvSpPr>
          <p:cNvPr id="418" name="Google Shape;418;p53"/>
          <p:cNvSpPr txBox="1"/>
          <p:nvPr>
            <p:ph idx="2" type="sldNum"/>
          </p:nvPr>
        </p:nvSpPr>
        <p:spPr>
          <a:xfrm>
            <a:off x="0" y="4880150"/>
            <a:ext cx="265200" cy="2697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419" name="Google Shape;419;p53"/>
          <p:cNvSpPr txBox="1"/>
          <p:nvPr>
            <p:ph type="title"/>
          </p:nvPr>
        </p:nvSpPr>
        <p:spPr>
          <a:xfrm>
            <a:off x="365750" y="274325"/>
            <a:ext cx="8412600" cy="548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Use direction</a:t>
            </a:r>
            <a:endParaRPr/>
          </a:p>
        </p:txBody>
      </p:sp>
      <p:sp>
        <p:nvSpPr>
          <p:cNvPr id="420" name="Google Shape;420;p53"/>
          <p:cNvSpPr txBox="1"/>
          <p:nvPr/>
        </p:nvSpPr>
        <p:spPr>
          <a:xfrm>
            <a:off x="1162363" y="3514061"/>
            <a:ext cx="1548900" cy="492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 sz="1600">
                <a:solidFill>
                  <a:schemeClr val="dk1"/>
                </a:solidFill>
                <a:latin typeface="Public Sans Light"/>
                <a:ea typeface="Public Sans Light"/>
                <a:cs typeface="Public Sans Light"/>
                <a:sym typeface="Public Sans Light"/>
              </a:rPr>
              <a:t>Step 1</a:t>
            </a:r>
            <a:br>
              <a:rPr lang="en" sz="1600">
                <a:solidFill>
                  <a:schemeClr val="dk1"/>
                </a:solidFill>
                <a:latin typeface="Public Sans Light"/>
                <a:ea typeface="Public Sans Light"/>
                <a:cs typeface="Public Sans Light"/>
                <a:sym typeface="Public Sans Light"/>
              </a:rPr>
            </a:br>
            <a:r>
              <a:rPr lang="en" sz="1600">
                <a:solidFill>
                  <a:schemeClr val="dk1"/>
                </a:solidFill>
                <a:latin typeface="Public Sans SemiBold"/>
                <a:ea typeface="Public Sans SemiBold"/>
                <a:cs typeface="Public Sans SemiBold"/>
                <a:sym typeface="Public Sans SemiBold"/>
              </a:rPr>
              <a:t>Important</a:t>
            </a:r>
            <a:endParaRPr sz="1600">
              <a:solidFill>
                <a:schemeClr val="dk1"/>
              </a:solidFill>
              <a:latin typeface="Public Sans SemiBold"/>
              <a:ea typeface="Public Sans SemiBold"/>
              <a:cs typeface="Public Sans SemiBold"/>
              <a:sym typeface="Public Sans SemiBold"/>
            </a:endParaRPr>
          </a:p>
        </p:txBody>
      </p:sp>
      <p:sp>
        <p:nvSpPr>
          <p:cNvPr id="421" name="Google Shape;421;p53"/>
          <p:cNvSpPr txBox="1"/>
          <p:nvPr/>
        </p:nvSpPr>
        <p:spPr>
          <a:xfrm>
            <a:off x="4134338" y="3514061"/>
            <a:ext cx="1548900" cy="492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 sz="1600">
                <a:solidFill>
                  <a:schemeClr val="dk1"/>
                </a:solidFill>
                <a:latin typeface="Public Sans Light"/>
                <a:ea typeface="Public Sans Light"/>
                <a:cs typeface="Public Sans Light"/>
                <a:sym typeface="Public Sans Light"/>
              </a:rPr>
              <a:t>Step 2</a:t>
            </a:r>
            <a:endParaRPr sz="1600">
              <a:solidFill>
                <a:schemeClr val="dk1"/>
              </a:solidFill>
              <a:latin typeface="Public Sans Light"/>
              <a:ea typeface="Public Sans Light"/>
              <a:cs typeface="Public Sans Light"/>
              <a:sym typeface="Public Sans Light"/>
            </a:endParaRPr>
          </a:p>
          <a:p>
            <a:pPr indent="0" lvl="0" marL="0" rtl="0" algn="ctr">
              <a:lnSpc>
                <a:spcPct val="100000"/>
              </a:lnSpc>
              <a:spcBef>
                <a:spcPts val="0"/>
              </a:spcBef>
              <a:spcAft>
                <a:spcPts val="0"/>
              </a:spcAft>
              <a:buNone/>
            </a:pPr>
            <a:r>
              <a:rPr lang="en" sz="1600">
                <a:solidFill>
                  <a:schemeClr val="dk1"/>
                </a:solidFill>
                <a:latin typeface="Public Sans SemiBold"/>
                <a:ea typeface="Public Sans SemiBold"/>
                <a:cs typeface="Public Sans SemiBold"/>
                <a:sym typeface="Public Sans SemiBold"/>
              </a:rPr>
              <a:t>Important</a:t>
            </a:r>
            <a:endParaRPr sz="1600">
              <a:solidFill>
                <a:schemeClr val="dk1"/>
              </a:solidFill>
              <a:latin typeface="Public Sans SemiBold"/>
              <a:ea typeface="Public Sans SemiBold"/>
              <a:cs typeface="Public Sans SemiBold"/>
              <a:sym typeface="Public Sans SemiBold"/>
            </a:endParaRPr>
          </a:p>
        </p:txBody>
      </p:sp>
      <p:sp>
        <p:nvSpPr>
          <p:cNvPr id="422" name="Google Shape;422;p53"/>
          <p:cNvSpPr txBox="1"/>
          <p:nvPr/>
        </p:nvSpPr>
        <p:spPr>
          <a:xfrm>
            <a:off x="5661108" y="890650"/>
            <a:ext cx="1548900" cy="492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 sz="1600">
                <a:solidFill>
                  <a:schemeClr val="dk1"/>
                </a:solidFill>
                <a:latin typeface="Public Sans Light"/>
                <a:ea typeface="Public Sans Light"/>
                <a:cs typeface="Public Sans Light"/>
                <a:sym typeface="Public Sans Light"/>
              </a:rPr>
              <a:t>Conclusion</a:t>
            </a:r>
            <a:endParaRPr sz="1600">
              <a:solidFill>
                <a:schemeClr val="dk1"/>
              </a:solidFill>
              <a:latin typeface="Public Sans Light"/>
              <a:ea typeface="Public Sans Light"/>
              <a:cs typeface="Public Sans Light"/>
              <a:sym typeface="Public Sans Light"/>
            </a:endParaRPr>
          </a:p>
          <a:p>
            <a:pPr indent="0" lvl="0" marL="0" rtl="0" algn="ctr">
              <a:lnSpc>
                <a:spcPct val="100000"/>
              </a:lnSpc>
              <a:spcBef>
                <a:spcPts val="0"/>
              </a:spcBef>
              <a:spcAft>
                <a:spcPts val="0"/>
              </a:spcAft>
              <a:buNone/>
            </a:pPr>
            <a:r>
              <a:rPr lang="en" sz="1600">
                <a:solidFill>
                  <a:schemeClr val="dk1"/>
                </a:solidFill>
                <a:latin typeface="Public Sans SemiBold"/>
                <a:ea typeface="Public Sans SemiBold"/>
                <a:cs typeface="Public Sans SemiBold"/>
                <a:sym typeface="Public Sans SemiBold"/>
              </a:rPr>
              <a:t>Genius</a:t>
            </a:r>
            <a:endParaRPr sz="1600">
              <a:solidFill>
                <a:schemeClr val="dk1"/>
              </a:solidFill>
              <a:latin typeface="Public Sans SemiBold"/>
              <a:ea typeface="Public Sans SemiBold"/>
              <a:cs typeface="Public Sans SemiBold"/>
              <a:sym typeface="Public Sans SemiBold"/>
            </a:endParaRPr>
          </a:p>
        </p:txBody>
      </p:sp>
      <p:sp>
        <p:nvSpPr>
          <p:cNvPr id="423" name="Google Shape;423;p53"/>
          <p:cNvSpPr txBox="1"/>
          <p:nvPr/>
        </p:nvSpPr>
        <p:spPr>
          <a:xfrm>
            <a:off x="6476363" y="2203100"/>
            <a:ext cx="1900500" cy="24012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 sz="1200">
                <a:solidFill>
                  <a:srgbClr val="FFFFFF"/>
                </a:solidFill>
                <a:latin typeface="Public Sans Light"/>
                <a:ea typeface="Public Sans Light"/>
                <a:cs typeface="Public Sans Light"/>
                <a:sym typeface="Public Sans Light"/>
              </a:rPr>
              <a:t>In this context of a shape that provides direction and separates one node from the others by position and angle of connection it is absolutely ok to have this text write in a different size. </a:t>
            </a:r>
            <a:r>
              <a:rPr lang="en" sz="1200">
                <a:solidFill>
                  <a:srgbClr val="FFD071"/>
                </a:solidFill>
                <a:latin typeface="Public Sans SemiBold"/>
                <a:ea typeface="Public Sans SemiBold"/>
                <a:cs typeface="Public Sans SemiBold"/>
                <a:sym typeface="Public Sans SemiBold"/>
              </a:rPr>
              <a:t>It can still contain emphasized words. </a:t>
            </a:r>
            <a:r>
              <a:rPr lang="en" sz="1200">
                <a:solidFill>
                  <a:srgbClr val="FFFFFF"/>
                </a:solidFill>
                <a:latin typeface="Public Sans Light"/>
                <a:ea typeface="Public Sans Light"/>
                <a:cs typeface="Public Sans Light"/>
                <a:sym typeface="Public Sans Light"/>
              </a:rPr>
              <a:t>But – there is a limit after which every text will be too long. It’s reached just before people stop reading.</a:t>
            </a:r>
            <a:endParaRPr sz="1200">
              <a:solidFill>
                <a:srgbClr val="FFFFFF"/>
              </a:solidFill>
              <a:latin typeface="Public Sans Light"/>
              <a:ea typeface="Public Sans Light"/>
              <a:cs typeface="Public Sans Light"/>
              <a:sym typeface="Public Sans 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54"/>
          <p:cNvSpPr/>
          <p:nvPr/>
        </p:nvSpPr>
        <p:spPr>
          <a:xfrm>
            <a:off x="2760267" y="1270965"/>
            <a:ext cx="3709405" cy="2575394"/>
          </a:xfrm>
          <a:custGeom>
            <a:rect b="b" l="l" r="r" t="t"/>
            <a:pathLst>
              <a:path extrusionOk="0" h="8954" w="12896">
                <a:moveTo>
                  <a:pt x="8002" y="1"/>
                </a:moveTo>
                <a:cubicBezTo>
                  <a:pt x="7680" y="1"/>
                  <a:pt x="7383" y="72"/>
                  <a:pt x="7109" y="239"/>
                </a:cubicBezTo>
                <a:cubicBezTo>
                  <a:pt x="6942" y="322"/>
                  <a:pt x="6776" y="465"/>
                  <a:pt x="6656" y="608"/>
                </a:cubicBezTo>
                <a:cubicBezTo>
                  <a:pt x="6113" y="1228"/>
                  <a:pt x="5505" y="1538"/>
                  <a:pt x="4896" y="1538"/>
                </a:cubicBezTo>
                <a:cubicBezTo>
                  <a:pt x="4290" y="1538"/>
                  <a:pt x="3685" y="1231"/>
                  <a:pt x="3144" y="620"/>
                </a:cubicBezTo>
                <a:cubicBezTo>
                  <a:pt x="3013" y="477"/>
                  <a:pt x="2858" y="346"/>
                  <a:pt x="2680" y="251"/>
                </a:cubicBezTo>
                <a:cubicBezTo>
                  <a:pt x="2418" y="108"/>
                  <a:pt x="2120" y="12"/>
                  <a:pt x="1787" y="12"/>
                </a:cubicBezTo>
                <a:cubicBezTo>
                  <a:pt x="1477" y="12"/>
                  <a:pt x="1180" y="84"/>
                  <a:pt x="894" y="251"/>
                </a:cubicBezTo>
                <a:cubicBezTo>
                  <a:pt x="632" y="405"/>
                  <a:pt x="406" y="620"/>
                  <a:pt x="239" y="905"/>
                </a:cubicBezTo>
                <a:cubicBezTo>
                  <a:pt x="96" y="1167"/>
                  <a:pt x="1" y="1465"/>
                  <a:pt x="1" y="1798"/>
                </a:cubicBezTo>
                <a:cubicBezTo>
                  <a:pt x="1" y="2108"/>
                  <a:pt x="84" y="2406"/>
                  <a:pt x="239" y="2691"/>
                </a:cubicBezTo>
                <a:cubicBezTo>
                  <a:pt x="394" y="2953"/>
                  <a:pt x="620" y="3179"/>
                  <a:pt x="894" y="3346"/>
                </a:cubicBezTo>
                <a:cubicBezTo>
                  <a:pt x="1168" y="3489"/>
                  <a:pt x="1465" y="3584"/>
                  <a:pt x="1787" y="3584"/>
                </a:cubicBezTo>
                <a:cubicBezTo>
                  <a:pt x="2108" y="3584"/>
                  <a:pt x="2406" y="3513"/>
                  <a:pt x="2680" y="3346"/>
                </a:cubicBezTo>
                <a:cubicBezTo>
                  <a:pt x="2846" y="3239"/>
                  <a:pt x="3013" y="3120"/>
                  <a:pt x="3144" y="2977"/>
                </a:cubicBezTo>
                <a:cubicBezTo>
                  <a:pt x="3687" y="2363"/>
                  <a:pt x="4304" y="2048"/>
                  <a:pt x="4914" y="2048"/>
                </a:cubicBezTo>
                <a:cubicBezTo>
                  <a:pt x="5120" y="2048"/>
                  <a:pt x="5324" y="2084"/>
                  <a:pt x="5525" y="2156"/>
                </a:cubicBezTo>
                <a:cubicBezTo>
                  <a:pt x="6192" y="2394"/>
                  <a:pt x="6597" y="3060"/>
                  <a:pt x="6466" y="3763"/>
                </a:cubicBezTo>
                <a:cubicBezTo>
                  <a:pt x="6299" y="4596"/>
                  <a:pt x="5644" y="5192"/>
                  <a:pt x="4561" y="5418"/>
                </a:cubicBezTo>
                <a:cubicBezTo>
                  <a:pt x="4370" y="5454"/>
                  <a:pt x="4192" y="5525"/>
                  <a:pt x="4001" y="5620"/>
                </a:cubicBezTo>
                <a:cubicBezTo>
                  <a:pt x="3739" y="5775"/>
                  <a:pt x="3513" y="5989"/>
                  <a:pt x="3358" y="6275"/>
                </a:cubicBezTo>
                <a:cubicBezTo>
                  <a:pt x="3204" y="6549"/>
                  <a:pt x="3108" y="6847"/>
                  <a:pt x="3108" y="7168"/>
                </a:cubicBezTo>
                <a:cubicBezTo>
                  <a:pt x="3108" y="7478"/>
                  <a:pt x="3192" y="7775"/>
                  <a:pt x="3358" y="8061"/>
                </a:cubicBezTo>
                <a:cubicBezTo>
                  <a:pt x="3501" y="8335"/>
                  <a:pt x="3728" y="8549"/>
                  <a:pt x="4001" y="8716"/>
                </a:cubicBezTo>
                <a:cubicBezTo>
                  <a:pt x="4275" y="8871"/>
                  <a:pt x="4573" y="8954"/>
                  <a:pt x="4894" y="8954"/>
                </a:cubicBezTo>
                <a:cubicBezTo>
                  <a:pt x="5216" y="8954"/>
                  <a:pt x="5513" y="8883"/>
                  <a:pt x="5787" y="8716"/>
                </a:cubicBezTo>
                <a:cubicBezTo>
                  <a:pt x="5954" y="8633"/>
                  <a:pt x="6121" y="8490"/>
                  <a:pt x="6240" y="8347"/>
                </a:cubicBezTo>
                <a:cubicBezTo>
                  <a:pt x="6783" y="7726"/>
                  <a:pt x="7392" y="7417"/>
                  <a:pt x="8000" y="7417"/>
                </a:cubicBezTo>
                <a:cubicBezTo>
                  <a:pt x="8606" y="7417"/>
                  <a:pt x="9212" y="7723"/>
                  <a:pt x="9752" y="8335"/>
                </a:cubicBezTo>
                <a:cubicBezTo>
                  <a:pt x="9883" y="8478"/>
                  <a:pt x="10038" y="8609"/>
                  <a:pt x="10216" y="8704"/>
                </a:cubicBezTo>
                <a:cubicBezTo>
                  <a:pt x="10478" y="8847"/>
                  <a:pt x="10776" y="8942"/>
                  <a:pt x="11109" y="8942"/>
                </a:cubicBezTo>
                <a:cubicBezTo>
                  <a:pt x="11419" y="8942"/>
                  <a:pt x="11717" y="8871"/>
                  <a:pt x="12002" y="8704"/>
                </a:cubicBezTo>
                <a:cubicBezTo>
                  <a:pt x="12264" y="8549"/>
                  <a:pt x="12491" y="8335"/>
                  <a:pt x="12657" y="8049"/>
                </a:cubicBezTo>
                <a:cubicBezTo>
                  <a:pt x="12800" y="7775"/>
                  <a:pt x="12895" y="7478"/>
                  <a:pt x="12895" y="7156"/>
                </a:cubicBezTo>
                <a:cubicBezTo>
                  <a:pt x="12895" y="6847"/>
                  <a:pt x="12824" y="6549"/>
                  <a:pt x="12657" y="6263"/>
                </a:cubicBezTo>
                <a:cubicBezTo>
                  <a:pt x="12502" y="5989"/>
                  <a:pt x="12288" y="5775"/>
                  <a:pt x="12002" y="5608"/>
                </a:cubicBezTo>
                <a:cubicBezTo>
                  <a:pt x="11729" y="5454"/>
                  <a:pt x="11431" y="5370"/>
                  <a:pt x="11109" y="5370"/>
                </a:cubicBezTo>
                <a:cubicBezTo>
                  <a:pt x="10800" y="5370"/>
                  <a:pt x="10502" y="5442"/>
                  <a:pt x="10216" y="5608"/>
                </a:cubicBezTo>
                <a:cubicBezTo>
                  <a:pt x="10050" y="5715"/>
                  <a:pt x="9883" y="5835"/>
                  <a:pt x="9752" y="5977"/>
                </a:cubicBezTo>
                <a:cubicBezTo>
                  <a:pt x="9209" y="6592"/>
                  <a:pt x="8592" y="6907"/>
                  <a:pt x="7982" y="6907"/>
                </a:cubicBezTo>
                <a:cubicBezTo>
                  <a:pt x="7777" y="6907"/>
                  <a:pt x="7572" y="6871"/>
                  <a:pt x="7371" y="6799"/>
                </a:cubicBezTo>
                <a:cubicBezTo>
                  <a:pt x="6704" y="6561"/>
                  <a:pt x="6299" y="5894"/>
                  <a:pt x="6430" y="5180"/>
                </a:cubicBezTo>
                <a:cubicBezTo>
                  <a:pt x="6597" y="4346"/>
                  <a:pt x="7240" y="3751"/>
                  <a:pt x="8323" y="3525"/>
                </a:cubicBezTo>
                <a:lnTo>
                  <a:pt x="8335" y="3525"/>
                </a:lnTo>
                <a:cubicBezTo>
                  <a:pt x="8538" y="3477"/>
                  <a:pt x="8716" y="3418"/>
                  <a:pt x="8895" y="3310"/>
                </a:cubicBezTo>
                <a:cubicBezTo>
                  <a:pt x="9157" y="3168"/>
                  <a:pt x="9383" y="2941"/>
                  <a:pt x="9550" y="2656"/>
                </a:cubicBezTo>
                <a:cubicBezTo>
                  <a:pt x="9693" y="2394"/>
                  <a:pt x="9788" y="2096"/>
                  <a:pt x="9788" y="1763"/>
                </a:cubicBezTo>
                <a:cubicBezTo>
                  <a:pt x="9788" y="1453"/>
                  <a:pt x="9704" y="1155"/>
                  <a:pt x="9550" y="870"/>
                </a:cubicBezTo>
                <a:cubicBezTo>
                  <a:pt x="9395" y="608"/>
                  <a:pt x="9169" y="382"/>
                  <a:pt x="8895" y="215"/>
                </a:cubicBezTo>
                <a:cubicBezTo>
                  <a:pt x="8633" y="84"/>
                  <a:pt x="8323" y="1"/>
                  <a:pt x="800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54"/>
          <p:cNvSpPr txBox="1"/>
          <p:nvPr>
            <p:ph idx="12" type="sldNum"/>
          </p:nvPr>
        </p:nvSpPr>
        <p:spPr>
          <a:xfrm>
            <a:off x="360650" y="4880150"/>
            <a:ext cx="3667800" cy="2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Neo4j Inc. All rights reserved 2023	</a:t>
            </a:r>
            <a:endParaRPr/>
          </a:p>
        </p:txBody>
      </p:sp>
      <p:sp>
        <p:nvSpPr>
          <p:cNvPr id="430" name="Google Shape;430;p54"/>
          <p:cNvSpPr txBox="1"/>
          <p:nvPr>
            <p:ph idx="2" type="sldNum"/>
          </p:nvPr>
        </p:nvSpPr>
        <p:spPr>
          <a:xfrm>
            <a:off x="0" y="4880150"/>
            <a:ext cx="265200" cy="2697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431" name="Google Shape;431;p54"/>
          <p:cNvSpPr txBox="1"/>
          <p:nvPr>
            <p:ph type="title"/>
          </p:nvPr>
        </p:nvSpPr>
        <p:spPr>
          <a:xfrm>
            <a:off x="365750" y="274325"/>
            <a:ext cx="8412600" cy="548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Create order</a:t>
            </a:r>
            <a:endParaRPr/>
          </a:p>
        </p:txBody>
      </p:sp>
      <p:sp>
        <p:nvSpPr>
          <p:cNvPr id="432" name="Google Shape;432;p54"/>
          <p:cNvSpPr txBox="1"/>
          <p:nvPr/>
        </p:nvSpPr>
        <p:spPr>
          <a:xfrm>
            <a:off x="631188" y="1616352"/>
            <a:ext cx="1900500" cy="9852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None/>
            </a:pPr>
            <a:r>
              <a:rPr lang="en" sz="1600">
                <a:solidFill>
                  <a:schemeClr val="accent6"/>
                </a:solidFill>
                <a:latin typeface="Public Sans SemiBold"/>
                <a:ea typeface="Public Sans SemiBold"/>
                <a:cs typeface="Public Sans SemiBold"/>
                <a:sym typeface="Public Sans SemiBold"/>
              </a:rPr>
              <a:t>Let’s start</a:t>
            </a:r>
            <a:br>
              <a:rPr lang="en" sz="1200">
                <a:solidFill>
                  <a:schemeClr val="accent6"/>
                </a:solidFill>
                <a:latin typeface="Public Sans"/>
                <a:ea typeface="Public Sans"/>
                <a:cs typeface="Public Sans"/>
                <a:sym typeface="Public Sans"/>
              </a:rPr>
            </a:br>
            <a:r>
              <a:rPr lang="en" sz="1200">
                <a:solidFill>
                  <a:srgbClr val="FFFFFF"/>
                </a:solidFill>
                <a:latin typeface="Public Sans Light"/>
                <a:ea typeface="Public Sans Light"/>
                <a:cs typeface="Public Sans Light"/>
                <a:sym typeface="Public Sans Light"/>
              </a:rPr>
              <a:t>In the western world we read from left to right and from top to bottom. </a:t>
            </a:r>
            <a:r>
              <a:rPr lang="en" sz="1200">
                <a:solidFill>
                  <a:srgbClr val="FFFFFF"/>
                </a:solidFill>
                <a:latin typeface="Public Sans SemiBold"/>
                <a:ea typeface="Public Sans SemiBold"/>
                <a:cs typeface="Public Sans SemiBold"/>
                <a:sym typeface="Public Sans SemiBold"/>
              </a:rPr>
              <a:t>Let’s exploit this convention.</a:t>
            </a:r>
            <a:endParaRPr sz="1200">
              <a:solidFill>
                <a:srgbClr val="FFFFFF"/>
              </a:solidFill>
              <a:latin typeface="Public Sans SemiBold"/>
              <a:ea typeface="Public Sans SemiBold"/>
              <a:cs typeface="Public Sans SemiBold"/>
              <a:sym typeface="Public Sans SemiBold"/>
            </a:endParaRPr>
          </a:p>
        </p:txBody>
      </p:sp>
      <p:sp>
        <p:nvSpPr>
          <p:cNvPr id="433" name="Google Shape;433;p54"/>
          <p:cNvSpPr txBox="1"/>
          <p:nvPr/>
        </p:nvSpPr>
        <p:spPr>
          <a:xfrm>
            <a:off x="2760296" y="1544950"/>
            <a:ext cx="1035000" cy="492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 sz="4800">
                <a:solidFill>
                  <a:schemeClr val="accent6"/>
                </a:solidFill>
                <a:latin typeface="Public Sans Thin"/>
                <a:ea typeface="Public Sans Thin"/>
                <a:cs typeface="Public Sans Thin"/>
                <a:sym typeface="Public Sans Thin"/>
              </a:rPr>
              <a:t>1</a:t>
            </a:r>
            <a:endParaRPr sz="4800">
              <a:solidFill>
                <a:schemeClr val="accent6"/>
              </a:solidFill>
              <a:latin typeface="Public Sans Thin"/>
              <a:ea typeface="Public Sans Thin"/>
              <a:cs typeface="Public Sans Thin"/>
              <a:sym typeface="Public Sans Thin"/>
            </a:endParaRPr>
          </a:p>
        </p:txBody>
      </p:sp>
      <p:sp>
        <p:nvSpPr>
          <p:cNvPr id="434" name="Google Shape;434;p54"/>
          <p:cNvSpPr txBox="1"/>
          <p:nvPr/>
        </p:nvSpPr>
        <p:spPr>
          <a:xfrm>
            <a:off x="3641696" y="3084375"/>
            <a:ext cx="1035000" cy="492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 sz="4800">
                <a:solidFill>
                  <a:schemeClr val="accent6"/>
                </a:solidFill>
                <a:latin typeface="Public Sans Thin"/>
                <a:ea typeface="Public Sans Thin"/>
                <a:cs typeface="Public Sans Thin"/>
                <a:sym typeface="Public Sans Thin"/>
              </a:rPr>
              <a:t>3</a:t>
            </a:r>
            <a:endParaRPr sz="4800">
              <a:solidFill>
                <a:schemeClr val="accent6"/>
              </a:solidFill>
              <a:latin typeface="Public Sans Thin"/>
              <a:ea typeface="Public Sans Thin"/>
              <a:cs typeface="Public Sans Thin"/>
              <a:sym typeface="Public Sans Thin"/>
            </a:endParaRPr>
          </a:p>
        </p:txBody>
      </p:sp>
      <p:sp>
        <p:nvSpPr>
          <p:cNvPr id="435" name="Google Shape;435;p54"/>
          <p:cNvSpPr txBox="1"/>
          <p:nvPr/>
        </p:nvSpPr>
        <p:spPr>
          <a:xfrm>
            <a:off x="4547246" y="1538900"/>
            <a:ext cx="1035000" cy="492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 sz="4800">
                <a:solidFill>
                  <a:schemeClr val="accent6"/>
                </a:solidFill>
                <a:latin typeface="Public Sans Thin"/>
                <a:ea typeface="Public Sans Thin"/>
                <a:cs typeface="Public Sans Thin"/>
                <a:sym typeface="Public Sans Thin"/>
              </a:rPr>
              <a:t>2</a:t>
            </a:r>
            <a:endParaRPr sz="4800">
              <a:solidFill>
                <a:schemeClr val="accent6"/>
              </a:solidFill>
              <a:latin typeface="Public Sans Thin"/>
              <a:ea typeface="Public Sans Thin"/>
              <a:cs typeface="Public Sans Thin"/>
              <a:sym typeface="Public Sans Thin"/>
            </a:endParaRPr>
          </a:p>
        </p:txBody>
      </p:sp>
      <p:sp>
        <p:nvSpPr>
          <p:cNvPr id="436" name="Google Shape;436;p54"/>
          <p:cNvSpPr txBox="1"/>
          <p:nvPr/>
        </p:nvSpPr>
        <p:spPr>
          <a:xfrm>
            <a:off x="5434696" y="3096450"/>
            <a:ext cx="1035000" cy="4926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 sz="4800">
                <a:solidFill>
                  <a:schemeClr val="accent6"/>
                </a:solidFill>
                <a:latin typeface="Public Sans Thin"/>
                <a:ea typeface="Public Sans Thin"/>
                <a:cs typeface="Public Sans Thin"/>
                <a:sym typeface="Public Sans Thin"/>
              </a:rPr>
              <a:t>4</a:t>
            </a:r>
            <a:endParaRPr sz="4800">
              <a:solidFill>
                <a:schemeClr val="accent6"/>
              </a:solidFill>
              <a:latin typeface="Public Sans Thin"/>
              <a:ea typeface="Public Sans Thin"/>
              <a:cs typeface="Public Sans Thin"/>
              <a:sym typeface="Public Sans Thin"/>
            </a:endParaRPr>
          </a:p>
        </p:txBody>
      </p:sp>
      <p:sp>
        <p:nvSpPr>
          <p:cNvPr id="437" name="Google Shape;437;p54"/>
          <p:cNvSpPr txBox="1"/>
          <p:nvPr/>
        </p:nvSpPr>
        <p:spPr>
          <a:xfrm>
            <a:off x="1088813" y="3161827"/>
            <a:ext cx="2324100" cy="9852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 sz="1600">
                <a:solidFill>
                  <a:schemeClr val="accent6"/>
                </a:solidFill>
                <a:latin typeface="Public Sans SemiBold"/>
                <a:ea typeface="Public Sans SemiBold"/>
                <a:cs typeface="Public Sans SemiBold"/>
                <a:sym typeface="Public Sans SemiBold"/>
              </a:rPr>
              <a:t>Let’s go on</a:t>
            </a:r>
            <a:br>
              <a:rPr lang="en" sz="1200">
                <a:solidFill>
                  <a:schemeClr val="accent6"/>
                </a:solidFill>
                <a:latin typeface="Public Sans"/>
                <a:ea typeface="Public Sans"/>
                <a:cs typeface="Public Sans"/>
                <a:sym typeface="Public Sans"/>
              </a:rPr>
            </a:br>
            <a:r>
              <a:rPr lang="en" sz="1200">
                <a:solidFill>
                  <a:srgbClr val="FFFFFF"/>
                </a:solidFill>
                <a:latin typeface="Public Sans Light"/>
                <a:ea typeface="Public Sans Light"/>
                <a:cs typeface="Public Sans Light"/>
                <a:sym typeface="Public Sans Light"/>
              </a:rPr>
              <a:t>People will instantly know where to look at in order to keep the story going. </a:t>
            </a:r>
            <a:r>
              <a:rPr lang="en" sz="1200">
                <a:solidFill>
                  <a:srgbClr val="FFFFFF"/>
                </a:solidFill>
                <a:latin typeface="Public Sans SemiBold"/>
                <a:ea typeface="Public Sans SemiBold"/>
                <a:cs typeface="Public Sans SemiBold"/>
                <a:sym typeface="Public Sans SemiBold"/>
              </a:rPr>
              <a:t>Because this is what humans always want.</a:t>
            </a:r>
            <a:endParaRPr sz="1200">
              <a:solidFill>
                <a:srgbClr val="FFFFFF"/>
              </a:solidFill>
              <a:latin typeface="Public Sans SemiBold"/>
              <a:ea typeface="Public Sans SemiBold"/>
              <a:cs typeface="Public Sans SemiBold"/>
              <a:sym typeface="Public Sans SemiBold"/>
            </a:endParaRPr>
          </a:p>
        </p:txBody>
      </p:sp>
      <p:sp>
        <p:nvSpPr>
          <p:cNvPr id="438" name="Google Shape;438;p54"/>
          <p:cNvSpPr txBox="1"/>
          <p:nvPr/>
        </p:nvSpPr>
        <p:spPr>
          <a:xfrm>
            <a:off x="5810838" y="1616352"/>
            <a:ext cx="2225100" cy="800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600">
                <a:solidFill>
                  <a:schemeClr val="accent6"/>
                </a:solidFill>
                <a:latin typeface="Public Sans SemiBold"/>
                <a:ea typeface="Public Sans SemiBold"/>
                <a:cs typeface="Public Sans SemiBold"/>
                <a:sym typeface="Public Sans SemiBold"/>
              </a:rPr>
              <a:t>Jumping means fun</a:t>
            </a:r>
            <a:br>
              <a:rPr lang="en" sz="1200">
                <a:solidFill>
                  <a:schemeClr val="accent6"/>
                </a:solidFill>
                <a:latin typeface="Public Sans"/>
                <a:ea typeface="Public Sans"/>
                <a:cs typeface="Public Sans"/>
                <a:sym typeface="Public Sans"/>
              </a:rPr>
            </a:br>
            <a:r>
              <a:rPr lang="en" sz="1200">
                <a:solidFill>
                  <a:srgbClr val="FFFFFF"/>
                </a:solidFill>
                <a:latin typeface="Public Sans Light"/>
                <a:ea typeface="Public Sans Light"/>
                <a:cs typeface="Public Sans Light"/>
                <a:sym typeface="Public Sans Light"/>
              </a:rPr>
              <a:t>Indeed, if there is too much eye-jumping people get tired. </a:t>
            </a:r>
            <a:r>
              <a:rPr lang="en" sz="1200">
                <a:solidFill>
                  <a:srgbClr val="FFFFFF"/>
                </a:solidFill>
                <a:latin typeface="Public Sans SemiBold"/>
                <a:ea typeface="Public Sans SemiBold"/>
                <a:cs typeface="Public Sans SemiBold"/>
                <a:sym typeface="Public Sans SemiBold"/>
              </a:rPr>
              <a:t>We we won’t let ‘em down</a:t>
            </a:r>
            <a:endParaRPr sz="1200">
              <a:solidFill>
                <a:srgbClr val="FFFFFF"/>
              </a:solidFill>
              <a:latin typeface="Public Sans SemiBold"/>
              <a:ea typeface="Public Sans SemiBold"/>
              <a:cs typeface="Public Sans SemiBold"/>
              <a:sym typeface="Public Sans SemiBold"/>
            </a:endParaRPr>
          </a:p>
        </p:txBody>
      </p:sp>
      <p:sp>
        <p:nvSpPr>
          <p:cNvPr id="439" name="Google Shape;439;p54"/>
          <p:cNvSpPr txBox="1"/>
          <p:nvPr/>
        </p:nvSpPr>
        <p:spPr>
          <a:xfrm>
            <a:off x="6693713" y="3173902"/>
            <a:ext cx="1819200" cy="800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600">
                <a:solidFill>
                  <a:schemeClr val="accent6"/>
                </a:solidFill>
                <a:latin typeface="Public Sans SemiBold"/>
                <a:ea typeface="Public Sans SemiBold"/>
                <a:cs typeface="Public Sans SemiBold"/>
                <a:sym typeface="Public Sans SemiBold"/>
              </a:rPr>
              <a:t>Arrived</a:t>
            </a:r>
            <a:br>
              <a:rPr lang="en" sz="1200">
                <a:solidFill>
                  <a:schemeClr val="accent6"/>
                </a:solidFill>
                <a:latin typeface="Public Sans"/>
                <a:ea typeface="Public Sans"/>
                <a:cs typeface="Public Sans"/>
                <a:sym typeface="Public Sans"/>
              </a:rPr>
            </a:br>
            <a:r>
              <a:rPr lang="en" sz="1200">
                <a:solidFill>
                  <a:srgbClr val="FFFFFF"/>
                </a:solidFill>
                <a:latin typeface="Public Sans Light"/>
                <a:ea typeface="Public Sans Light"/>
                <a:cs typeface="Public Sans Light"/>
                <a:sym typeface="Public Sans Light"/>
              </a:rPr>
              <a:t>That was a ride! Give them what they need at the end: </a:t>
            </a:r>
            <a:r>
              <a:rPr lang="en" sz="1200">
                <a:solidFill>
                  <a:srgbClr val="FFFFFF"/>
                </a:solidFill>
                <a:latin typeface="Public Sans SemiBold"/>
                <a:ea typeface="Public Sans SemiBold"/>
                <a:cs typeface="Public Sans SemiBold"/>
                <a:sym typeface="Public Sans SemiBold"/>
              </a:rPr>
              <a:t>A short text!</a:t>
            </a:r>
            <a:endParaRPr sz="1200">
              <a:solidFill>
                <a:srgbClr val="FFFFFF"/>
              </a:solidFill>
              <a:latin typeface="Public Sans SemiBold"/>
              <a:ea typeface="Public Sans SemiBold"/>
              <a:cs typeface="Public Sans SemiBold"/>
              <a:sym typeface="Public Sans SemiBo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443" name="Shape 443"/>
        <p:cNvGrpSpPr/>
        <p:nvPr/>
      </p:nvGrpSpPr>
      <p:grpSpPr>
        <a:xfrm>
          <a:off x="0" y="0"/>
          <a:ext cx="0" cy="0"/>
          <a:chOff x="0" y="0"/>
          <a:chExt cx="0" cy="0"/>
        </a:xfrm>
      </p:grpSpPr>
      <p:sp>
        <p:nvSpPr>
          <p:cNvPr id="444" name="Google Shape;444;p55"/>
          <p:cNvSpPr/>
          <p:nvPr/>
        </p:nvSpPr>
        <p:spPr>
          <a:xfrm>
            <a:off x="2261926" y="1446545"/>
            <a:ext cx="4620146" cy="2591993"/>
          </a:xfrm>
          <a:custGeom>
            <a:rect b="b" l="l" r="r" t="t"/>
            <a:pathLst>
              <a:path extrusionOk="0" h="8978" w="16003">
                <a:moveTo>
                  <a:pt x="8001" y="1"/>
                </a:moveTo>
                <a:cubicBezTo>
                  <a:pt x="7680" y="1"/>
                  <a:pt x="7382" y="84"/>
                  <a:pt x="7108" y="239"/>
                </a:cubicBezTo>
                <a:cubicBezTo>
                  <a:pt x="6942" y="334"/>
                  <a:pt x="6775" y="465"/>
                  <a:pt x="6656" y="620"/>
                </a:cubicBezTo>
                <a:cubicBezTo>
                  <a:pt x="6113" y="1234"/>
                  <a:pt x="5504" y="1541"/>
                  <a:pt x="4895" y="1541"/>
                </a:cubicBezTo>
                <a:cubicBezTo>
                  <a:pt x="4289" y="1541"/>
                  <a:pt x="3684" y="1237"/>
                  <a:pt x="3143" y="632"/>
                </a:cubicBezTo>
                <a:cubicBezTo>
                  <a:pt x="3012" y="477"/>
                  <a:pt x="2858" y="346"/>
                  <a:pt x="2679" y="263"/>
                </a:cubicBezTo>
                <a:cubicBezTo>
                  <a:pt x="2417" y="108"/>
                  <a:pt x="2120" y="24"/>
                  <a:pt x="1786" y="24"/>
                </a:cubicBezTo>
                <a:cubicBezTo>
                  <a:pt x="1477" y="24"/>
                  <a:pt x="1179" y="96"/>
                  <a:pt x="893" y="263"/>
                </a:cubicBezTo>
                <a:cubicBezTo>
                  <a:pt x="631" y="405"/>
                  <a:pt x="405" y="632"/>
                  <a:pt x="238" y="917"/>
                </a:cubicBezTo>
                <a:cubicBezTo>
                  <a:pt x="95" y="1179"/>
                  <a:pt x="0" y="1477"/>
                  <a:pt x="0" y="1810"/>
                </a:cubicBezTo>
                <a:cubicBezTo>
                  <a:pt x="0" y="2120"/>
                  <a:pt x="84" y="2418"/>
                  <a:pt x="238" y="2703"/>
                </a:cubicBezTo>
                <a:cubicBezTo>
                  <a:pt x="393" y="2965"/>
                  <a:pt x="619" y="3191"/>
                  <a:pt x="893" y="3358"/>
                </a:cubicBezTo>
                <a:cubicBezTo>
                  <a:pt x="1167" y="3501"/>
                  <a:pt x="1465" y="3596"/>
                  <a:pt x="1786" y="3596"/>
                </a:cubicBezTo>
                <a:cubicBezTo>
                  <a:pt x="2108" y="3596"/>
                  <a:pt x="2405" y="3513"/>
                  <a:pt x="2679" y="3358"/>
                </a:cubicBezTo>
                <a:cubicBezTo>
                  <a:pt x="2846" y="3251"/>
                  <a:pt x="3012" y="3132"/>
                  <a:pt x="3143" y="2977"/>
                </a:cubicBezTo>
                <a:cubicBezTo>
                  <a:pt x="3686" y="2372"/>
                  <a:pt x="4302" y="2060"/>
                  <a:pt x="4912" y="2060"/>
                </a:cubicBezTo>
                <a:cubicBezTo>
                  <a:pt x="5118" y="2060"/>
                  <a:pt x="5323" y="2095"/>
                  <a:pt x="5525" y="2168"/>
                </a:cubicBezTo>
                <a:cubicBezTo>
                  <a:pt x="6191" y="2406"/>
                  <a:pt x="6596" y="3072"/>
                  <a:pt x="6465" y="3787"/>
                </a:cubicBezTo>
                <a:cubicBezTo>
                  <a:pt x="6299" y="4620"/>
                  <a:pt x="5644" y="5216"/>
                  <a:pt x="4572" y="5442"/>
                </a:cubicBezTo>
                <a:cubicBezTo>
                  <a:pt x="4382" y="5466"/>
                  <a:pt x="4191" y="5537"/>
                  <a:pt x="4013" y="5644"/>
                </a:cubicBezTo>
                <a:cubicBezTo>
                  <a:pt x="3739" y="5799"/>
                  <a:pt x="3513" y="6013"/>
                  <a:pt x="3358" y="6299"/>
                </a:cubicBezTo>
                <a:cubicBezTo>
                  <a:pt x="3203" y="6561"/>
                  <a:pt x="3120" y="6859"/>
                  <a:pt x="3120" y="7192"/>
                </a:cubicBezTo>
                <a:cubicBezTo>
                  <a:pt x="3120" y="7502"/>
                  <a:pt x="3191" y="7799"/>
                  <a:pt x="3358" y="8085"/>
                </a:cubicBezTo>
                <a:cubicBezTo>
                  <a:pt x="3501" y="8347"/>
                  <a:pt x="3727" y="8573"/>
                  <a:pt x="4013" y="8740"/>
                </a:cubicBezTo>
                <a:cubicBezTo>
                  <a:pt x="4275" y="8883"/>
                  <a:pt x="4572" y="8978"/>
                  <a:pt x="4906" y="8978"/>
                </a:cubicBezTo>
                <a:cubicBezTo>
                  <a:pt x="5215" y="8978"/>
                  <a:pt x="5513" y="8906"/>
                  <a:pt x="5799" y="8740"/>
                </a:cubicBezTo>
                <a:cubicBezTo>
                  <a:pt x="6060" y="8585"/>
                  <a:pt x="6287" y="8371"/>
                  <a:pt x="6453" y="8085"/>
                </a:cubicBezTo>
                <a:cubicBezTo>
                  <a:pt x="6596" y="7823"/>
                  <a:pt x="6692" y="7525"/>
                  <a:pt x="6692" y="7192"/>
                </a:cubicBezTo>
                <a:cubicBezTo>
                  <a:pt x="6692" y="7001"/>
                  <a:pt x="6656" y="6799"/>
                  <a:pt x="6596" y="6609"/>
                </a:cubicBezTo>
                <a:cubicBezTo>
                  <a:pt x="6239" y="5573"/>
                  <a:pt x="6430" y="4692"/>
                  <a:pt x="7084" y="4144"/>
                </a:cubicBezTo>
                <a:cubicBezTo>
                  <a:pt x="7352" y="3912"/>
                  <a:pt x="7686" y="3796"/>
                  <a:pt x="8019" y="3796"/>
                </a:cubicBezTo>
                <a:cubicBezTo>
                  <a:pt x="8352" y="3796"/>
                  <a:pt x="8686" y="3912"/>
                  <a:pt x="8954" y="4144"/>
                </a:cubicBezTo>
                <a:cubicBezTo>
                  <a:pt x="9585" y="4692"/>
                  <a:pt x="9787" y="5549"/>
                  <a:pt x="9430" y="6597"/>
                </a:cubicBezTo>
                <a:cubicBezTo>
                  <a:pt x="9370" y="6775"/>
                  <a:pt x="9323" y="6990"/>
                  <a:pt x="9323" y="7192"/>
                </a:cubicBezTo>
                <a:cubicBezTo>
                  <a:pt x="9323" y="7502"/>
                  <a:pt x="9394" y="7799"/>
                  <a:pt x="9561" y="8085"/>
                </a:cubicBezTo>
                <a:cubicBezTo>
                  <a:pt x="9704" y="8347"/>
                  <a:pt x="9930" y="8573"/>
                  <a:pt x="10216" y="8740"/>
                </a:cubicBezTo>
                <a:cubicBezTo>
                  <a:pt x="10478" y="8883"/>
                  <a:pt x="10775" y="8978"/>
                  <a:pt x="11109" y="8978"/>
                </a:cubicBezTo>
                <a:cubicBezTo>
                  <a:pt x="11418" y="8978"/>
                  <a:pt x="11716" y="8906"/>
                  <a:pt x="12002" y="8740"/>
                </a:cubicBezTo>
                <a:cubicBezTo>
                  <a:pt x="12264" y="8585"/>
                  <a:pt x="12490" y="8371"/>
                  <a:pt x="12657" y="8085"/>
                </a:cubicBezTo>
                <a:cubicBezTo>
                  <a:pt x="12799" y="7823"/>
                  <a:pt x="12895" y="7525"/>
                  <a:pt x="12895" y="7192"/>
                </a:cubicBezTo>
                <a:cubicBezTo>
                  <a:pt x="12895" y="6882"/>
                  <a:pt x="12823" y="6585"/>
                  <a:pt x="12657" y="6299"/>
                </a:cubicBezTo>
                <a:cubicBezTo>
                  <a:pt x="12502" y="6037"/>
                  <a:pt x="12287" y="5811"/>
                  <a:pt x="12002" y="5644"/>
                </a:cubicBezTo>
                <a:cubicBezTo>
                  <a:pt x="11835" y="5537"/>
                  <a:pt x="11645" y="5477"/>
                  <a:pt x="11454" y="5442"/>
                </a:cubicBezTo>
                <a:cubicBezTo>
                  <a:pt x="10359" y="5216"/>
                  <a:pt x="9704" y="4620"/>
                  <a:pt x="9549" y="3763"/>
                </a:cubicBezTo>
                <a:cubicBezTo>
                  <a:pt x="9430" y="3072"/>
                  <a:pt x="9811" y="2394"/>
                  <a:pt x="10478" y="2168"/>
                </a:cubicBezTo>
                <a:cubicBezTo>
                  <a:pt x="10688" y="2093"/>
                  <a:pt x="10901" y="2056"/>
                  <a:pt x="11112" y="2056"/>
                </a:cubicBezTo>
                <a:cubicBezTo>
                  <a:pt x="11714" y="2056"/>
                  <a:pt x="12310" y="2357"/>
                  <a:pt x="12847" y="2965"/>
                </a:cubicBezTo>
                <a:cubicBezTo>
                  <a:pt x="12978" y="3120"/>
                  <a:pt x="13133" y="3251"/>
                  <a:pt x="13311" y="3358"/>
                </a:cubicBezTo>
                <a:cubicBezTo>
                  <a:pt x="13573" y="3501"/>
                  <a:pt x="13871" y="3596"/>
                  <a:pt x="14204" y="3596"/>
                </a:cubicBezTo>
                <a:cubicBezTo>
                  <a:pt x="14514" y="3596"/>
                  <a:pt x="14812" y="3513"/>
                  <a:pt x="15097" y="3358"/>
                </a:cubicBezTo>
                <a:cubicBezTo>
                  <a:pt x="15359" y="3203"/>
                  <a:pt x="15585" y="2977"/>
                  <a:pt x="15752" y="2703"/>
                </a:cubicBezTo>
                <a:cubicBezTo>
                  <a:pt x="15895" y="2429"/>
                  <a:pt x="15990" y="2132"/>
                  <a:pt x="15990" y="1810"/>
                </a:cubicBezTo>
                <a:cubicBezTo>
                  <a:pt x="16002" y="1489"/>
                  <a:pt x="15931" y="1179"/>
                  <a:pt x="15764" y="894"/>
                </a:cubicBezTo>
                <a:cubicBezTo>
                  <a:pt x="15621" y="632"/>
                  <a:pt x="15395" y="405"/>
                  <a:pt x="15109" y="239"/>
                </a:cubicBezTo>
                <a:cubicBezTo>
                  <a:pt x="14847" y="96"/>
                  <a:pt x="14550" y="1"/>
                  <a:pt x="14216" y="1"/>
                </a:cubicBezTo>
                <a:cubicBezTo>
                  <a:pt x="13907" y="1"/>
                  <a:pt x="13609" y="84"/>
                  <a:pt x="13323" y="239"/>
                </a:cubicBezTo>
                <a:cubicBezTo>
                  <a:pt x="13157" y="346"/>
                  <a:pt x="13002" y="465"/>
                  <a:pt x="12859" y="620"/>
                </a:cubicBezTo>
                <a:cubicBezTo>
                  <a:pt x="12317" y="1233"/>
                  <a:pt x="11713" y="1539"/>
                  <a:pt x="11107" y="1539"/>
                </a:cubicBezTo>
                <a:cubicBezTo>
                  <a:pt x="10502" y="1539"/>
                  <a:pt x="9894" y="1233"/>
                  <a:pt x="9347" y="620"/>
                </a:cubicBezTo>
                <a:cubicBezTo>
                  <a:pt x="9216" y="465"/>
                  <a:pt x="9073" y="334"/>
                  <a:pt x="8894" y="239"/>
                </a:cubicBezTo>
                <a:cubicBezTo>
                  <a:pt x="8620" y="96"/>
                  <a:pt x="8323" y="1"/>
                  <a:pt x="800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55"/>
          <p:cNvSpPr txBox="1"/>
          <p:nvPr>
            <p:ph idx="12" type="sldNum"/>
          </p:nvPr>
        </p:nvSpPr>
        <p:spPr>
          <a:xfrm>
            <a:off x="360650" y="4880150"/>
            <a:ext cx="3667800" cy="2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chemeClr val="dk1"/>
                </a:solidFill>
              </a:rPr>
              <a:t>Neo4j Inc. All rights reserved 2023	</a:t>
            </a:r>
            <a:endParaRPr>
              <a:solidFill>
                <a:schemeClr val="dk1"/>
              </a:solidFill>
            </a:endParaRPr>
          </a:p>
        </p:txBody>
      </p:sp>
      <p:sp>
        <p:nvSpPr>
          <p:cNvPr id="446" name="Google Shape;446;p55"/>
          <p:cNvSpPr txBox="1"/>
          <p:nvPr>
            <p:ph idx="2" type="sldNum"/>
          </p:nvPr>
        </p:nvSpPr>
        <p:spPr>
          <a:xfrm>
            <a:off x="0" y="4880150"/>
            <a:ext cx="265200" cy="2697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p:txBody>
      </p:sp>
      <p:sp>
        <p:nvSpPr>
          <p:cNvPr id="447" name="Google Shape;447;p55"/>
          <p:cNvSpPr txBox="1"/>
          <p:nvPr>
            <p:ph type="title"/>
          </p:nvPr>
        </p:nvSpPr>
        <p:spPr>
          <a:xfrm>
            <a:off x="365750" y="274325"/>
            <a:ext cx="8412600" cy="548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chemeClr val="dk1"/>
                </a:solidFill>
              </a:rPr>
              <a:t>Provide hierarchy</a:t>
            </a:r>
            <a:endParaRPr>
              <a:solidFill>
                <a:schemeClr val="dk1"/>
              </a:solidFill>
            </a:endParaRPr>
          </a:p>
        </p:txBody>
      </p:sp>
      <p:sp>
        <p:nvSpPr>
          <p:cNvPr id="448" name="Google Shape;448;p55"/>
          <p:cNvSpPr txBox="1"/>
          <p:nvPr/>
        </p:nvSpPr>
        <p:spPr>
          <a:xfrm>
            <a:off x="365625" y="1559250"/>
            <a:ext cx="1743900" cy="8004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None/>
            </a:pPr>
            <a:r>
              <a:rPr lang="en" sz="1600">
                <a:solidFill>
                  <a:schemeClr val="dk1"/>
                </a:solidFill>
                <a:latin typeface="Public Sans SemiBold"/>
                <a:ea typeface="Public Sans SemiBold"/>
                <a:cs typeface="Public Sans SemiBold"/>
                <a:sym typeface="Public Sans SemiBold"/>
              </a:rPr>
              <a:t>What a case!</a:t>
            </a:r>
            <a:br>
              <a:rPr lang="en" sz="1200">
                <a:solidFill>
                  <a:schemeClr val="dk1"/>
                </a:solidFill>
                <a:latin typeface="Public Sans"/>
                <a:ea typeface="Public Sans"/>
                <a:cs typeface="Public Sans"/>
                <a:sym typeface="Public Sans"/>
              </a:rPr>
            </a:br>
            <a:r>
              <a:rPr lang="en" sz="1200">
                <a:solidFill>
                  <a:schemeClr val="dk1"/>
                </a:solidFill>
                <a:latin typeface="Public Sans Light"/>
                <a:ea typeface="Public Sans Light"/>
                <a:cs typeface="Public Sans Light"/>
                <a:sym typeface="Public Sans Light"/>
              </a:rPr>
              <a:t>Much can be said about this. Less isn’t more, but more is definitely less.</a:t>
            </a:r>
            <a:endParaRPr sz="1200">
              <a:solidFill>
                <a:schemeClr val="dk1"/>
              </a:solidFill>
              <a:latin typeface="Public Sans SemiBold"/>
              <a:ea typeface="Public Sans SemiBold"/>
              <a:cs typeface="Public Sans SemiBold"/>
              <a:sym typeface="Public Sans SemiBold"/>
            </a:endParaRPr>
          </a:p>
        </p:txBody>
      </p:sp>
      <p:sp>
        <p:nvSpPr>
          <p:cNvPr id="449" name="Google Shape;449;p55"/>
          <p:cNvSpPr txBox="1"/>
          <p:nvPr/>
        </p:nvSpPr>
        <p:spPr>
          <a:xfrm>
            <a:off x="692138" y="3152022"/>
            <a:ext cx="2324100" cy="8004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 sz="1600">
                <a:solidFill>
                  <a:schemeClr val="dk1"/>
                </a:solidFill>
                <a:latin typeface="Public Sans SemiBold"/>
                <a:ea typeface="Public Sans SemiBold"/>
                <a:cs typeface="Public Sans SemiBold"/>
                <a:sym typeface="Public Sans SemiBold"/>
              </a:rPr>
              <a:t>What a case!</a:t>
            </a:r>
            <a:br>
              <a:rPr lang="en" sz="1200">
                <a:solidFill>
                  <a:schemeClr val="dk1"/>
                </a:solidFill>
                <a:latin typeface="Public Sans"/>
                <a:ea typeface="Public Sans"/>
                <a:cs typeface="Public Sans"/>
                <a:sym typeface="Public Sans"/>
              </a:rPr>
            </a:br>
            <a:r>
              <a:rPr lang="en" sz="1200">
                <a:solidFill>
                  <a:schemeClr val="dk1"/>
                </a:solidFill>
                <a:latin typeface="Public Sans Light"/>
                <a:ea typeface="Public Sans Light"/>
                <a:cs typeface="Public Sans Light"/>
                <a:sym typeface="Public Sans Light"/>
              </a:rPr>
              <a:t>Much can be said about this. Less isn’t more, but more is definitely less.</a:t>
            </a:r>
            <a:endParaRPr sz="1600">
              <a:solidFill>
                <a:schemeClr val="dk1"/>
              </a:solidFill>
              <a:latin typeface="Public Sans SemiBold"/>
              <a:ea typeface="Public Sans SemiBold"/>
              <a:cs typeface="Public Sans SemiBold"/>
              <a:sym typeface="Public Sans SemiBold"/>
            </a:endParaRPr>
          </a:p>
        </p:txBody>
      </p:sp>
      <p:sp>
        <p:nvSpPr>
          <p:cNvPr id="450" name="Google Shape;450;p55"/>
          <p:cNvSpPr txBox="1"/>
          <p:nvPr/>
        </p:nvSpPr>
        <p:spPr>
          <a:xfrm>
            <a:off x="7034475" y="1559250"/>
            <a:ext cx="1743900" cy="800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600">
                <a:solidFill>
                  <a:schemeClr val="dk1"/>
                </a:solidFill>
                <a:latin typeface="Public Sans SemiBold"/>
                <a:ea typeface="Public Sans SemiBold"/>
                <a:cs typeface="Public Sans SemiBold"/>
                <a:sym typeface="Public Sans SemiBold"/>
              </a:rPr>
              <a:t>What a case!</a:t>
            </a:r>
            <a:br>
              <a:rPr lang="en" sz="1200">
                <a:solidFill>
                  <a:schemeClr val="dk1"/>
                </a:solidFill>
                <a:latin typeface="Public Sans"/>
                <a:ea typeface="Public Sans"/>
                <a:cs typeface="Public Sans"/>
                <a:sym typeface="Public Sans"/>
              </a:rPr>
            </a:br>
            <a:r>
              <a:rPr lang="en" sz="1200">
                <a:solidFill>
                  <a:schemeClr val="dk1"/>
                </a:solidFill>
                <a:latin typeface="Public Sans Light"/>
                <a:ea typeface="Public Sans Light"/>
                <a:cs typeface="Public Sans Light"/>
                <a:sym typeface="Public Sans Light"/>
              </a:rPr>
              <a:t>Much can be said about this. Less isn’t more, but more is definitely less.</a:t>
            </a:r>
            <a:endParaRPr sz="1600">
              <a:solidFill>
                <a:schemeClr val="dk1"/>
              </a:solidFill>
              <a:latin typeface="Public Sans SemiBold"/>
              <a:ea typeface="Public Sans SemiBold"/>
              <a:cs typeface="Public Sans SemiBold"/>
              <a:sym typeface="Public Sans SemiBold"/>
            </a:endParaRPr>
          </a:p>
        </p:txBody>
      </p:sp>
      <p:sp>
        <p:nvSpPr>
          <p:cNvPr id="451" name="Google Shape;451;p55"/>
          <p:cNvSpPr txBox="1"/>
          <p:nvPr/>
        </p:nvSpPr>
        <p:spPr>
          <a:xfrm>
            <a:off x="6141413" y="3152022"/>
            <a:ext cx="1819200" cy="800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600">
                <a:solidFill>
                  <a:schemeClr val="dk1"/>
                </a:solidFill>
                <a:latin typeface="Public Sans SemiBold"/>
                <a:ea typeface="Public Sans SemiBold"/>
                <a:cs typeface="Public Sans SemiBold"/>
                <a:sym typeface="Public Sans SemiBold"/>
              </a:rPr>
              <a:t>What a case!</a:t>
            </a:r>
            <a:br>
              <a:rPr lang="en" sz="1200">
                <a:solidFill>
                  <a:schemeClr val="dk1"/>
                </a:solidFill>
                <a:latin typeface="Public Sans"/>
                <a:ea typeface="Public Sans"/>
                <a:cs typeface="Public Sans"/>
                <a:sym typeface="Public Sans"/>
              </a:rPr>
            </a:br>
            <a:r>
              <a:rPr lang="en" sz="1200">
                <a:solidFill>
                  <a:schemeClr val="dk1"/>
                </a:solidFill>
                <a:latin typeface="Public Sans Light"/>
                <a:ea typeface="Public Sans Light"/>
                <a:cs typeface="Public Sans Light"/>
                <a:sym typeface="Public Sans Light"/>
              </a:rPr>
              <a:t>Much can be said about this. Less isn’t more, but more is definitely less.</a:t>
            </a:r>
            <a:endParaRPr sz="1600">
              <a:solidFill>
                <a:schemeClr val="dk1"/>
              </a:solidFill>
              <a:latin typeface="Public Sans SemiBold"/>
              <a:ea typeface="Public Sans SemiBold"/>
              <a:cs typeface="Public Sans SemiBold"/>
              <a:sym typeface="Public Sans SemiBold"/>
            </a:endParaRPr>
          </a:p>
        </p:txBody>
      </p:sp>
      <p:pic>
        <p:nvPicPr>
          <p:cNvPr id="452" name="Google Shape;452;p55"/>
          <p:cNvPicPr preferRelativeResize="0"/>
          <p:nvPr/>
        </p:nvPicPr>
        <p:blipFill>
          <a:blip r:embed="rId3">
            <a:alphaModFix/>
          </a:blip>
          <a:stretch>
            <a:fillRect/>
          </a:stretch>
        </p:blipFill>
        <p:spPr>
          <a:xfrm>
            <a:off x="6080133" y="1741196"/>
            <a:ext cx="632699" cy="447959"/>
          </a:xfrm>
          <a:prstGeom prst="rect">
            <a:avLst/>
          </a:prstGeom>
          <a:noFill/>
          <a:ln>
            <a:noFill/>
          </a:ln>
        </p:spPr>
      </p:pic>
      <p:pic>
        <p:nvPicPr>
          <p:cNvPr id="453" name="Google Shape;453;p55"/>
          <p:cNvPicPr preferRelativeResize="0"/>
          <p:nvPr/>
        </p:nvPicPr>
        <p:blipFill rotWithShape="1">
          <a:blip r:embed="rId4">
            <a:alphaModFix/>
          </a:blip>
          <a:srcRect b="10" l="0" r="41677" t="0"/>
          <a:stretch/>
        </p:blipFill>
        <p:spPr>
          <a:xfrm>
            <a:off x="5211349" y="3262067"/>
            <a:ext cx="548650" cy="523015"/>
          </a:xfrm>
          <a:prstGeom prst="rect">
            <a:avLst/>
          </a:prstGeom>
          <a:noFill/>
          <a:ln>
            <a:noFill/>
          </a:ln>
        </p:spPr>
      </p:pic>
      <p:pic>
        <p:nvPicPr>
          <p:cNvPr id="454" name="Google Shape;454;p55"/>
          <p:cNvPicPr preferRelativeResize="0"/>
          <p:nvPr/>
        </p:nvPicPr>
        <p:blipFill>
          <a:blip r:embed="rId5">
            <a:alphaModFix/>
          </a:blip>
          <a:stretch>
            <a:fillRect/>
          </a:stretch>
        </p:blipFill>
        <p:spPr>
          <a:xfrm>
            <a:off x="3368275" y="3206450"/>
            <a:ext cx="630799" cy="634250"/>
          </a:xfrm>
          <a:prstGeom prst="rect">
            <a:avLst/>
          </a:prstGeom>
          <a:noFill/>
          <a:ln>
            <a:noFill/>
          </a:ln>
        </p:spPr>
      </p:pic>
      <p:pic>
        <p:nvPicPr>
          <p:cNvPr id="455" name="Google Shape;455;p55"/>
          <p:cNvPicPr preferRelativeResize="0"/>
          <p:nvPr/>
        </p:nvPicPr>
        <p:blipFill>
          <a:blip r:embed="rId6">
            <a:alphaModFix/>
          </a:blip>
          <a:stretch>
            <a:fillRect/>
          </a:stretch>
        </p:blipFill>
        <p:spPr>
          <a:xfrm>
            <a:off x="2411768" y="1807550"/>
            <a:ext cx="756874" cy="303784"/>
          </a:xfrm>
          <a:prstGeom prst="rect">
            <a:avLst/>
          </a:prstGeom>
          <a:noFill/>
          <a:ln>
            <a:noFill/>
          </a:ln>
        </p:spPr>
      </p:pic>
      <p:grpSp>
        <p:nvGrpSpPr>
          <p:cNvPr id="456" name="Google Shape;456;p55"/>
          <p:cNvGrpSpPr/>
          <p:nvPr/>
        </p:nvGrpSpPr>
        <p:grpSpPr>
          <a:xfrm>
            <a:off x="4124932" y="1829935"/>
            <a:ext cx="899880" cy="296086"/>
            <a:chOff x="238125" y="1670525"/>
            <a:chExt cx="7113675" cy="2340600"/>
          </a:xfrm>
        </p:grpSpPr>
        <p:sp>
          <p:nvSpPr>
            <p:cNvPr id="457" name="Google Shape;457;p55"/>
            <p:cNvSpPr/>
            <p:nvPr/>
          </p:nvSpPr>
          <p:spPr>
            <a:xfrm>
              <a:off x="238125" y="1670525"/>
              <a:ext cx="7113675" cy="2340600"/>
            </a:xfrm>
            <a:custGeom>
              <a:rect b="b" l="l" r="r" t="t"/>
              <a:pathLst>
                <a:path extrusionOk="0" h="93624" w="284547">
                  <a:moveTo>
                    <a:pt x="275962" y="0"/>
                  </a:moveTo>
                  <a:cubicBezTo>
                    <a:pt x="274498" y="0"/>
                    <a:pt x="273035" y="390"/>
                    <a:pt x="271669" y="1171"/>
                  </a:cubicBezTo>
                  <a:cubicBezTo>
                    <a:pt x="270401" y="1886"/>
                    <a:pt x="269295" y="2959"/>
                    <a:pt x="268515" y="4293"/>
                  </a:cubicBezTo>
                  <a:cubicBezTo>
                    <a:pt x="267799" y="5561"/>
                    <a:pt x="267376" y="7024"/>
                    <a:pt x="267376" y="8585"/>
                  </a:cubicBezTo>
                  <a:cubicBezTo>
                    <a:pt x="267376" y="10049"/>
                    <a:pt x="267734" y="11544"/>
                    <a:pt x="268515" y="12878"/>
                  </a:cubicBezTo>
                  <a:cubicBezTo>
                    <a:pt x="269263" y="14146"/>
                    <a:pt x="270303" y="15252"/>
                    <a:pt x="271669" y="16032"/>
                  </a:cubicBezTo>
                  <a:cubicBezTo>
                    <a:pt x="272937" y="16780"/>
                    <a:pt x="274401" y="17170"/>
                    <a:pt x="275962" y="17170"/>
                  </a:cubicBezTo>
                  <a:cubicBezTo>
                    <a:pt x="277425" y="17170"/>
                    <a:pt x="278888" y="16813"/>
                    <a:pt x="280254" y="16032"/>
                  </a:cubicBezTo>
                  <a:cubicBezTo>
                    <a:pt x="281522" y="15317"/>
                    <a:pt x="282628" y="14244"/>
                    <a:pt x="283409" y="12878"/>
                  </a:cubicBezTo>
                  <a:cubicBezTo>
                    <a:pt x="284124" y="11642"/>
                    <a:pt x="284547" y="10179"/>
                    <a:pt x="284547" y="8585"/>
                  </a:cubicBezTo>
                  <a:cubicBezTo>
                    <a:pt x="284547" y="7154"/>
                    <a:pt x="284189" y="5658"/>
                    <a:pt x="283409" y="4293"/>
                  </a:cubicBezTo>
                  <a:cubicBezTo>
                    <a:pt x="282661" y="3024"/>
                    <a:pt x="281620" y="1951"/>
                    <a:pt x="280254" y="1171"/>
                  </a:cubicBezTo>
                  <a:cubicBezTo>
                    <a:pt x="278986" y="423"/>
                    <a:pt x="277523" y="0"/>
                    <a:pt x="275962" y="0"/>
                  </a:cubicBezTo>
                  <a:close/>
                  <a:moveTo>
                    <a:pt x="8585" y="46731"/>
                  </a:moveTo>
                  <a:cubicBezTo>
                    <a:pt x="7122" y="46731"/>
                    <a:pt x="5658" y="47088"/>
                    <a:pt x="4293" y="47869"/>
                  </a:cubicBezTo>
                  <a:cubicBezTo>
                    <a:pt x="3024" y="48584"/>
                    <a:pt x="1919" y="49657"/>
                    <a:pt x="1138" y="51023"/>
                  </a:cubicBezTo>
                  <a:cubicBezTo>
                    <a:pt x="423" y="52291"/>
                    <a:pt x="0" y="53755"/>
                    <a:pt x="0" y="55316"/>
                  </a:cubicBezTo>
                  <a:cubicBezTo>
                    <a:pt x="0" y="56779"/>
                    <a:pt x="358" y="58242"/>
                    <a:pt x="1138" y="59608"/>
                  </a:cubicBezTo>
                  <a:cubicBezTo>
                    <a:pt x="1886" y="60877"/>
                    <a:pt x="2927" y="61950"/>
                    <a:pt x="4293" y="62730"/>
                  </a:cubicBezTo>
                  <a:cubicBezTo>
                    <a:pt x="5561" y="63478"/>
                    <a:pt x="7024" y="63901"/>
                    <a:pt x="8585" y="63901"/>
                  </a:cubicBezTo>
                  <a:cubicBezTo>
                    <a:pt x="9528" y="63901"/>
                    <a:pt x="10471" y="63738"/>
                    <a:pt x="11349" y="63446"/>
                  </a:cubicBezTo>
                  <a:cubicBezTo>
                    <a:pt x="13037" y="62876"/>
                    <a:pt x="14625" y="62598"/>
                    <a:pt x="16090" y="62598"/>
                  </a:cubicBezTo>
                  <a:cubicBezTo>
                    <a:pt x="18971" y="62598"/>
                    <a:pt x="21375" y="63674"/>
                    <a:pt x="23121" y="65722"/>
                  </a:cubicBezTo>
                  <a:cubicBezTo>
                    <a:pt x="25365" y="68291"/>
                    <a:pt x="25365" y="72031"/>
                    <a:pt x="23154" y="74632"/>
                  </a:cubicBezTo>
                  <a:cubicBezTo>
                    <a:pt x="21372" y="76675"/>
                    <a:pt x="18952" y="77759"/>
                    <a:pt x="16057" y="77759"/>
                  </a:cubicBezTo>
                  <a:cubicBezTo>
                    <a:pt x="14620" y="77759"/>
                    <a:pt x="13065" y="77492"/>
                    <a:pt x="11414" y="76941"/>
                  </a:cubicBezTo>
                  <a:cubicBezTo>
                    <a:pt x="10536" y="76616"/>
                    <a:pt x="9561" y="76453"/>
                    <a:pt x="8585" y="76453"/>
                  </a:cubicBezTo>
                  <a:cubicBezTo>
                    <a:pt x="7122" y="76453"/>
                    <a:pt x="5658" y="76844"/>
                    <a:pt x="4293" y="77624"/>
                  </a:cubicBezTo>
                  <a:cubicBezTo>
                    <a:pt x="3024" y="78339"/>
                    <a:pt x="1919" y="79413"/>
                    <a:pt x="1138" y="80746"/>
                  </a:cubicBezTo>
                  <a:cubicBezTo>
                    <a:pt x="423" y="82014"/>
                    <a:pt x="0" y="83478"/>
                    <a:pt x="0" y="85038"/>
                  </a:cubicBezTo>
                  <a:cubicBezTo>
                    <a:pt x="0" y="86502"/>
                    <a:pt x="358" y="87998"/>
                    <a:pt x="1138" y="89331"/>
                  </a:cubicBezTo>
                  <a:cubicBezTo>
                    <a:pt x="1886" y="90599"/>
                    <a:pt x="2927" y="91705"/>
                    <a:pt x="4293" y="92485"/>
                  </a:cubicBezTo>
                  <a:cubicBezTo>
                    <a:pt x="5561" y="93201"/>
                    <a:pt x="7024" y="93624"/>
                    <a:pt x="8585" y="93624"/>
                  </a:cubicBezTo>
                  <a:cubicBezTo>
                    <a:pt x="10049" y="93624"/>
                    <a:pt x="11512" y="93266"/>
                    <a:pt x="12878" y="92485"/>
                  </a:cubicBezTo>
                  <a:cubicBezTo>
                    <a:pt x="14146" y="91770"/>
                    <a:pt x="15252" y="90697"/>
                    <a:pt x="16032" y="89331"/>
                  </a:cubicBezTo>
                  <a:cubicBezTo>
                    <a:pt x="16487" y="88551"/>
                    <a:pt x="16813" y="87640"/>
                    <a:pt x="17008" y="86697"/>
                  </a:cubicBezTo>
                  <a:cubicBezTo>
                    <a:pt x="18217" y="80726"/>
                    <a:pt x="21828" y="77468"/>
                    <a:pt x="26871" y="77468"/>
                  </a:cubicBezTo>
                  <a:cubicBezTo>
                    <a:pt x="28337" y="77468"/>
                    <a:pt x="29925" y="77743"/>
                    <a:pt x="31609" y="78307"/>
                  </a:cubicBezTo>
                  <a:cubicBezTo>
                    <a:pt x="32455" y="78600"/>
                    <a:pt x="33398" y="78762"/>
                    <a:pt x="34341" y="78762"/>
                  </a:cubicBezTo>
                  <a:cubicBezTo>
                    <a:pt x="35804" y="78762"/>
                    <a:pt x="37267" y="78372"/>
                    <a:pt x="38633" y="77592"/>
                  </a:cubicBezTo>
                  <a:cubicBezTo>
                    <a:pt x="39902" y="76876"/>
                    <a:pt x="41007" y="75835"/>
                    <a:pt x="41788" y="74470"/>
                  </a:cubicBezTo>
                  <a:cubicBezTo>
                    <a:pt x="42503" y="73201"/>
                    <a:pt x="42926" y="71738"/>
                    <a:pt x="42926" y="70177"/>
                  </a:cubicBezTo>
                  <a:cubicBezTo>
                    <a:pt x="42926" y="68714"/>
                    <a:pt x="42568" y="67250"/>
                    <a:pt x="41788" y="65885"/>
                  </a:cubicBezTo>
                  <a:cubicBezTo>
                    <a:pt x="41040" y="64616"/>
                    <a:pt x="39999" y="63511"/>
                    <a:pt x="38633" y="62730"/>
                  </a:cubicBezTo>
                  <a:cubicBezTo>
                    <a:pt x="37365" y="62015"/>
                    <a:pt x="35902" y="61592"/>
                    <a:pt x="34341" y="61592"/>
                  </a:cubicBezTo>
                  <a:cubicBezTo>
                    <a:pt x="33430" y="61592"/>
                    <a:pt x="32487" y="61722"/>
                    <a:pt x="31577" y="62047"/>
                  </a:cubicBezTo>
                  <a:cubicBezTo>
                    <a:pt x="29899" y="62611"/>
                    <a:pt x="28320" y="62886"/>
                    <a:pt x="26860" y="62886"/>
                  </a:cubicBezTo>
                  <a:cubicBezTo>
                    <a:pt x="21839" y="62886"/>
                    <a:pt x="18242" y="59629"/>
                    <a:pt x="17008" y="53657"/>
                  </a:cubicBezTo>
                  <a:cubicBezTo>
                    <a:pt x="16845" y="52747"/>
                    <a:pt x="16520" y="51869"/>
                    <a:pt x="16032" y="51023"/>
                  </a:cubicBezTo>
                  <a:cubicBezTo>
                    <a:pt x="15284" y="49755"/>
                    <a:pt x="14244" y="48649"/>
                    <a:pt x="12878" y="47869"/>
                  </a:cubicBezTo>
                  <a:cubicBezTo>
                    <a:pt x="11610" y="47153"/>
                    <a:pt x="10146" y="46731"/>
                    <a:pt x="8585" y="4673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55"/>
            <p:cNvSpPr/>
            <p:nvPr/>
          </p:nvSpPr>
          <p:spPr>
            <a:xfrm>
              <a:off x="973050" y="1979175"/>
              <a:ext cx="6289325" cy="2001050"/>
            </a:xfrm>
            <a:custGeom>
              <a:rect b="b" l="l" r="r" t="t"/>
              <a:pathLst>
                <a:path extrusionOk="0" h="80042" w="251573">
                  <a:moveTo>
                    <a:pt x="85007" y="16531"/>
                  </a:moveTo>
                  <a:cubicBezTo>
                    <a:pt x="93430" y="16531"/>
                    <a:pt x="100291" y="21052"/>
                    <a:pt x="102275" y="29507"/>
                  </a:cubicBezTo>
                  <a:lnTo>
                    <a:pt x="67837" y="29507"/>
                  </a:lnTo>
                  <a:cubicBezTo>
                    <a:pt x="69853" y="21182"/>
                    <a:pt x="76584" y="16531"/>
                    <a:pt x="85007" y="16531"/>
                  </a:cubicBezTo>
                  <a:close/>
                  <a:moveTo>
                    <a:pt x="213850" y="9800"/>
                  </a:moveTo>
                  <a:cubicBezTo>
                    <a:pt x="214273" y="9800"/>
                    <a:pt x="214598" y="9800"/>
                    <a:pt x="214793" y="9897"/>
                  </a:cubicBezTo>
                  <a:cubicBezTo>
                    <a:pt x="215346" y="9995"/>
                    <a:pt x="216581" y="10645"/>
                    <a:pt x="216581" y="12336"/>
                  </a:cubicBezTo>
                  <a:lnTo>
                    <a:pt x="216581" y="44661"/>
                  </a:lnTo>
                  <a:lnTo>
                    <a:pt x="191509" y="44661"/>
                  </a:lnTo>
                  <a:cubicBezTo>
                    <a:pt x="190143" y="44661"/>
                    <a:pt x="189005" y="43490"/>
                    <a:pt x="189005" y="42124"/>
                  </a:cubicBezTo>
                  <a:cubicBezTo>
                    <a:pt x="189005" y="41604"/>
                    <a:pt x="189102" y="41084"/>
                    <a:pt x="189428" y="40661"/>
                  </a:cubicBezTo>
                  <a:lnTo>
                    <a:pt x="211866" y="10840"/>
                  </a:lnTo>
                  <a:cubicBezTo>
                    <a:pt x="212484" y="9995"/>
                    <a:pt x="213232" y="9800"/>
                    <a:pt x="213850" y="9800"/>
                  </a:cubicBezTo>
                  <a:close/>
                  <a:moveTo>
                    <a:pt x="146339" y="16531"/>
                  </a:moveTo>
                  <a:cubicBezTo>
                    <a:pt x="157071" y="16531"/>
                    <a:pt x="164225" y="24108"/>
                    <a:pt x="164225" y="34742"/>
                  </a:cubicBezTo>
                  <a:cubicBezTo>
                    <a:pt x="164225" y="45409"/>
                    <a:pt x="156973" y="52986"/>
                    <a:pt x="146339" y="52986"/>
                  </a:cubicBezTo>
                  <a:cubicBezTo>
                    <a:pt x="135575" y="52986"/>
                    <a:pt x="128421" y="45409"/>
                    <a:pt x="128421" y="34742"/>
                  </a:cubicBezTo>
                  <a:cubicBezTo>
                    <a:pt x="128421" y="24108"/>
                    <a:pt x="135575" y="16531"/>
                    <a:pt x="146339" y="16531"/>
                  </a:cubicBezTo>
                  <a:close/>
                  <a:moveTo>
                    <a:pt x="25691" y="7263"/>
                  </a:moveTo>
                  <a:cubicBezTo>
                    <a:pt x="10309" y="7263"/>
                    <a:pt x="1" y="16304"/>
                    <a:pt x="1" y="33799"/>
                  </a:cubicBezTo>
                  <a:lnTo>
                    <a:pt x="1" y="45929"/>
                  </a:lnTo>
                  <a:cubicBezTo>
                    <a:pt x="1594" y="45279"/>
                    <a:pt x="3285" y="44953"/>
                    <a:pt x="4944" y="44953"/>
                  </a:cubicBezTo>
                  <a:cubicBezTo>
                    <a:pt x="6732" y="44953"/>
                    <a:pt x="8456" y="45311"/>
                    <a:pt x="10017" y="45994"/>
                  </a:cubicBezTo>
                  <a:lnTo>
                    <a:pt x="10017" y="33702"/>
                  </a:lnTo>
                  <a:cubicBezTo>
                    <a:pt x="10017" y="22320"/>
                    <a:pt x="16228" y="16531"/>
                    <a:pt x="25691" y="16531"/>
                  </a:cubicBezTo>
                  <a:cubicBezTo>
                    <a:pt x="35187" y="16531"/>
                    <a:pt x="41398" y="22320"/>
                    <a:pt x="41398" y="33702"/>
                  </a:cubicBezTo>
                  <a:lnTo>
                    <a:pt x="41398" y="60985"/>
                  </a:lnTo>
                  <a:lnTo>
                    <a:pt x="51414" y="60985"/>
                  </a:lnTo>
                  <a:lnTo>
                    <a:pt x="51414" y="33702"/>
                  </a:lnTo>
                  <a:cubicBezTo>
                    <a:pt x="51512" y="16109"/>
                    <a:pt x="41073" y="7263"/>
                    <a:pt x="25691" y="7263"/>
                  </a:cubicBezTo>
                  <a:close/>
                  <a:moveTo>
                    <a:pt x="84910" y="7166"/>
                  </a:moveTo>
                  <a:cubicBezTo>
                    <a:pt x="68487" y="7166"/>
                    <a:pt x="56878" y="18840"/>
                    <a:pt x="56878" y="34742"/>
                  </a:cubicBezTo>
                  <a:cubicBezTo>
                    <a:pt x="56878" y="50677"/>
                    <a:pt x="68585" y="62351"/>
                    <a:pt x="85007" y="62351"/>
                  </a:cubicBezTo>
                  <a:cubicBezTo>
                    <a:pt x="97137" y="62351"/>
                    <a:pt x="106600" y="56140"/>
                    <a:pt x="110600" y="46352"/>
                  </a:cubicBezTo>
                  <a:lnTo>
                    <a:pt x="99543" y="46352"/>
                  </a:lnTo>
                  <a:cubicBezTo>
                    <a:pt x="96487" y="50872"/>
                    <a:pt x="91771" y="52986"/>
                    <a:pt x="85007" y="52986"/>
                  </a:cubicBezTo>
                  <a:cubicBezTo>
                    <a:pt x="75967" y="52986"/>
                    <a:pt x="69007" y="47815"/>
                    <a:pt x="67544" y="38449"/>
                  </a:cubicBezTo>
                  <a:lnTo>
                    <a:pt x="112714" y="38449"/>
                  </a:lnTo>
                  <a:lnTo>
                    <a:pt x="112714" y="34742"/>
                  </a:lnTo>
                  <a:cubicBezTo>
                    <a:pt x="112714" y="18840"/>
                    <a:pt x="101332" y="7166"/>
                    <a:pt x="84910" y="7166"/>
                  </a:cubicBezTo>
                  <a:close/>
                  <a:moveTo>
                    <a:pt x="146209" y="7166"/>
                  </a:moveTo>
                  <a:cubicBezTo>
                    <a:pt x="129787" y="7166"/>
                    <a:pt x="118210" y="18840"/>
                    <a:pt x="118210" y="34742"/>
                  </a:cubicBezTo>
                  <a:cubicBezTo>
                    <a:pt x="118210" y="50677"/>
                    <a:pt x="129787" y="62351"/>
                    <a:pt x="146209" y="62351"/>
                  </a:cubicBezTo>
                  <a:cubicBezTo>
                    <a:pt x="162664" y="62351"/>
                    <a:pt x="174241" y="50677"/>
                    <a:pt x="174241" y="34742"/>
                  </a:cubicBezTo>
                  <a:cubicBezTo>
                    <a:pt x="174241" y="18840"/>
                    <a:pt x="162664" y="7166"/>
                    <a:pt x="146209" y="7166"/>
                  </a:cubicBezTo>
                  <a:close/>
                  <a:moveTo>
                    <a:pt x="214056" y="0"/>
                  </a:moveTo>
                  <a:cubicBezTo>
                    <a:pt x="210153" y="0"/>
                    <a:pt x="206401" y="1835"/>
                    <a:pt x="203964" y="5150"/>
                  </a:cubicBezTo>
                  <a:lnTo>
                    <a:pt x="181103" y="35165"/>
                  </a:lnTo>
                  <a:cubicBezTo>
                    <a:pt x="178338" y="38872"/>
                    <a:pt x="177818" y="43295"/>
                    <a:pt x="179704" y="47100"/>
                  </a:cubicBezTo>
                  <a:cubicBezTo>
                    <a:pt x="181720" y="51100"/>
                    <a:pt x="186143" y="53604"/>
                    <a:pt x="191216" y="53604"/>
                  </a:cubicBezTo>
                  <a:lnTo>
                    <a:pt x="216581" y="53604"/>
                  </a:lnTo>
                  <a:lnTo>
                    <a:pt x="216581" y="66059"/>
                  </a:lnTo>
                  <a:lnTo>
                    <a:pt x="226598" y="66059"/>
                  </a:lnTo>
                  <a:lnTo>
                    <a:pt x="226598" y="53734"/>
                  </a:lnTo>
                  <a:lnTo>
                    <a:pt x="234175" y="53734"/>
                  </a:lnTo>
                  <a:lnTo>
                    <a:pt x="234175" y="44758"/>
                  </a:lnTo>
                  <a:lnTo>
                    <a:pt x="226598" y="44758"/>
                  </a:lnTo>
                  <a:lnTo>
                    <a:pt x="226598" y="12629"/>
                  </a:lnTo>
                  <a:cubicBezTo>
                    <a:pt x="226598" y="7036"/>
                    <a:pt x="223248" y="2320"/>
                    <a:pt x="217980" y="629"/>
                  </a:cubicBezTo>
                  <a:cubicBezTo>
                    <a:pt x="216684" y="206"/>
                    <a:pt x="215362" y="0"/>
                    <a:pt x="214056" y="0"/>
                  </a:cubicBezTo>
                  <a:close/>
                  <a:moveTo>
                    <a:pt x="241557" y="8954"/>
                  </a:moveTo>
                  <a:lnTo>
                    <a:pt x="241557" y="61083"/>
                  </a:lnTo>
                  <a:cubicBezTo>
                    <a:pt x="241557" y="68563"/>
                    <a:pt x="239150" y="71424"/>
                    <a:pt x="232711" y="71424"/>
                  </a:cubicBezTo>
                  <a:lnTo>
                    <a:pt x="231541" y="71424"/>
                  </a:lnTo>
                  <a:lnTo>
                    <a:pt x="231541" y="80042"/>
                  </a:lnTo>
                  <a:lnTo>
                    <a:pt x="233654" y="80042"/>
                  </a:lnTo>
                  <a:cubicBezTo>
                    <a:pt x="246500" y="80042"/>
                    <a:pt x="251573" y="73408"/>
                    <a:pt x="251573" y="60465"/>
                  </a:cubicBezTo>
                  <a:lnTo>
                    <a:pt x="251573" y="8954"/>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56"/>
          <p:cNvSpPr txBox="1"/>
          <p:nvPr>
            <p:ph type="title"/>
          </p:nvPr>
        </p:nvSpPr>
        <p:spPr>
          <a:xfrm>
            <a:off x="365750" y="274325"/>
            <a:ext cx="8412600" cy="548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Or keep it avantgarde-ish-ly simple</a:t>
            </a:r>
            <a:endParaRPr/>
          </a:p>
        </p:txBody>
      </p:sp>
      <p:sp>
        <p:nvSpPr>
          <p:cNvPr id="464" name="Google Shape;464;p56"/>
          <p:cNvSpPr txBox="1"/>
          <p:nvPr>
            <p:ph idx="12" type="sldNum"/>
          </p:nvPr>
        </p:nvSpPr>
        <p:spPr>
          <a:xfrm>
            <a:off x="360650" y="4880150"/>
            <a:ext cx="3667800" cy="2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Neo4j Inc. All rights reserved 2023	</a:t>
            </a:r>
            <a:endParaRPr/>
          </a:p>
        </p:txBody>
      </p:sp>
      <p:sp>
        <p:nvSpPr>
          <p:cNvPr id="465" name="Google Shape;465;p56"/>
          <p:cNvSpPr txBox="1"/>
          <p:nvPr>
            <p:ph idx="2" type="sldNum"/>
          </p:nvPr>
        </p:nvSpPr>
        <p:spPr>
          <a:xfrm>
            <a:off x="0" y="4880150"/>
            <a:ext cx="265200" cy="2697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466" name="Google Shape;466;p56"/>
          <p:cNvSpPr/>
          <p:nvPr/>
        </p:nvSpPr>
        <p:spPr>
          <a:xfrm>
            <a:off x="2837590" y="1617188"/>
            <a:ext cx="171924" cy="171876"/>
          </a:xfrm>
          <a:custGeom>
            <a:rect b="b" l="l" r="r" t="t"/>
            <a:pathLst>
              <a:path extrusionOk="0" h="3572" w="3573">
                <a:moveTo>
                  <a:pt x="1786" y="0"/>
                </a:moveTo>
                <a:cubicBezTo>
                  <a:pt x="1477" y="0"/>
                  <a:pt x="1179" y="72"/>
                  <a:pt x="893" y="238"/>
                </a:cubicBezTo>
                <a:cubicBezTo>
                  <a:pt x="631" y="381"/>
                  <a:pt x="405" y="607"/>
                  <a:pt x="239" y="893"/>
                </a:cubicBezTo>
                <a:cubicBezTo>
                  <a:pt x="96" y="1155"/>
                  <a:pt x="0" y="1453"/>
                  <a:pt x="0" y="1786"/>
                </a:cubicBezTo>
                <a:cubicBezTo>
                  <a:pt x="0" y="2096"/>
                  <a:pt x="72" y="2393"/>
                  <a:pt x="239" y="2679"/>
                </a:cubicBezTo>
                <a:cubicBezTo>
                  <a:pt x="393" y="2941"/>
                  <a:pt x="608" y="3167"/>
                  <a:pt x="893" y="3334"/>
                </a:cubicBezTo>
                <a:cubicBezTo>
                  <a:pt x="1143" y="3477"/>
                  <a:pt x="1465" y="3572"/>
                  <a:pt x="1786" y="3572"/>
                </a:cubicBezTo>
                <a:cubicBezTo>
                  <a:pt x="2096" y="3572"/>
                  <a:pt x="2394" y="3489"/>
                  <a:pt x="2679" y="3334"/>
                </a:cubicBezTo>
                <a:cubicBezTo>
                  <a:pt x="2953" y="3179"/>
                  <a:pt x="3168" y="2953"/>
                  <a:pt x="3334" y="2679"/>
                </a:cubicBezTo>
                <a:cubicBezTo>
                  <a:pt x="3477" y="2405"/>
                  <a:pt x="3572" y="2107"/>
                  <a:pt x="3572" y="1786"/>
                </a:cubicBezTo>
                <a:cubicBezTo>
                  <a:pt x="3572" y="1465"/>
                  <a:pt x="3501" y="1167"/>
                  <a:pt x="3334" y="893"/>
                </a:cubicBezTo>
                <a:cubicBezTo>
                  <a:pt x="3179" y="619"/>
                  <a:pt x="2965" y="393"/>
                  <a:pt x="2679" y="238"/>
                </a:cubicBezTo>
                <a:cubicBezTo>
                  <a:pt x="2417" y="83"/>
                  <a:pt x="2120" y="0"/>
                  <a:pt x="178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56"/>
          <p:cNvSpPr/>
          <p:nvPr/>
        </p:nvSpPr>
        <p:spPr>
          <a:xfrm>
            <a:off x="2537962" y="2657967"/>
            <a:ext cx="471551" cy="171924"/>
          </a:xfrm>
          <a:custGeom>
            <a:rect b="b" l="l" r="r" t="t"/>
            <a:pathLst>
              <a:path extrusionOk="0" h="3573" w="9800">
                <a:moveTo>
                  <a:pt x="1786" y="0"/>
                </a:moveTo>
                <a:cubicBezTo>
                  <a:pt x="1477" y="0"/>
                  <a:pt x="1179" y="84"/>
                  <a:pt x="893" y="239"/>
                </a:cubicBezTo>
                <a:cubicBezTo>
                  <a:pt x="632" y="393"/>
                  <a:pt x="405" y="620"/>
                  <a:pt x="239" y="893"/>
                </a:cubicBezTo>
                <a:cubicBezTo>
                  <a:pt x="96" y="1167"/>
                  <a:pt x="0" y="1465"/>
                  <a:pt x="0" y="1786"/>
                </a:cubicBezTo>
                <a:cubicBezTo>
                  <a:pt x="0" y="2108"/>
                  <a:pt x="84" y="2405"/>
                  <a:pt x="239" y="2679"/>
                </a:cubicBezTo>
                <a:cubicBezTo>
                  <a:pt x="393" y="2953"/>
                  <a:pt x="620" y="3179"/>
                  <a:pt x="893" y="3334"/>
                </a:cubicBezTo>
                <a:cubicBezTo>
                  <a:pt x="1167" y="3489"/>
                  <a:pt x="1465" y="3572"/>
                  <a:pt x="1786" y="3572"/>
                </a:cubicBezTo>
                <a:cubicBezTo>
                  <a:pt x="2108" y="3572"/>
                  <a:pt x="2406" y="3501"/>
                  <a:pt x="2679" y="3334"/>
                </a:cubicBezTo>
                <a:cubicBezTo>
                  <a:pt x="2846" y="3251"/>
                  <a:pt x="3013" y="3108"/>
                  <a:pt x="3132" y="2965"/>
                </a:cubicBezTo>
                <a:cubicBezTo>
                  <a:pt x="3674" y="2346"/>
                  <a:pt x="4281" y="2036"/>
                  <a:pt x="4888" y="2036"/>
                </a:cubicBezTo>
                <a:cubicBezTo>
                  <a:pt x="5495" y="2036"/>
                  <a:pt x="6102" y="2346"/>
                  <a:pt x="6644" y="2965"/>
                </a:cubicBezTo>
                <a:cubicBezTo>
                  <a:pt x="6775" y="3108"/>
                  <a:pt x="6930" y="3251"/>
                  <a:pt x="7109" y="3334"/>
                </a:cubicBezTo>
                <a:cubicBezTo>
                  <a:pt x="7370" y="3489"/>
                  <a:pt x="7668" y="3572"/>
                  <a:pt x="8001" y="3572"/>
                </a:cubicBezTo>
                <a:cubicBezTo>
                  <a:pt x="8311" y="3572"/>
                  <a:pt x="8609" y="3501"/>
                  <a:pt x="8894" y="3334"/>
                </a:cubicBezTo>
                <a:cubicBezTo>
                  <a:pt x="9156" y="3191"/>
                  <a:pt x="9383" y="2965"/>
                  <a:pt x="9549" y="2679"/>
                </a:cubicBezTo>
                <a:cubicBezTo>
                  <a:pt x="9692" y="2417"/>
                  <a:pt x="9787" y="2120"/>
                  <a:pt x="9787" y="1786"/>
                </a:cubicBezTo>
                <a:cubicBezTo>
                  <a:pt x="9799" y="1489"/>
                  <a:pt x="9728" y="1191"/>
                  <a:pt x="9561" y="917"/>
                </a:cubicBezTo>
                <a:cubicBezTo>
                  <a:pt x="9406" y="643"/>
                  <a:pt x="9192" y="417"/>
                  <a:pt x="8906" y="262"/>
                </a:cubicBezTo>
                <a:cubicBezTo>
                  <a:pt x="8644" y="108"/>
                  <a:pt x="8347" y="24"/>
                  <a:pt x="8013" y="24"/>
                </a:cubicBezTo>
                <a:cubicBezTo>
                  <a:pt x="7704" y="24"/>
                  <a:pt x="7406" y="96"/>
                  <a:pt x="7120" y="262"/>
                </a:cubicBezTo>
                <a:cubicBezTo>
                  <a:pt x="6954" y="358"/>
                  <a:pt x="6799" y="477"/>
                  <a:pt x="6656" y="631"/>
                </a:cubicBezTo>
                <a:cubicBezTo>
                  <a:pt x="6114" y="1251"/>
                  <a:pt x="5507" y="1560"/>
                  <a:pt x="4900" y="1560"/>
                </a:cubicBezTo>
                <a:cubicBezTo>
                  <a:pt x="4293" y="1560"/>
                  <a:pt x="3685" y="1251"/>
                  <a:pt x="3144" y="631"/>
                </a:cubicBezTo>
                <a:cubicBezTo>
                  <a:pt x="3013" y="477"/>
                  <a:pt x="2858" y="346"/>
                  <a:pt x="2679" y="239"/>
                </a:cubicBezTo>
                <a:cubicBezTo>
                  <a:pt x="2417" y="96"/>
                  <a:pt x="2120" y="0"/>
                  <a:pt x="178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56"/>
          <p:cNvSpPr/>
          <p:nvPr/>
        </p:nvSpPr>
        <p:spPr>
          <a:xfrm>
            <a:off x="2239489" y="3698802"/>
            <a:ext cx="770024" cy="171924"/>
          </a:xfrm>
          <a:custGeom>
            <a:rect b="b" l="l" r="r" t="t"/>
            <a:pathLst>
              <a:path extrusionOk="0" h="3573" w="16003">
                <a:moveTo>
                  <a:pt x="1786" y="1"/>
                </a:moveTo>
                <a:cubicBezTo>
                  <a:pt x="1477" y="1"/>
                  <a:pt x="1179" y="72"/>
                  <a:pt x="893" y="239"/>
                </a:cubicBezTo>
                <a:cubicBezTo>
                  <a:pt x="619" y="393"/>
                  <a:pt x="405" y="620"/>
                  <a:pt x="238" y="893"/>
                </a:cubicBezTo>
                <a:cubicBezTo>
                  <a:pt x="84" y="1167"/>
                  <a:pt x="0" y="1465"/>
                  <a:pt x="0" y="1786"/>
                </a:cubicBezTo>
                <a:cubicBezTo>
                  <a:pt x="0" y="2108"/>
                  <a:pt x="72" y="2406"/>
                  <a:pt x="238" y="2679"/>
                </a:cubicBezTo>
                <a:cubicBezTo>
                  <a:pt x="381" y="2953"/>
                  <a:pt x="607" y="3179"/>
                  <a:pt x="893" y="3334"/>
                </a:cubicBezTo>
                <a:cubicBezTo>
                  <a:pt x="1155" y="3489"/>
                  <a:pt x="1453" y="3572"/>
                  <a:pt x="1786" y="3572"/>
                </a:cubicBezTo>
                <a:cubicBezTo>
                  <a:pt x="2096" y="3572"/>
                  <a:pt x="2393" y="3501"/>
                  <a:pt x="2679" y="3334"/>
                </a:cubicBezTo>
                <a:cubicBezTo>
                  <a:pt x="2846" y="3251"/>
                  <a:pt x="3001" y="3108"/>
                  <a:pt x="3120" y="2965"/>
                </a:cubicBezTo>
                <a:cubicBezTo>
                  <a:pt x="3667" y="2346"/>
                  <a:pt x="4275" y="2036"/>
                  <a:pt x="4880" y="2036"/>
                </a:cubicBezTo>
                <a:cubicBezTo>
                  <a:pt x="5486" y="2036"/>
                  <a:pt x="6090" y="2346"/>
                  <a:pt x="6632" y="2965"/>
                </a:cubicBezTo>
                <a:cubicBezTo>
                  <a:pt x="6775" y="3108"/>
                  <a:pt x="6918" y="3251"/>
                  <a:pt x="7096" y="3334"/>
                </a:cubicBezTo>
                <a:cubicBezTo>
                  <a:pt x="7370" y="3489"/>
                  <a:pt x="7668" y="3572"/>
                  <a:pt x="7989" y="3572"/>
                </a:cubicBezTo>
                <a:cubicBezTo>
                  <a:pt x="8311" y="3572"/>
                  <a:pt x="8608" y="3501"/>
                  <a:pt x="8882" y="3334"/>
                </a:cubicBezTo>
                <a:cubicBezTo>
                  <a:pt x="9049" y="3251"/>
                  <a:pt x="9204" y="3108"/>
                  <a:pt x="9335" y="2965"/>
                </a:cubicBezTo>
                <a:cubicBezTo>
                  <a:pt x="9878" y="2345"/>
                  <a:pt x="10487" y="2035"/>
                  <a:pt x="11097" y="2035"/>
                </a:cubicBezTo>
                <a:cubicBezTo>
                  <a:pt x="11704" y="2035"/>
                  <a:pt x="12313" y="2342"/>
                  <a:pt x="12859" y="2953"/>
                </a:cubicBezTo>
                <a:cubicBezTo>
                  <a:pt x="12990" y="3096"/>
                  <a:pt x="13145" y="3227"/>
                  <a:pt x="13323" y="3322"/>
                </a:cubicBezTo>
                <a:cubicBezTo>
                  <a:pt x="13585" y="3465"/>
                  <a:pt x="13883" y="3560"/>
                  <a:pt x="14216" y="3560"/>
                </a:cubicBezTo>
                <a:cubicBezTo>
                  <a:pt x="14526" y="3560"/>
                  <a:pt x="14823" y="3489"/>
                  <a:pt x="15109" y="3322"/>
                </a:cubicBezTo>
                <a:cubicBezTo>
                  <a:pt x="15371" y="3168"/>
                  <a:pt x="15597" y="2953"/>
                  <a:pt x="15764" y="2668"/>
                </a:cubicBezTo>
                <a:cubicBezTo>
                  <a:pt x="15907" y="2394"/>
                  <a:pt x="16002" y="2096"/>
                  <a:pt x="16002" y="1775"/>
                </a:cubicBezTo>
                <a:cubicBezTo>
                  <a:pt x="16002" y="1513"/>
                  <a:pt x="15931" y="1191"/>
                  <a:pt x="15764" y="917"/>
                </a:cubicBezTo>
                <a:cubicBezTo>
                  <a:pt x="15609" y="643"/>
                  <a:pt x="15395" y="417"/>
                  <a:pt x="15109" y="262"/>
                </a:cubicBezTo>
                <a:cubicBezTo>
                  <a:pt x="14835" y="108"/>
                  <a:pt x="14538" y="24"/>
                  <a:pt x="14216" y="24"/>
                </a:cubicBezTo>
                <a:cubicBezTo>
                  <a:pt x="13907" y="24"/>
                  <a:pt x="13609" y="96"/>
                  <a:pt x="13323" y="262"/>
                </a:cubicBezTo>
                <a:cubicBezTo>
                  <a:pt x="13157" y="358"/>
                  <a:pt x="12990" y="477"/>
                  <a:pt x="12859" y="632"/>
                </a:cubicBezTo>
                <a:cubicBezTo>
                  <a:pt x="12317" y="1251"/>
                  <a:pt x="11710" y="1560"/>
                  <a:pt x="11103" y="1560"/>
                </a:cubicBezTo>
                <a:cubicBezTo>
                  <a:pt x="10496" y="1560"/>
                  <a:pt x="9888" y="1251"/>
                  <a:pt x="9347" y="632"/>
                </a:cubicBezTo>
                <a:cubicBezTo>
                  <a:pt x="9228" y="477"/>
                  <a:pt x="9061" y="358"/>
                  <a:pt x="8906" y="262"/>
                </a:cubicBezTo>
                <a:cubicBezTo>
                  <a:pt x="8632" y="108"/>
                  <a:pt x="8335" y="24"/>
                  <a:pt x="8013" y="24"/>
                </a:cubicBezTo>
                <a:cubicBezTo>
                  <a:pt x="7692" y="24"/>
                  <a:pt x="7394" y="96"/>
                  <a:pt x="7120" y="262"/>
                </a:cubicBezTo>
                <a:cubicBezTo>
                  <a:pt x="6953" y="358"/>
                  <a:pt x="6787" y="477"/>
                  <a:pt x="6656" y="632"/>
                </a:cubicBezTo>
                <a:cubicBezTo>
                  <a:pt x="6108" y="1251"/>
                  <a:pt x="5501" y="1560"/>
                  <a:pt x="4895" y="1560"/>
                </a:cubicBezTo>
                <a:cubicBezTo>
                  <a:pt x="4289" y="1560"/>
                  <a:pt x="3685" y="1251"/>
                  <a:pt x="3143" y="632"/>
                </a:cubicBezTo>
                <a:cubicBezTo>
                  <a:pt x="3001" y="477"/>
                  <a:pt x="2858" y="346"/>
                  <a:pt x="2679" y="239"/>
                </a:cubicBezTo>
                <a:cubicBezTo>
                  <a:pt x="2405" y="96"/>
                  <a:pt x="2108" y="1"/>
                  <a:pt x="178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56"/>
          <p:cNvSpPr txBox="1"/>
          <p:nvPr/>
        </p:nvSpPr>
        <p:spPr>
          <a:xfrm>
            <a:off x="3236700" y="1572352"/>
            <a:ext cx="36678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600">
                <a:solidFill>
                  <a:schemeClr val="dk1"/>
                </a:solidFill>
                <a:latin typeface="Public Sans SemiBold"/>
                <a:ea typeface="Public Sans SemiBold"/>
                <a:cs typeface="Public Sans SemiBold"/>
                <a:sym typeface="Public Sans SemiBold"/>
              </a:rPr>
              <a:t>The first thing I want to say</a:t>
            </a:r>
            <a:br>
              <a:rPr lang="en" sz="1200">
                <a:solidFill>
                  <a:schemeClr val="dk1"/>
                </a:solidFill>
                <a:latin typeface="Public Sans"/>
                <a:ea typeface="Public Sans"/>
                <a:cs typeface="Public Sans"/>
                <a:sym typeface="Public Sans"/>
              </a:rPr>
            </a:br>
            <a:r>
              <a:rPr lang="en" sz="1200">
                <a:solidFill>
                  <a:schemeClr val="dk1"/>
                </a:solidFill>
                <a:latin typeface="Public Sans Light"/>
                <a:ea typeface="Public Sans Light"/>
                <a:cs typeface="Public Sans Light"/>
                <a:sym typeface="Public Sans Light"/>
              </a:rPr>
              <a:t>Keep it short, please, really short!</a:t>
            </a:r>
            <a:endParaRPr sz="1200">
              <a:solidFill>
                <a:schemeClr val="dk1"/>
              </a:solidFill>
              <a:latin typeface="Public Sans Light"/>
              <a:ea typeface="Public Sans Light"/>
              <a:cs typeface="Public Sans Light"/>
              <a:sym typeface="Public Sans Light"/>
            </a:endParaRPr>
          </a:p>
        </p:txBody>
      </p:sp>
      <p:sp>
        <p:nvSpPr>
          <p:cNvPr id="470" name="Google Shape;470;p56"/>
          <p:cNvSpPr txBox="1"/>
          <p:nvPr/>
        </p:nvSpPr>
        <p:spPr>
          <a:xfrm>
            <a:off x="3236700" y="2613127"/>
            <a:ext cx="43821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600">
                <a:solidFill>
                  <a:schemeClr val="dk1"/>
                </a:solidFill>
                <a:latin typeface="Public Sans SemiBold"/>
                <a:ea typeface="Public Sans SemiBold"/>
                <a:cs typeface="Public Sans SemiBold"/>
                <a:sym typeface="Public Sans SemiBold"/>
              </a:rPr>
              <a:t>There is a second thing I want to talk about</a:t>
            </a:r>
            <a:br>
              <a:rPr lang="en" sz="1200">
                <a:solidFill>
                  <a:schemeClr val="dk1"/>
                </a:solidFill>
                <a:latin typeface="Public Sans"/>
                <a:ea typeface="Public Sans"/>
                <a:cs typeface="Public Sans"/>
                <a:sym typeface="Public Sans"/>
              </a:rPr>
            </a:br>
            <a:r>
              <a:rPr lang="en" sz="1200">
                <a:solidFill>
                  <a:schemeClr val="dk1"/>
                </a:solidFill>
                <a:latin typeface="Public Sans Light"/>
                <a:ea typeface="Public Sans Light"/>
                <a:cs typeface="Public Sans Light"/>
                <a:sym typeface="Public Sans Light"/>
              </a:rPr>
              <a:t>Don’t forget to keep it short!</a:t>
            </a:r>
            <a:endParaRPr sz="1600">
              <a:solidFill>
                <a:schemeClr val="dk1"/>
              </a:solidFill>
              <a:latin typeface="Public Sans Light"/>
              <a:ea typeface="Public Sans Light"/>
              <a:cs typeface="Public Sans Light"/>
              <a:sym typeface="Public Sans Light"/>
            </a:endParaRPr>
          </a:p>
        </p:txBody>
      </p:sp>
      <p:sp>
        <p:nvSpPr>
          <p:cNvPr id="471" name="Google Shape;471;p56"/>
          <p:cNvSpPr txBox="1"/>
          <p:nvPr/>
        </p:nvSpPr>
        <p:spPr>
          <a:xfrm>
            <a:off x="3236699" y="3658327"/>
            <a:ext cx="36678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600">
                <a:solidFill>
                  <a:schemeClr val="dk1"/>
                </a:solidFill>
                <a:latin typeface="Public Sans SemiBold"/>
                <a:ea typeface="Public Sans SemiBold"/>
                <a:cs typeface="Public Sans SemiBold"/>
                <a:sym typeface="Public Sans SemiBold"/>
              </a:rPr>
              <a:t>One more thing</a:t>
            </a:r>
            <a:br>
              <a:rPr lang="en" sz="1200">
                <a:solidFill>
                  <a:schemeClr val="dk1"/>
                </a:solidFill>
                <a:latin typeface="Public Sans"/>
                <a:ea typeface="Public Sans"/>
                <a:cs typeface="Public Sans"/>
                <a:sym typeface="Public Sans"/>
              </a:rPr>
            </a:br>
            <a:r>
              <a:rPr lang="en" sz="1200">
                <a:solidFill>
                  <a:schemeClr val="dk1"/>
                </a:solidFill>
                <a:latin typeface="Public Sans Light"/>
                <a:ea typeface="Public Sans Light"/>
                <a:cs typeface="Public Sans Light"/>
                <a:sym typeface="Public Sans Light"/>
              </a:rPr>
              <a:t>Did you realize that the numbers are unnecessary?</a:t>
            </a:r>
            <a:endParaRPr sz="1600">
              <a:solidFill>
                <a:schemeClr val="dk1"/>
              </a:solidFill>
              <a:latin typeface="Public Sans Light"/>
              <a:ea typeface="Public Sans Light"/>
              <a:cs typeface="Public Sans Light"/>
              <a:sym typeface="Public Sans Ligh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57"/>
          <p:cNvSpPr/>
          <p:nvPr/>
        </p:nvSpPr>
        <p:spPr>
          <a:xfrm rot="5400000">
            <a:off x="5166424" y="2389700"/>
            <a:ext cx="1501425" cy="1018575"/>
          </a:xfrm>
          <a:prstGeom prst="flowChartManualOperation">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57"/>
          <p:cNvSpPr/>
          <p:nvPr/>
        </p:nvSpPr>
        <p:spPr>
          <a:xfrm rot="-5400000">
            <a:off x="2469988" y="2386638"/>
            <a:ext cx="1501425" cy="1024700"/>
          </a:xfrm>
          <a:prstGeom prst="flowChartManualOperation">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57"/>
          <p:cNvSpPr txBox="1"/>
          <p:nvPr>
            <p:ph type="title"/>
          </p:nvPr>
        </p:nvSpPr>
        <p:spPr>
          <a:xfrm>
            <a:off x="365750" y="274325"/>
            <a:ext cx="8412600" cy="548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Neo4j Database</a:t>
            </a:r>
            <a:endParaRPr/>
          </a:p>
        </p:txBody>
      </p:sp>
      <p:sp>
        <p:nvSpPr>
          <p:cNvPr id="479" name="Google Shape;479;p57"/>
          <p:cNvSpPr txBox="1"/>
          <p:nvPr>
            <p:ph idx="12" type="sldNum"/>
          </p:nvPr>
        </p:nvSpPr>
        <p:spPr>
          <a:xfrm>
            <a:off x="360650" y="4880150"/>
            <a:ext cx="3667800" cy="2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Neo4j Inc. All rights reserved 2023	</a:t>
            </a:r>
            <a:endParaRPr/>
          </a:p>
        </p:txBody>
      </p:sp>
      <p:sp>
        <p:nvSpPr>
          <p:cNvPr id="480" name="Google Shape;480;p57"/>
          <p:cNvSpPr txBox="1"/>
          <p:nvPr>
            <p:ph idx="2" type="sldNum"/>
          </p:nvPr>
        </p:nvSpPr>
        <p:spPr>
          <a:xfrm>
            <a:off x="0" y="4880150"/>
            <a:ext cx="265200" cy="2697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481" name="Google Shape;481;p57"/>
          <p:cNvSpPr txBox="1"/>
          <p:nvPr/>
        </p:nvSpPr>
        <p:spPr>
          <a:xfrm>
            <a:off x="365750" y="2287275"/>
            <a:ext cx="1508700" cy="14460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 sz="1600">
                <a:solidFill>
                  <a:schemeClr val="dk1"/>
                </a:solidFill>
                <a:latin typeface="Public Sans SemiBold"/>
                <a:ea typeface="Public Sans SemiBold"/>
                <a:cs typeface="Public Sans SemiBold"/>
                <a:sym typeface="Public Sans SemiBold"/>
              </a:rPr>
              <a:t>Intelligent</a:t>
            </a:r>
            <a:endParaRPr sz="1600">
              <a:solidFill>
                <a:schemeClr val="dk1"/>
              </a:solidFill>
              <a:latin typeface="Public Sans SemiBold"/>
              <a:ea typeface="Public Sans SemiBold"/>
              <a:cs typeface="Public Sans SemiBold"/>
              <a:sym typeface="Public Sans SemiBold"/>
            </a:endParaRPr>
          </a:p>
          <a:p>
            <a:pPr indent="0" lvl="0" marL="0" rtl="0" algn="r">
              <a:spcBef>
                <a:spcPts val="0"/>
              </a:spcBef>
              <a:spcAft>
                <a:spcPts val="0"/>
              </a:spcAft>
              <a:buNone/>
            </a:pPr>
            <a:r>
              <a:rPr lang="en" sz="1600">
                <a:solidFill>
                  <a:schemeClr val="dk1"/>
                </a:solidFill>
                <a:latin typeface="Public Sans SemiBold"/>
                <a:ea typeface="Public Sans SemiBold"/>
                <a:cs typeface="Public Sans SemiBold"/>
                <a:sym typeface="Public Sans SemiBold"/>
              </a:rPr>
              <a:t>Operational Systems</a:t>
            </a:r>
            <a:endParaRPr sz="1600">
              <a:solidFill>
                <a:schemeClr val="dk1"/>
              </a:solidFill>
              <a:latin typeface="Public Sans SemiBold"/>
              <a:ea typeface="Public Sans SemiBold"/>
              <a:cs typeface="Public Sans SemiBold"/>
              <a:sym typeface="Public Sans SemiBold"/>
            </a:endParaRPr>
          </a:p>
          <a:p>
            <a:pPr indent="0" lvl="0" marL="0" rtl="0" algn="r">
              <a:lnSpc>
                <a:spcPct val="90000"/>
              </a:lnSpc>
              <a:spcBef>
                <a:spcPts val="1000"/>
              </a:spcBef>
              <a:spcAft>
                <a:spcPts val="0"/>
              </a:spcAft>
              <a:buClr>
                <a:srgbClr val="1B6A75"/>
              </a:buClr>
              <a:buSzPts val="1200"/>
              <a:buFont typeface="Calibri"/>
              <a:buNone/>
            </a:pPr>
            <a:r>
              <a:rPr lang="en" sz="1200">
                <a:solidFill>
                  <a:schemeClr val="dk1"/>
                </a:solidFill>
                <a:latin typeface="Public Sans Light"/>
                <a:ea typeface="Public Sans Light"/>
                <a:cs typeface="Public Sans Light"/>
                <a:sym typeface="Public Sans Light"/>
              </a:rPr>
              <a:t>Graph </a:t>
            </a:r>
            <a:r>
              <a:rPr lang="en" sz="1200">
                <a:solidFill>
                  <a:schemeClr val="dk1"/>
                </a:solidFill>
                <a:latin typeface="Public Sans Light"/>
                <a:ea typeface="Public Sans Light"/>
                <a:cs typeface="Public Sans Light"/>
                <a:sym typeface="Public Sans Light"/>
              </a:rPr>
              <a:t>Transactions</a:t>
            </a:r>
            <a:r>
              <a:rPr lang="en" sz="1200">
                <a:solidFill>
                  <a:schemeClr val="dk1"/>
                </a:solidFill>
                <a:latin typeface="Public Sans Light"/>
                <a:ea typeface="Public Sans Light"/>
                <a:cs typeface="Public Sans Light"/>
                <a:sym typeface="Public Sans Light"/>
              </a:rPr>
              <a:t>, Storage &amp; Querying </a:t>
            </a:r>
            <a:endParaRPr sz="1200">
              <a:solidFill>
                <a:schemeClr val="dk1"/>
              </a:solidFill>
              <a:latin typeface="Public Sans Light"/>
              <a:ea typeface="Public Sans Light"/>
              <a:cs typeface="Public Sans Light"/>
              <a:sym typeface="Public Sans Light"/>
            </a:endParaRPr>
          </a:p>
          <a:p>
            <a:pPr indent="0" lvl="0" marL="0" rtl="0" algn="r">
              <a:spcBef>
                <a:spcPts val="0"/>
              </a:spcBef>
              <a:spcAft>
                <a:spcPts val="0"/>
              </a:spcAft>
              <a:buNone/>
            </a:pPr>
            <a:r>
              <a:t/>
            </a:r>
            <a:endParaRPr sz="1600">
              <a:solidFill>
                <a:schemeClr val="dk1"/>
              </a:solidFill>
              <a:latin typeface="Public Sans SemiBold"/>
              <a:ea typeface="Public Sans SemiBold"/>
              <a:cs typeface="Public Sans SemiBold"/>
              <a:sym typeface="Public Sans SemiBold"/>
            </a:endParaRPr>
          </a:p>
        </p:txBody>
      </p:sp>
      <p:pic>
        <p:nvPicPr>
          <p:cNvPr id="482" name="Google Shape;482;p57"/>
          <p:cNvPicPr preferRelativeResize="0"/>
          <p:nvPr/>
        </p:nvPicPr>
        <p:blipFill>
          <a:blip r:embed="rId3">
            <a:alphaModFix/>
          </a:blip>
          <a:stretch>
            <a:fillRect/>
          </a:stretch>
        </p:blipFill>
        <p:spPr>
          <a:xfrm>
            <a:off x="3831665" y="2720531"/>
            <a:ext cx="1481816" cy="556126"/>
          </a:xfrm>
          <a:prstGeom prst="rect">
            <a:avLst/>
          </a:prstGeom>
          <a:noFill/>
          <a:ln>
            <a:noFill/>
          </a:ln>
        </p:spPr>
      </p:pic>
      <p:sp>
        <p:nvSpPr>
          <p:cNvPr id="483" name="Google Shape;483;p57"/>
          <p:cNvSpPr/>
          <p:nvPr/>
        </p:nvSpPr>
        <p:spPr>
          <a:xfrm>
            <a:off x="1959744" y="2148145"/>
            <a:ext cx="1508700" cy="1508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57"/>
          <p:cNvSpPr/>
          <p:nvPr/>
        </p:nvSpPr>
        <p:spPr>
          <a:xfrm>
            <a:off x="2069119" y="2272795"/>
            <a:ext cx="1290000" cy="12594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57"/>
          <p:cNvSpPr/>
          <p:nvPr/>
        </p:nvSpPr>
        <p:spPr>
          <a:xfrm>
            <a:off x="5675642" y="2148255"/>
            <a:ext cx="1508700" cy="1508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57"/>
          <p:cNvSpPr/>
          <p:nvPr/>
        </p:nvSpPr>
        <p:spPr>
          <a:xfrm>
            <a:off x="5785030" y="2272755"/>
            <a:ext cx="1290000" cy="12597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7" name="Google Shape;487;p57"/>
          <p:cNvGrpSpPr/>
          <p:nvPr/>
        </p:nvGrpSpPr>
        <p:grpSpPr>
          <a:xfrm>
            <a:off x="5982766" y="2455834"/>
            <a:ext cx="894532" cy="828060"/>
            <a:chOff x="5785191" y="2669834"/>
            <a:chExt cx="894532" cy="828060"/>
          </a:xfrm>
        </p:grpSpPr>
        <p:cxnSp>
          <p:nvCxnSpPr>
            <p:cNvPr id="488" name="Google Shape;488;p57"/>
            <p:cNvCxnSpPr/>
            <p:nvPr/>
          </p:nvCxnSpPr>
          <p:spPr>
            <a:xfrm rot="10800000">
              <a:off x="6364175" y="3431500"/>
              <a:ext cx="155100" cy="33600"/>
            </a:xfrm>
            <a:prstGeom prst="straightConnector1">
              <a:avLst/>
            </a:prstGeom>
            <a:noFill/>
            <a:ln cap="flat" cmpd="sng" w="9525">
              <a:solidFill>
                <a:schemeClr val="dk1"/>
              </a:solidFill>
              <a:prstDash val="solid"/>
              <a:miter lim="400000"/>
              <a:headEnd len="sm" w="sm" type="none"/>
              <a:tailEnd len="sm" w="sm" type="none"/>
            </a:ln>
          </p:spPr>
        </p:cxnSp>
        <p:cxnSp>
          <p:nvCxnSpPr>
            <p:cNvPr id="489" name="Google Shape;489;p57"/>
            <p:cNvCxnSpPr/>
            <p:nvPr/>
          </p:nvCxnSpPr>
          <p:spPr>
            <a:xfrm flipH="1" rot="10800000">
              <a:off x="6365249" y="3327451"/>
              <a:ext cx="74400" cy="103800"/>
            </a:xfrm>
            <a:prstGeom prst="straightConnector1">
              <a:avLst/>
            </a:prstGeom>
            <a:noFill/>
            <a:ln cap="flat" cmpd="sng" w="9525">
              <a:solidFill>
                <a:schemeClr val="dk1"/>
              </a:solidFill>
              <a:prstDash val="solid"/>
              <a:miter lim="400000"/>
              <a:headEnd len="sm" w="sm" type="none"/>
              <a:tailEnd len="sm" w="sm" type="none"/>
            </a:ln>
          </p:spPr>
        </p:cxnSp>
        <p:cxnSp>
          <p:nvCxnSpPr>
            <p:cNvPr id="490" name="Google Shape;490;p57"/>
            <p:cNvCxnSpPr/>
            <p:nvPr/>
          </p:nvCxnSpPr>
          <p:spPr>
            <a:xfrm rot="10800000">
              <a:off x="6438625" y="3324375"/>
              <a:ext cx="77700" cy="142200"/>
            </a:xfrm>
            <a:prstGeom prst="straightConnector1">
              <a:avLst/>
            </a:prstGeom>
            <a:noFill/>
            <a:ln cap="flat" cmpd="sng" w="9525">
              <a:solidFill>
                <a:schemeClr val="dk1"/>
              </a:solidFill>
              <a:prstDash val="solid"/>
              <a:miter lim="400000"/>
              <a:headEnd len="sm" w="sm" type="none"/>
              <a:tailEnd len="sm" w="sm" type="none"/>
            </a:ln>
          </p:spPr>
        </p:cxnSp>
        <p:cxnSp>
          <p:nvCxnSpPr>
            <p:cNvPr id="491" name="Google Shape;491;p57"/>
            <p:cNvCxnSpPr/>
            <p:nvPr/>
          </p:nvCxnSpPr>
          <p:spPr>
            <a:xfrm rot="10800000">
              <a:off x="6448616" y="3328576"/>
              <a:ext cx="182100" cy="67800"/>
            </a:xfrm>
            <a:prstGeom prst="straightConnector1">
              <a:avLst/>
            </a:prstGeom>
            <a:noFill/>
            <a:ln cap="flat" cmpd="sng" w="9525">
              <a:solidFill>
                <a:schemeClr val="dk1"/>
              </a:solidFill>
              <a:prstDash val="solid"/>
              <a:miter lim="400000"/>
              <a:headEnd len="sm" w="sm" type="none"/>
              <a:tailEnd len="sm" w="sm" type="none"/>
            </a:ln>
          </p:spPr>
        </p:cxnSp>
        <p:cxnSp>
          <p:nvCxnSpPr>
            <p:cNvPr id="492" name="Google Shape;492;p57"/>
            <p:cNvCxnSpPr/>
            <p:nvPr/>
          </p:nvCxnSpPr>
          <p:spPr>
            <a:xfrm flipH="1" rot="10800000">
              <a:off x="6445807" y="3289260"/>
              <a:ext cx="201000" cy="34800"/>
            </a:xfrm>
            <a:prstGeom prst="straightConnector1">
              <a:avLst/>
            </a:prstGeom>
            <a:noFill/>
            <a:ln cap="flat" cmpd="sng" w="9525">
              <a:solidFill>
                <a:schemeClr val="dk1"/>
              </a:solidFill>
              <a:prstDash val="solid"/>
              <a:miter lim="400000"/>
              <a:headEnd len="sm" w="sm" type="none"/>
              <a:tailEnd len="sm" w="sm" type="none"/>
            </a:ln>
          </p:spPr>
        </p:cxnSp>
        <p:cxnSp>
          <p:nvCxnSpPr>
            <p:cNvPr id="493" name="Google Shape;493;p57"/>
            <p:cNvCxnSpPr/>
            <p:nvPr/>
          </p:nvCxnSpPr>
          <p:spPr>
            <a:xfrm rot="10800000">
              <a:off x="6572160" y="3167171"/>
              <a:ext cx="74400" cy="123300"/>
            </a:xfrm>
            <a:prstGeom prst="straightConnector1">
              <a:avLst/>
            </a:prstGeom>
            <a:noFill/>
            <a:ln cap="flat" cmpd="sng" w="9525">
              <a:solidFill>
                <a:schemeClr val="dk1"/>
              </a:solidFill>
              <a:prstDash val="solid"/>
              <a:miter lim="400000"/>
              <a:headEnd len="sm" w="sm" type="none"/>
              <a:tailEnd len="sm" w="sm" type="none"/>
            </a:ln>
          </p:spPr>
        </p:cxnSp>
        <p:cxnSp>
          <p:nvCxnSpPr>
            <p:cNvPr id="494" name="Google Shape;494;p57"/>
            <p:cNvCxnSpPr/>
            <p:nvPr/>
          </p:nvCxnSpPr>
          <p:spPr>
            <a:xfrm flipH="1" rot="10800000">
              <a:off x="6441475" y="3167225"/>
              <a:ext cx="132600" cy="161400"/>
            </a:xfrm>
            <a:prstGeom prst="straightConnector1">
              <a:avLst/>
            </a:prstGeom>
            <a:noFill/>
            <a:ln cap="flat" cmpd="sng" w="9525">
              <a:solidFill>
                <a:schemeClr val="dk1"/>
              </a:solidFill>
              <a:prstDash val="solid"/>
              <a:miter lim="400000"/>
              <a:headEnd len="sm" w="sm" type="none"/>
              <a:tailEnd len="sm" w="sm" type="none"/>
            </a:ln>
          </p:spPr>
        </p:cxnSp>
        <p:cxnSp>
          <p:nvCxnSpPr>
            <p:cNvPr id="495" name="Google Shape;495;p57"/>
            <p:cNvCxnSpPr/>
            <p:nvPr/>
          </p:nvCxnSpPr>
          <p:spPr>
            <a:xfrm flipH="1" rot="10800000">
              <a:off x="6440025" y="3120550"/>
              <a:ext cx="45900" cy="202200"/>
            </a:xfrm>
            <a:prstGeom prst="straightConnector1">
              <a:avLst/>
            </a:prstGeom>
            <a:noFill/>
            <a:ln cap="flat" cmpd="sng" w="9525">
              <a:solidFill>
                <a:schemeClr val="dk1"/>
              </a:solidFill>
              <a:prstDash val="solid"/>
              <a:miter lim="400000"/>
              <a:headEnd len="sm" w="sm" type="none"/>
              <a:tailEnd len="sm" w="sm" type="none"/>
            </a:ln>
          </p:spPr>
        </p:cxnSp>
        <p:cxnSp>
          <p:nvCxnSpPr>
            <p:cNvPr id="496" name="Google Shape;496;p57"/>
            <p:cNvCxnSpPr/>
            <p:nvPr/>
          </p:nvCxnSpPr>
          <p:spPr>
            <a:xfrm rot="10800000">
              <a:off x="6289650" y="3222750"/>
              <a:ext cx="153300" cy="104400"/>
            </a:xfrm>
            <a:prstGeom prst="straightConnector1">
              <a:avLst/>
            </a:prstGeom>
            <a:noFill/>
            <a:ln cap="flat" cmpd="sng" w="9525">
              <a:solidFill>
                <a:schemeClr val="dk1"/>
              </a:solidFill>
              <a:prstDash val="solid"/>
              <a:miter lim="400000"/>
              <a:headEnd len="sm" w="sm" type="none"/>
              <a:tailEnd len="sm" w="sm" type="none"/>
            </a:ln>
          </p:spPr>
        </p:cxnSp>
        <p:cxnSp>
          <p:nvCxnSpPr>
            <p:cNvPr id="497" name="Google Shape;497;p57"/>
            <p:cNvCxnSpPr>
              <a:endCxn id="498" idx="5"/>
            </p:cNvCxnSpPr>
            <p:nvPr/>
          </p:nvCxnSpPr>
          <p:spPr>
            <a:xfrm rot="10800000">
              <a:off x="6197846" y="3130471"/>
              <a:ext cx="95400" cy="95400"/>
            </a:xfrm>
            <a:prstGeom prst="straightConnector1">
              <a:avLst/>
            </a:prstGeom>
            <a:noFill/>
            <a:ln cap="flat" cmpd="sng" w="9525">
              <a:solidFill>
                <a:schemeClr val="dk1"/>
              </a:solidFill>
              <a:prstDash val="solid"/>
              <a:miter lim="400000"/>
              <a:headEnd len="sm" w="sm" type="none"/>
              <a:tailEnd len="sm" w="sm" type="none"/>
            </a:ln>
          </p:spPr>
        </p:cxnSp>
        <p:cxnSp>
          <p:nvCxnSpPr>
            <p:cNvPr id="499" name="Google Shape;499;p57"/>
            <p:cNvCxnSpPr/>
            <p:nvPr/>
          </p:nvCxnSpPr>
          <p:spPr>
            <a:xfrm flipH="1" rot="10800000">
              <a:off x="6158225" y="2945225"/>
              <a:ext cx="32400" cy="151500"/>
            </a:xfrm>
            <a:prstGeom prst="straightConnector1">
              <a:avLst/>
            </a:prstGeom>
            <a:noFill/>
            <a:ln cap="flat" cmpd="sng" w="9525">
              <a:solidFill>
                <a:schemeClr val="dk1"/>
              </a:solidFill>
              <a:prstDash val="solid"/>
              <a:miter lim="400000"/>
              <a:headEnd len="sm" w="sm" type="none"/>
              <a:tailEnd len="sm" w="sm" type="none"/>
            </a:ln>
          </p:spPr>
        </p:cxnSp>
        <p:cxnSp>
          <p:nvCxnSpPr>
            <p:cNvPr id="500" name="Google Shape;500;p57"/>
            <p:cNvCxnSpPr/>
            <p:nvPr/>
          </p:nvCxnSpPr>
          <p:spPr>
            <a:xfrm rot="10800000">
              <a:off x="6193619" y="2939789"/>
              <a:ext cx="174600" cy="5400"/>
            </a:xfrm>
            <a:prstGeom prst="straightConnector1">
              <a:avLst/>
            </a:prstGeom>
            <a:noFill/>
            <a:ln cap="flat" cmpd="sng" w="9525">
              <a:solidFill>
                <a:schemeClr val="dk1"/>
              </a:solidFill>
              <a:prstDash val="solid"/>
              <a:miter lim="400000"/>
              <a:headEnd len="sm" w="sm" type="none"/>
              <a:tailEnd len="sm" w="sm" type="none"/>
            </a:ln>
          </p:spPr>
        </p:cxnSp>
        <p:cxnSp>
          <p:nvCxnSpPr>
            <p:cNvPr id="501" name="Google Shape;501;p57"/>
            <p:cNvCxnSpPr/>
            <p:nvPr/>
          </p:nvCxnSpPr>
          <p:spPr>
            <a:xfrm flipH="1" rot="10800000">
              <a:off x="6191975" y="2822650"/>
              <a:ext cx="98400" cy="118500"/>
            </a:xfrm>
            <a:prstGeom prst="straightConnector1">
              <a:avLst/>
            </a:prstGeom>
            <a:noFill/>
            <a:ln cap="flat" cmpd="sng" w="9525">
              <a:solidFill>
                <a:schemeClr val="dk1"/>
              </a:solidFill>
              <a:prstDash val="solid"/>
              <a:miter lim="400000"/>
              <a:headEnd len="sm" w="sm" type="none"/>
              <a:tailEnd len="sm" w="sm" type="none"/>
            </a:ln>
          </p:spPr>
        </p:cxnSp>
        <p:cxnSp>
          <p:nvCxnSpPr>
            <p:cNvPr id="502" name="Google Shape;502;p57"/>
            <p:cNvCxnSpPr/>
            <p:nvPr/>
          </p:nvCxnSpPr>
          <p:spPr>
            <a:xfrm rot="10800000">
              <a:off x="6293125" y="2823150"/>
              <a:ext cx="155700" cy="27000"/>
            </a:xfrm>
            <a:prstGeom prst="straightConnector1">
              <a:avLst/>
            </a:prstGeom>
            <a:noFill/>
            <a:ln cap="flat" cmpd="sng" w="9525">
              <a:solidFill>
                <a:schemeClr val="dk1"/>
              </a:solidFill>
              <a:prstDash val="solid"/>
              <a:miter lim="400000"/>
              <a:headEnd len="sm" w="sm" type="none"/>
              <a:tailEnd len="sm" w="sm" type="none"/>
            </a:ln>
          </p:spPr>
        </p:cxnSp>
        <p:cxnSp>
          <p:nvCxnSpPr>
            <p:cNvPr id="503" name="Google Shape;503;p57"/>
            <p:cNvCxnSpPr/>
            <p:nvPr/>
          </p:nvCxnSpPr>
          <p:spPr>
            <a:xfrm flipH="1" rot="10800000">
              <a:off x="6288850" y="2718475"/>
              <a:ext cx="117300" cy="103800"/>
            </a:xfrm>
            <a:prstGeom prst="straightConnector1">
              <a:avLst/>
            </a:prstGeom>
            <a:noFill/>
            <a:ln cap="flat" cmpd="sng" w="9525">
              <a:solidFill>
                <a:schemeClr val="dk1"/>
              </a:solidFill>
              <a:prstDash val="solid"/>
              <a:miter lim="400000"/>
              <a:headEnd len="sm" w="sm" type="none"/>
              <a:tailEnd len="sm" w="sm" type="none"/>
            </a:ln>
          </p:spPr>
        </p:cxnSp>
        <p:cxnSp>
          <p:nvCxnSpPr>
            <p:cNvPr id="504" name="Google Shape;504;p57"/>
            <p:cNvCxnSpPr/>
            <p:nvPr/>
          </p:nvCxnSpPr>
          <p:spPr>
            <a:xfrm rot="10800000">
              <a:off x="6264275" y="2704975"/>
              <a:ext cx="23100" cy="117300"/>
            </a:xfrm>
            <a:prstGeom prst="straightConnector1">
              <a:avLst/>
            </a:prstGeom>
            <a:noFill/>
            <a:ln cap="flat" cmpd="sng" w="9525">
              <a:solidFill>
                <a:schemeClr val="dk1"/>
              </a:solidFill>
              <a:prstDash val="solid"/>
              <a:miter lim="400000"/>
              <a:headEnd len="sm" w="sm" type="none"/>
              <a:tailEnd len="sm" w="sm" type="none"/>
            </a:ln>
          </p:spPr>
        </p:cxnSp>
        <p:cxnSp>
          <p:nvCxnSpPr>
            <p:cNvPr id="505" name="Google Shape;505;p57"/>
            <p:cNvCxnSpPr/>
            <p:nvPr/>
          </p:nvCxnSpPr>
          <p:spPr>
            <a:xfrm rot="10800000">
              <a:off x="6155325" y="2757475"/>
              <a:ext cx="135000" cy="64800"/>
            </a:xfrm>
            <a:prstGeom prst="straightConnector1">
              <a:avLst/>
            </a:prstGeom>
            <a:noFill/>
            <a:ln cap="flat" cmpd="sng" w="9525">
              <a:solidFill>
                <a:schemeClr val="dk1"/>
              </a:solidFill>
              <a:prstDash val="solid"/>
              <a:miter lim="400000"/>
              <a:headEnd len="sm" w="sm" type="none"/>
              <a:tailEnd len="sm" w="sm" type="none"/>
            </a:ln>
          </p:spPr>
        </p:cxnSp>
        <p:cxnSp>
          <p:nvCxnSpPr>
            <p:cNvPr id="506" name="Google Shape;506;p57"/>
            <p:cNvCxnSpPr/>
            <p:nvPr/>
          </p:nvCxnSpPr>
          <p:spPr>
            <a:xfrm flipH="1" rot="10800000">
              <a:off x="6002650" y="3093650"/>
              <a:ext cx="156300" cy="47100"/>
            </a:xfrm>
            <a:prstGeom prst="straightConnector1">
              <a:avLst/>
            </a:prstGeom>
            <a:noFill/>
            <a:ln cap="flat" cmpd="sng" w="9525">
              <a:solidFill>
                <a:schemeClr val="dk1"/>
              </a:solidFill>
              <a:prstDash val="solid"/>
              <a:miter lim="400000"/>
              <a:headEnd len="sm" w="sm" type="none"/>
              <a:tailEnd len="sm" w="sm" type="none"/>
            </a:ln>
          </p:spPr>
        </p:cxnSp>
        <p:cxnSp>
          <p:nvCxnSpPr>
            <p:cNvPr id="507" name="Google Shape;507;p57"/>
            <p:cNvCxnSpPr/>
            <p:nvPr/>
          </p:nvCxnSpPr>
          <p:spPr>
            <a:xfrm rot="10800000">
              <a:off x="5889337" y="3011188"/>
              <a:ext cx="114900" cy="130800"/>
            </a:xfrm>
            <a:prstGeom prst="straightConnector1">
              <a:avLst/>
            </a:prstGeom>
            <a:noFill/>
            <a:ln cap="flat" cmpd="sng" w="9525">
              <a:solidFill>
                <a:schemeClr val="dk1"/>
              </a:solidFill>
              <a:prstDash val="solid"/>
              <a:miter lim="400000"/>
              <a:headEnd len="sm" w="sm" type="none"/>
              <a:tailEnd len="sm" w="sm" type="none"/>
            </a:ln>
          </p:spPr>
        </p:cxnSp>
        <p:cxnSp>
          <p:nvCxnSpPr>
            <p:cNvPr id="508" name="Google Shape;508;p57"/>
            <p:cNvCxnSpPr/>
            <p:nvPr/>
          </p:nvCxnSpPr>
          <p:spPr>
            <a:xfrm>
              <a:off x="5830746" y="3115857"/>
              <a:ext cx="173400" cy="26400"/>
            </a:xfrm>
            <a:prstGeom prst="straightConnector1">
              <a:avLst/>
            </a:prstGeom>
            <a:noFill/>
            <a:ln cap="flat" cmpd="sng" w="9525">
              <a:solidFill>
                <a:schemeClr val="dk1"/>
              </a:solidFill>
              <a:prstDash val="solid"/>
              <a:miter lim="400000"/>
              <a:headEnd len="sm" w="sm" type="none"/>
              <a:tailEnd len="sm" w="sm" type="none"/>
            </a:ln>
          </p:spPr>
        </p:cxnSp>
        <p:cxnSp>
          <p:nvCxnSpPr>
            <p:cNvPr id="509" name="Google Shape;509;p57"/>
            <p:cNvCxnSpPr/>
            <p:nvPr/>
          </p:nvCxnSpPr>
          <p:spPr>
            <a:xfrm flipH="1" rot="10800000">
              <a:off x="5829475" y="3007175"/>
              <a:ext cx="58500" cy="110100"/>
            </a:xfrm>
            <a:prstGeom prst="straightConnector1">
              <a:avLst/>
            </a:prstGeom>
            <a:noFill/>
            <a:ln cap="flat" cmpd="sng" w="9525">
              <a:solidFill>
                <a:schemeClr val="dk1"/>
              </a:solidFill>
              <a:prstDash val="solid"/>
              <a:miter lim="400000"/>
              <a:headEnd len="sm" w="sm" type="none"/>
              <a:tailEnd len="sm" w="sm" type="none"/>
            </a:ln>
          </p:spPr>
        </p:cxnSp>
        <p:cxnSp>
          <p:nvCxnSpPr>
            <p:cNvPr id="510" name="Google Shape;510;p57"/>
            <p:cNvCxnSpPr/>
            <p:nvPr/>
          </p:nvCxnSpPr>
          <p:spPr>
            <a:xfrm flipH="1">
              <a:off x="5949923" y="3145406"/>
              <a:ext cx="54300" cy="165600"/>
            </a:xfrm>
            <a:prstGeom prst="straightConnector1">
              <a:avLst/>
            </a:prstGeom>
            <a:noFill/>
            <a:ln cap="flat" cmpd="sng" w="9525">
              <a:solidFill>
                <a:schemeClr val="dk1"/>
              </a:solidFill>
              <a:prstDash val="solid"/>
              <a:miter lim="400000"/>
              <a:headEnd len="sm" w="sm" type="none"/>
              <a:tailEnd len="sm" w="sm" type="none"/>
            </a:ln>
          </p:spPr>
        </p:cxnSp>
        <p:cxnSp>
          <p:nvCxnSpPr>
            <p:cNvPr id="511" name="Google Shape;511;p57"/>
            <p:cNvCxnSpPr/>
            <p:nvPr/>
          </p:nvCxnSpPr>
          <p:spPr>
            <a:xfrm>
              <a:off x="5822150" y="3242025"/>
              <a:ext cx="124500" cy="64800"/>
            </a:xfrm>
            <a:prstGeom prst="straightConnector1">
              <a:avLst/>
            </a:prstGeom>
            <a:noFill/>
            <a:ln cap="flat" cmpd="sng" w="9525">
              <a:solidFill>
                <a:schemeClr val="dk1"/>
              </a:solidFill>
              <a:prstDash val="solid"/>
              <a:miter lim="400000"/>
              <a:headEnd len="sm" w="sm" type="none"/>
              <a:tailEnd len="sm" w="sm" type="none"/>
            </a:ln>
          </p:spPr>
        </p:cxnSp>
        <p:cxnSp>
          <p:nvCxnSpPr>
            <p:cNvPr id="512" name="Google Shape;512;p57"/>
            <p:cNvCxnSpPr/>
            <p:nvPr/>
          </p:nvCxnSpPr>
          <p:spPr>
            <a:xfrm flipH="1" rot="10800000">
              <a:off x="5832400" y="3309375"/>
              <a:ext cx="117600" cy="61800"/>
            </a:xfrm>
            <a:prstGeom prst="straightConnector1">
              <a:avLst/>
            </a:prstGeom>
            <a:noFill/>
            <a:ln cap="flat" cmpd="sng" w="9525">
              <a:solidFill>
                <a:schemeClr val="dk1"/>
              </a:solidFill>
              <a:prstDash val="solid"/>
              <a:miter lim="400000"/>
              <a:headEnd len="sm" w="sm" type="none"/>
              <a:tailEnd len="sm" w="sm" type="none"/>
            </a:ln>
          </p:spPr>
        </p:cxnSp>
        <p:cxnSp>
          <p:nvCxnSpPr>
            <p:cNvPr id="513" name="Google Shape;513;p57"/>
            <p:cNvCxnSpPr/>
            <p:nvPr/>
          </p:nvCxnSpPr>
          <p:spPr>
            <a:xfrm>
              <a:off x="5835350" y="3372650"/>
              <a:ext cx="114900" cy="64800"/>
            </a:xfrm>
            <a:prstGeom prst="straightConnector1">
              <a:avLst/>
            </a:prstGeom>
            <a:noFill/>
            <a:ln cap="flat" cmpd="sng" w="9525">
              <a:solidFill>
                <a:schemeClr val="dk1"/>
              </a:solidFill>
              <a:prstDash val="solid"/>
              <a:miter lim="400000"/>
              <a:headEnd len="sm" w="sm" type="none"/>
              <a:tailEnd len="sm" w="sm" type="none"/>
            </a:ln>
          </p:spPr>
        </p:cxnSp>
        <p:cxnSp>
          <p:nvCxnSpPr>
            <p:cNvPr id="514" name="Google Shape;514;p57"/>
            <p:cNvCxnSpPr/>
            <p:nvPr/>
          </p:nvCxnSpPr>
          <p:spPr>
            <a:xfrm rot="10800000">
              <a:off x="5949750" y="3307875"/>
              <a:ext cx="3000" cy="130800"/>
            </a:xfrm>
            <a:prstGeom prst="straightConnector1">
              <a:avLst/>
            </a:prstGeom>
            <a:noFill/>
            <a:ln cap="flat" cmpd="sng" w="9525">
              <a:solidFill>
                <a:schemeClr val="dk1"/>
              </a:solidFill>
              <a:prstDash val="solid"/>
              <a:miter lim="400000"/>
              <a:headEnd len="sm" w="sm" type="none"/>
              <a:tailEnd len="sm" w="sm" type="none"/>
            </a:ln>
          </p:spPr>
        </p:cxnSp>
        <p:cxnSp>
          <p:nvCxnSpPr>
            <p:cNvPr id="515" name="Google Shape;515;p57"/>
            <p:cNvCxnSpPr/>
            <p:nvPr/>
          </p:nvCxnSpPr>
          <p:spPr>
            <a:xfrm flipH="1" rot="10800000">
              <a:off x="5955700" y="3412275"/>
              <a:ext cx="98400" cy="26400"/>
            </a:xfrm>
            <a:prstGeom prst="straightConnector1">
              <a:avLst/>
            </a:prstGeom>
            <a:noFill/>
            <a:ln cap="flat" cmpd="sng" w="9525">
              <a:solidFill>
                <a:schemeClr val="dk1"/>
              </a:solidFill>
              <a:prstDash val="solid"/>
              <a:miter lim="400000"/>
              <a:headEnd len="sm" w="sm" type="none"/>
              <a:tailEnd len="sm" w="sm" type="none"/>
            </a:ln>
          </p:spPr>
        </p:cxnSp>
        <p:cxnSp>
          <p:nvCxnSpPr>
            <p:cNvPr id="516" name="Google Shape;516;p57"/>
            <p:cNvCxnSpPr/>
            <p:nvPr/>
          </p:nvCxnSpPr>
          <p:spPr>
            <a:xfrm flipH="1" rot="10800000">
              <a:off x="6055500" y="3302975"/>
              <a:ext cx="33000" cy="113700"/>
            </a:xfrm>
            <a:prstGeom prst="straightConnector1">
              <a:avLst/>
            </a:prstGeom>
            <a:noFill/>
            <a:ln cap="flat" cmpd="sng" w="9525">
              <a:solidFill>
                <a:schemeClr val="dk1"/>
              </a:solidFill>
              <a:prstDash val="solid"/>
              <a:miter lim="400000"/>
              <a:headEnd len="sm" w="sm" type="none"/>
              <a:tailEnd len="sm" w="sm" type="none"/>
            </a:ln>
          </p:spPr>
        </p:cxnSp>
        <p:cxnSp>
          <p:nvCxnSpPr>
            <p:cNvPr id="517" name="Google Shape;517;p57"/>
            <p:cNvCxnSpPr/>
            <p:nvPr/>
          </p:nvCxnSpPr>
          <p:spPr>
            <a:xfrm rot="10800000">
              <a:off x="6005025" y="3145225"/>
              <a:ext cx="81300" cy="159900"/>
            </a:xfrm>
            <a:prstGeom prst="straightConnector1">
              <a:avLst/>
            </a:prstGeom>
            <a:noFill/>
            <a:ln cap="flat" cmpd="sng" w="9525">
              <a:solidFill>
                <a:schemeClr val="dk1"/>
              </a:solidFill>
              <a:prstDash val="solid"/>
              <a:miter lim="400000"/>
              <a:headEnd len="sm" w="sm" type="none"/>
              <a:tailEnd len="sm" w="sm" type="none"/>
            </a:ln>
          </p:spPr>
        </p:cxnSp>
        <p:cxnSp>
          <p:nvCxnSpPr>
            <p:cNvPr id="518" name="Google Shape;518;p57"/>
            <p:cNvCxnSpPr/>
            <p:nvPr/>
          </p:nvCxnSpPr>
          <p:spPr>
            <a:xfrm flipH="1" rot="10800000">
              <a:off x="6513287" y="3395753"/>
              <a:ext cx="119100" cy="67800"/>
            </a:xfrm>
            <a:prstGeom prst="straightConnector1">
              <a:avLst/>
            </a:prstGeom>
            <a:noFill/>
            <a:ln cap="flat" cmpd="sng" w="9525">
              <a:solidFill>
                <a:schemeClr val="dk1"/>
              </a:solidFill>
              <a:prstDash val="solid"/>
              <a:miter lim="400000"/>
              <a:headEnd len="sm" w="sm" type="none"/>
              <a:tailEnd len="sm" w="sm" type="none"/>
            </a:ln>
          </p:spPr>
        </p:cxnSp>
        <p:sp>
          <p:nvSpPr>
            <p:cNvPr id="519" name="Google Shape;519;p57"/>
            <p:cNvSpPr/>
            <p:nvPr/>
          </p:nvSpPr>
          <p:spPr>
            <a:xfrm>
              <a:off x="6235453" y="3168076"/>
              <a:ext cx="108600" cy="108600"/>
            </a:xfrm>
            <a:prstGeom prst="ellipse">
              <a:avLst/>
            </a:prstGeom>
            <a:solidFill>
              <a:schemeClr val="accent2"/>
            </a:solidFill>
            <a:ln cap="flat" cmpd="sng" w="9525">
              <a:solidFill>
                <a:schemeClr val="dk1"/>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l">
                <a:spcBef>
                  <a:spcPts val="0"/>
                </a:spcBef>
                <a:spcAft>
                  <a:spcPts val="0"/>
                </a:spcAft>
                <a:buClr>
                  <a:srgbClr val="000000"/>
                </a:buClr>
                <a:buSzPts val="1125"/>
                <a:buFont typeface="Arial"/>
                <a:buNone/>
              </a:pPr>
              <a:r>
                <a:t/>
              </a:r>
              <a:endParaRPr b="0" i="0" sz="1125" u="none" cap="none" strike="noStrike">
                <a:solidFill>
                  <a:srgbClr val="000000"/>
                </a:solidFill>
                <a:latin typeface="Calibri"/>
                <a:ea typeface="Calibri"/>
                <a:cs typeface="Calibri"/>
                <a:sym typeface="Calibri"/>
              </a:endParaRPr>
            </a:p>
          </p:txBody>
        </p:sp>
        <p:sp>
          <p:nvSpPr>
            <p:cNvPr id="520" name="Google Shape;520;p57"/>
            <p:cNvSpPr/>
            <p:nvPr/>
          </p:nvSpPr>
          <p:spPr>
            <a:xfrm>
              <a:off x="6391267" y="3276345"/>
              <a:ext cx="93600" cy="93600"/>
            </a:xfrm>
            <a:prstGeom prst="ellipse">
              <a:avLst/>
            </a:prstGeom>
            <a:solidFill>
              <a:schemeClr val="accent2"/>
            </a:solidFill>
            <a:ln cap="flat" cmpd="sng" w="9525">
              <a:solidFill>
                <a:schemeClr val="dk1"/>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l">
                <a:spcBef>
                  <a:spcPts val="0"/>
                </a:spcBef>
                <a:spcAft>
                  <a:spcPts val="0"/>
                </a:spcAft>
                <a:buClr>
                  <a:srgbClr val="000000"/>
                </a:buClr>
                <a:buSzPts val="1125"/>
                <a:buFont typeface="Arial"/>
                <a:buNone/>
              </a:pPr>
              <a:r>
                <a:t/>
              </a:r>
              <a:endParaRPr b="0" i="0" sz="1125" u="none" cap="none" strike="noStrike">
                <a:solidFill>
                  <a:srgbClr val="000000"/>
                </a:solidFill>
                <a:latin typeface="Calibri"/>
                <a:ea typeface="Calibri"/>
                <a:cs typeface="Calibri"/>
                <a:sym typeface="Calibri"/>
              </a:endParaRPr>
            </a:p>
          </p:txBody>
        </p:sp>
        <p:sp>
          <p:nvSpPr>
            <p:cNvPr id="521" name="Google Shape;521;p57"/>
            <p:cNvSpPr/>
            <p:nvPr/>
          </p:nvSpPr>
          <p:spPr>
            <a:xfrm>
              <a:off x="6322225" y="3387826"/>
              <a:ext cx="83100" cy="83100"/>
            </a:xfrm>
            <a:prstGeom prst="ellipse">
              <a:avLst/>
            </a:prstGeom>
            <a:solidFill>
              <a:schemeClr val="accent2"/>
            </a:solidFill>
            <a:ln cap="flat" cmpd="sng" w="9525">
              <a:solidFill>
                <a:schemeClr val="dk1"/>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l">
                <a:spcBef>
                  <a:spcPts val="0"/>
                </a:spcBef>
                <a:spcAft>
                  <a:spcPts val="0"/>
                </a:spcAft>
                <a:buClr>
                  <a:srgbClr val="000000"/>
                </a:buClr>
                <a:buSzPts val="1125"/>
                <a:buFont typeface="Arial"/>
                <a:buNone/>
              </a:pPr>
              <a:r>
                <a:t/>
              </a:r>
              <a:endParaRPr b="0" i="0" sz="1125" u="none" cap="none" strike="noStrike">
                <a:solidFill>
                  <a:srgbClr val="000000"/>
                </a:solidFill>
                <a:latin typeface="Calibri"/>
                <a:ea typeface="Calibri"/>
                <a:cs typeface="Calibri"/>
                <a:sym typeface="Calibri"/>
              </a:endParaRPr>
            </a:p>
          </p:txBody>
        </p:sp>
        <p:sp>
          <p:nvSpPr>
            <p:cNvPr id="522" name="Google Shape;522;p57"/>
            <p:cNvSpPr/>
            <p:nvPr/>
          </p:nvSpPr>
          <p:spPr>
            <a:xfrm>
              <a:off x="6483062" y="3428294"/>
              <a:ext cx="69600" cy="69600"/>
            </a:xfrm>
            <a:prstGeom prst="ellipse">
              <a:avLst/>
            </a:prstGeom>
            <a:solidFill>
              <a:schemeClr val="accent2"/>
            </a:solidFill>
            <a:ln cap="flat" cmpd="sng" w="9525">
              <a:solidFill>
                <a:schemeClr val="dk1"/>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l">
                <a:spcBef>
                  <a:spcPts val="0"/>
                </a:spcBef>
                <a:spcAft>
                  <a:spcPts val="0"/>
                </a:spcAft>
                <a:buClr>
                  <a:srgbClr val="000000"/>
                </a:buClr>
                <a:buSzPts val="1125"/>
                <a:buFont typeface="Arial"/>
                <a:buNone/>
              </a:pPr>
              <a:r>
                <a:t/>
              </a:r>
              <a:endParaRPr b="0" i="0" sz="1125" u="none" cap="none" strike="noStrike">
                <a:solidFill>
                  <a:srgbClr val="000000"/>
                </a:solidFill>
                <a:latin typeface="Calibri"/>
                <a:ea typeface="Calibri"/>
                <a:cs typeface="Calibri"/>
                <a:sym typeface="Calibri"/>
              </a:endParaRPr>
            </a:p>
          </p:txBody>
        </p:sp>
        <p:sp>
          <p:nvSpPr>
            <p:cNvPr id="523" name="Google Shape;523;p57"/>
            <p:cNvSpPr/>
            <p:nvPr/>
          </p:nvSpPr>
          <p:spPr>
            <a:xfrm>
              <a:off x="6595326" y="3358913"/>
              <a:ext cx="69600" cy="69600"/>
            </a:xfrm>
            <a:prstGeom prst="ellipse">
              <a:avLst/>
            </a:prstGeom>
            <a:solidFill>
              <a:schemeClr val="accent2"/>
            </a:solidFill>
            <a:ln cap="flat" cmpd="sng" w="9525">
              <a:solidFill>
                <a:schemeClr val="dk1"/>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l">
                <a:spcBef>
                  <a:spcPts val="0"/>
                </a:spcBef>
                <a:spcAft>
                  <a:spcPts val="0"/>
                </a:spcAft>
                <a:buClr>
                  <a:srgbClr val="000000"/>
                </a:buClr>
                <a:buSzPts val="1125"/>
                <a:buFont typeface="Arial"/>
                <a:buNone/>
              </a:pPr>
              <a:r>
                <a:t/>
              </a:r>
              <a:endParaRPr b="0" i="0" sz="1125" u="none" cap="none" strike="noStrike">
                <a:solidFill>
                  <a:srgbClr val="000000"/>
                </a:solidFill>
                <a:latin typeface="Calibri"/>
                <a:ea typeface="Calibri"/>
                <a:cs typeface="Calibri"/>
                <a:sym typeface="Calibri"/>
              </a:endParaRPr>
            </a:p>
          </p:txBody>
        </p:sp>
        <p:sp>
          <p:nvSpPr>
            <p:cNvPr id="524" name="Google Shape;524;p57"/>
            <p:cNvSpPr/>
            <p:nvPr/>
          </p:nvSpPr>
          <p:spPr>
            <a:xfrm>
              <a:off x="6610123" y="3251370"/>
              <a:ext cx="69600" cy="69600"/>
            </a:xfrm>
            <a:prstGeom prst="ellipse">
              <a:avLst/>
            </a:prstGeom>
            <a:solidFill>
              <a:schemeClr val="accent2"/>
            </a:solidFill>
            <a:ln cap="flat" cmpd="sng" w="9525">
              <a:solidFill>
                <a:schemeClr val="dk1"/>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l">
                <a:spcBef>
                  <a:spcPts val="0"/>
                </a:spcBef>
                <a:spcAft>
                  <a:spcPts val="0"/>
                </a:spcAft>
                <a:buClr>
                  <a:srgbClr val="000000"/>
                </a:buClr>
                <a:buSzPts val="1125"/>
                <a:buFont typeface="Arial"/>
                <a:buNone/>
              </a:pPr>
              <a:r>
                <a:t/>
              </a:r>
              <a:endParaRPr b="0" i="0" sz="1125" u="none" cap="none" strike="noStrike">
                <a:solidFill>
                  <a:srgbClr val="000000"/>
                </a:solidFill>
                <a:latin typeface="Calibri"/>
                <a:ea typeface="Calibri"/>
                <a:cs typeface="Calibri"/>
                <a:sym typeface="Calibri"/>
              </a:endParaRPr>
            </a:p>
          </p:txBody>
        </p:sp>
        <p:sp>
          <p:nvSpPr>
            <p:cNvPr id="525" name="Google Shape;525;p57"/>
            <p:cNvSpPr/>
            <p:nvPr/>
          </p:nvSpPr>
          <p:spPr>
            <a:xfrm>
              <a:off x="6535812" y="3132077"/>
              <a:ext cx="69600" cy="69600"/>
            </a:xfrm>
            <a:prstGeom prst="ellipse">
              <a:avLst/>
            </a:prstGeom>
            <a:solidFill>
              <a:schemeClr val="accent2"/>
            </a:solidFill>
            <a:ln cap="flat" cmpd="sng" w="9525">
              <a:solidFill>
                <a:schemeClr val="dk1"/>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l">
                <a:spcBef>
                  <a:spcPts val="0"/>
                </a:spcBef>
                <a:spcAft>
                  <a:spcPts val="0"/>
                </a:spcAft>
                <a:buClr>
                  <a:srgbClr val="000000"/>
                </a:buClr>
                <a:buSzPts val="1125"/>
                <a:buFont typeface="Arial"/>
                <a:buNone/>
              </a:pPr>
              <a:r>
                <a:t/>
              </a:r>
              <a:endParaRPr b="0" i="0" sz="1125" u="none" cap="none" strike="noStrike">
                <a:solidFill>
                  <a:srgbClr val="000000"/>
                </a:solidFill>
                <a:latin typeface="Calibri"/>
                <a:ea typeface="Calibri"/>
                <a:cs typeface="Calibri"/>
                <a:sym typeface="Calibri"/>
              </a:endParaRPr>
            </a:p>
          </p:txBody>
        </p:sp>
        <p:sp>
          <p:nvSpPr>
            <p:cNvPr id="526" name="Google Shape;526;p57"/>
            <p:cNvSpPr/>
            <p:nvPr/>
          </p:nvSpPr>
          <p:spPr>
            <a:xfrm>
              <a:off x="6452803" y="3082614"/>
              <a:ext cx="69600" cy="69600"/>
            </a:xfrm>
            <a:prstGeom prst="ellipse">
              <a:avLst/>
            </a:prstGeom>
            <a:solidFill>
              <a:schemeClr val="accent2"/>
            </a:solidFill>
            <a:ln cap="flat" cmpd="sng" w="9525">
              <a:solidFill>
                <a:schemeClr val="dk1"/>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l">
                <a:spcBef>
                  <a:spcPts val="0"/>
                </a:spcBef>
                <a:spcAft>
                  <a:spcPts val="0"/>
                </a:spcAft>
                <a:buClr>
                  <a:srgbClr val="000000"/>
                </a:buClr>
                <a:buSzPts val="1125"/>
                <a:buFont typeface="Arial"/>
                <a:buNone/>
              </a:pPr>
              <a:r>
                <a:t/>
              </a:r>
              <a:endParaRPr b="0" i="0" sz="1125" u="none" cap="none" strike="noStrike">
                <a:solidFill>
                  <a:srgbClr val="000000"/>
                </a:solidFill>
                <a:latin typeface="Calibri"/>
                <a:ea typeface="Calibri"/>
                <a:cs typeface="Calibri"/>
                <a:sym typeface="Calibri"/>
              </a:endParaRPr>
            </a:p>
          </p:txBody>
        </p:sp>
        <p:sp>
          <p:nvSpPr>
            <p:cNvPr id="527" name="Google Shape;527;p57"/>
            <p:cNvSpPr/>
            <p:nvPr/>
          </p:nvSpPr>
          <p:spPr>
            <a:xfrm>
              <a:off x="6120876" y="2724232"/>
              <a:ext cx="69600" cy="69600"/>
            </a:xfrm>
            <a:prstGeom prst="ellipse">
              <a:avLst/>
            </a:prstGeom>
            <a:solidFill>
              <a:srgbClr val="FFFFFF"/>
            </a:solidFill>
            <a:ln cap="flat" cmpd="sng" w="9525">
              <a:solidFill>
                <a:schemeClr val="dk1"/>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l">
                <a:spcBef>
                  <a:spcPts val="0"/>
                </a:spcBef>
                <a:spcAft>
                  <a:spcPts val="0"/>
                </a:spcAft>
                <a:buClr>
                  <a:srgbClr val="000000"/>
                </a:buClr>
                <a:buSzPts val="1125"/>
                <a:buFont typeface="Arial"/>
                <a:buNone/>
              </a:pPr>
              <a:r>
                <a:t/>
              </a:r>
              <a:endParaRPr b="0" i="0" sz="1125" u="none" cap="none" strike="noStrike">
                <a:solidFill>
                  <a:srgbClr val="000000"/>
                </a:solidFill>
                <a:latin typeface="Calibri"/>
                <a:ea typeface="Calibri"/>
                <a:cs typeface="Calibri"/>
                <a:sym typeface="Calibri"/>
              </a:endParaRPr>
            </a:p>
          </p:txBody>
        </p:sp>
        <p:sp>
          <p:nvSpPr>
            <p:cNvPr id="528" name="Google Shape;528;p57"/>
            <p:cNvSpPr/>
            <p:nvPr/>
          </p:nvSpPr>
          <p:spPr>
            <a:xfrm>
              <a:off x="6227334" y="2669834"/>
              <a:ext cx="69600" cy="69600"/>
            </a:xfrm>
            <a:prstGeom prst="ellipse">
              <a:avLst/>
            </a:prstGeom>
            <a:solidFill>
              <a:srgbClr val="FFFFFF"/>
            </a:solidFill>
            <a:ln cap="flat" cmpd="sng" w="9525">
              <a:solidFill>
                <a:schemeClr val="dk1"/>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l">
                <a:spcBef>
                  <a:spcPts val="0"/>
                </a:spcBef>
                <a:spcAft>
                  <a:spcPts val="0"/>
                </a:spcAft>
                <a:buClr>
                  <a:srgbClr val="000000"/>
                </a:buClr>
                <a:buSzPts val="1125"/>
                <a:buFont typeface="Arial"/>
                <a:buNone/>
              </a:pPr>
              <a:r>
                <a:t/>
              </a:r>
              <a:endParaRPr b="0" i="0" sz="1125" u="none" cap="none" strike="noStrike">
                <a:solidFill>
                  <a:srgbClr val="000000"/>
                </a:solidFill>
                <a:latin typeface="Calibri"/>
                <a:ea typeface="Calibri"/>
                <a:cs typeface="Calibri"/>
                <a:sym typeface="Calibri"/>
              </a:endParaRPr>
            </a:p>
          </p:txBody>
        </p:sp>
        <p:sp>
          <p:nvSpPr>
            <p:cNvPr id="529" name="Google Shape;529;p57"/>
            <p:cNvSpPr/>
            <p:nvPr/>
          </p:nvSpPr>
          <p:spPr>
            <a:xfrm>
              <a:off x="6369789" y="2681718"/>
              <a:ext cx="69600" cy="69600"/>
            </a:xfrm>
            <a:prstGeom prst="ellipse">
              <a:avLst/>
            </a:prstGeom>
            <a:solidFill>
              <a:srgbClr val="FFFFFF"/>
            </a:solidFill>
            <a:ln cap="flat" cmpd="sng" w="9525">
              <a:solidFill>
                <a:schemeClr val="dk1"/>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l">
                <a:spcBef>
                  <a:spcPts val="0"/>
                </a:spcBef>
                <a:spcAft>
                  <a:spcPts val="0"/>
                </a:spcAft>
                <a:buClr>
                  <a:srgbClr val="000000"/>
                </a:buClr>
                <a:buSzPts val="1125"/>
                <a:buFont typeface="Arial"/>
                <a:buNone/>
              </a:pPr>
              <a:r>
                <a:t/>
              </a:r>
              <a:endParaRPr b="0" i="0" sz="1125" u="none" cap="none" strike="noStrike">
                <a:solidFill>
                  <a:srgbClr val="000000"/>
                </a:solidFill>
                <a:latin typeface="Calibri"/>
                <a:ea typeface="Calibri"/>
                <a:cs typeface="Calibri"/>
                <a:sym typeface="Calibri"/>
              </a:endParaRPr>
            </a:p>
          </p:txBody>
        </p:sp>
        <p:sp>
          <p:nvSpPr>
            <p:cNvPr id="530" name="Google Shape;530;p57"/>
            <p:cNvSpPr/>
            <p:nvPr/>
          </p:nvSpPr>
          <p:spPr>
            <a:xfrm>
              <a:off x="6410847" y="2814902"/>
              <a:ext cx="69600" cy="69600"/>
            </a:xfrm>
            <a:prstGeom prst="ellipse">
              <a:avLst/>
            </a:prstGeom>
            <a:solidFill>
              <a:srgbClr val="FFFFFF"/>
            </a:solidFill>
            <a:ln cap="flat" cmpd="sng" w="9525">
              <a:solidFill>
                <a:schemeClr val="dk1"/>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l">
                <a:spcBef>
                  <a:spcPts val="0"/>
                </a:spcBef>
                <a:spcAft>
                  <a:spcPts val="0"/>
                </a:spcAft>
                <a:buClr>
                  <a:srgbClr val="000000"/>
                </a:buClr>
                <a:buSzPts val="1125"/>
                <a:buFont typeface="Arial"/>
                <a:buNone/>
              </a:pPr>
              <a:r>
                <a:t/>
              </a:r>
              <a:endParaRPr b="0" i="0" sz="1125" u="none" cap="none" strike="noStrike">
                <a:solidFill>
                  <a:srgbClr val="000000"/>
                </a:solidFill>
                <a:latin typeface="Calibri"/>
                <a:ea typeface="Calibri"/>
                <a:cs typeface="Calibri"/>
                <a:sym typeface="Calibri"/>
              </a:endParaRPr>
            </a:p>
          </p:txBody>
        </p:sp>
        <p:sp>
          <p:nvSpPr>
            <p:cNvPr id="531" name="Google Shape;531;p57"/>
            <p:cNvSpPr/>
            <p:nvPr/>
          </p:nvSpPr>
          <p:spPr>
            <a:xfrm>
              <a:off x="6243394" y="2773021"/>
              <a:ext cx="93600" cy="93600"/>
            </a:xfrm>
            <a:prstGeom prst="ellipse">
              <a:avLst/>
            </a:prstGeom>
            <a:solidFill>
              <a:srgbClr val="FFFFFF"/>
            </a:solidFill>
            <a:ln cap="flat" cmpd="sng" w="9525">
              <a:solidFill>
                <a:schemeClr val="dk1"/>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l">
                <a:spcBef>
                  <a:spcPts val="0"/>
                </a:spcBef>
                <a:spcAft>
                  <a:spcPts val="0"/>
                </a:spcAft>
                <a:buClr>
                  <a:srgbClr val="000000"/>
                </a:buClr>
                <a:buSzPts val="1125"/>
                <a:buFont typeface="Arial"/>
                <a:buNone/>
              </a:pPr>
              <a:r>
                <a:t/>
              </a:r>
              <a:endParaRPr b="0" i="0" sz="1125" u="none" cap="none" strike="noStrike">
                <a:solidFill>
                  <a:srgbClr val="000000"/>
                </a:solidFill>
                <a:latin typeface="Calibri"/>
                <a:ea typeface="Calibri"/>
                <a:cs typeface="Calibri"/>
                <a:sym typeface="Calibri"/>
              </a:endParaRPr>
            </a:p>
          </p:txBody>
        </p:sp>
        <p:sp>
          <p:nvSpPr>
            <p:cNvPr id="532" name="Google Shape;532;p57"/>
            <p:cNvSpPr/>
            <p:nvPr/>
          </p:nvSpPr>
          <p:spPr>
            <a:xfrm>
              <a:off x="6140375" y="2894794"/>
              <a:ext cx="93600" cy="93600"/>
            </a:xfrm>
            <a:prstGeom prst="ellipse">
              <a:avLst/>
            </a:prstGeom>
            <a:solidFill>
              <a:srgbClr val="FFFFFF"/>
            </a:solidFill>
            <a:ln cap="flat" cmpd="sng" w="9525">
              <a:solidFill>
                <a:schemeClr val="dk1"/>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l">
                <a:spcBef>
                  <a:spcPts val="0"/>
                </a:spcBef>
                <a:spcAft>
                  <a:spcPts val="0"/>
                </a:spcAft>
                <a:buClr>
                  <a:srgbClr val="000000"/>
                </a:buClr>
                <a:buSzPts val="1125"/>
                <a:buFont typeface="Arial"/>
                <a:buNone/>
              </a:pPr>
              <a:r>
                <a:t/>
              </a:r>
              <a:endParaRPr b="0" i="0" sz="1125" u="none" cap="none" strike="noStrike">
                <a:solidFill>
                  <a:srgbClr val="000000"/>
                </a:solidFill>
                <a:latin typeface="Calibri"/>
                <a:ea typeface="Calibri"/>
                <a:cs typeface="Calibri"/>
                <a:sym typeface="Calibri"/>
              </a:endParaRPr>
            </a:p>
          </p:txBody>
        </p:sp>
        <p:sp>
          <p:nvSpPr>
            <p:cNvPr id="533" name="Google Shape;533;p57"/>
            <p:cNvSpPr/>
            <p:nvPr/>
          </p:nvSpPr>
          <p:spPr>
            <a:xfrm>
              <a:off x="6322225" y="2896776"/>
              <a:ext cx="93600" cy="93600"/>
            </a:xfrm>
            <a:prstGeom prst="ellipse">
              <a:avLst/>
            </a:prstGeom>
            <a:solidFill>
              <a:srgbClr val="FFFFFF"/>
            </a:solidFill>
            <a:ln cap="flat" cmpd="sng" w="9525">
              <a:solidFill>
                <a:schemeClr val="dk1"/>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l">
                <a:spcBef>
                  <a:spcPts val="0"/>
                </a:spcBef>
                <a:spcAft>
                  <a:spcPts val="0"/>
                </a:spcAft>
                <a:buClr>
                  <a:srgbClr val="000000"/>
                </a:buClr>
                <a:buSzPts val="1125"/>
                <a:buFont typeface="Arial"/>
                <a:buNone/>
              </a:pPr>
              <a:r>
                <a:t/>
              </a:r>
              <a:endParaRPr b="0" i="0" sz="1125" u="none" cap="none" strike="noStrike">
                <a:solidFill>
                  <a:srgbClr val="000000"/>
                </a:solidFill>
                <a:latin typeface="Calibri"/>
                <a:ea typeface="Calibri"/>
                <a:cs typeface="Calibri"/>
                <a:sym typeface="Calibri"/>
              </a:endParaRPr>
            </a:p>
          </p:txBody>
        </p:sp>
        <p:sp>
          <p:nvSpPr>
            <p:cNvPr id="498" name="Google Shape;498;p57"/>
            <p:cNvSpPr/>
            <p:nvPr/>
          </p:nvSpPr>
          <p:spPr>
            <a:xfrm>
              <a:off x="6105150" y="3037776"/>
              <a:ext cx="108600" cy="108600"/>
            </a:xfrm>
            <a:prstGeom prst="ellipse">
              <a:avLst/>
            </a:prstGeom>
            <a:solidFill>
              <a:srgbClr val="FFFFFF"/>
            </a:solidFill>
            <a:ln cap="flat" cmpd="sng" w="9525">
              <a:solidFill>
                <a:schemeClr val="dk1"/>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l">
                <a:spcBef>
                  <a:spcPts val="0"/>
                </a:spcBef>
                <a:spcAft>
                  <a:spcPts val="0"/>
                </a:spcAft>
                <a:buClr>
                  <a:srgbClr val="000000"/>
                </a:buClr>
                <a:buSzPts val="1125"/>
                <a:buFont typeface="Arial"/>
                <a:buNone/>
              </a:pPr>
              <a:r>
                <a:t/>
              </a:r>
              <a:endParaRPr b="0" i="0" sz="1125" u="none" cap="none" strike="noStrike">
                <a:solidFill>
                  <a:srgbClr val="000000"/>
                </a:solidFill>
                <a:latin typeface="Calibri"/>
                <a:ea typeface="Calibri"/>
                <a:cs typeface="Calibri"/>
                <a:sym typeface="Calibri"/>
              </a:endParaRPr>
            </a:p>
          </p:txBody>
        </p:sp>
        <p:sp>
          <p:nvSpPr>
            <p:cNvPr id="534" name="Google Shape;534;p57"/>
            <p:cNvSpPr/>
            <p:nvPr/>
          </p:nvSpPr>
          <p:spPr>
            <a:xfrm>
              <a:off x="5908321" y="3266352"/>
              <a:ext cx="83100" cy="83100"/>
            </a:xfrm>
            <a:prstGeom prst="ellipse">
              <a:avLst/>
            </a:prstGeom>
            <a:solidFill>
              <a:schemeClr val="accent4"/>
            </a:solidFill>
            <a:ln cap="flat" cmpd="sng" w="9525">
              <a:solidFill>
                <a:schemeClr val="dk1"/>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l">
                <a:spcBef>
                  <a:spcPts val="0"/>
                </a:spcBef>
                <a:spcAft>
                  <a:spcPts val="0"/>
                </a:spcAft>
                <a:buClr>
                  <a:srgbClr val="000000"/>
                </a:buClr>
                <a:buSzPts val="1125"/>
                <a:buFont typeface="Arial"/>
                <a:buNone/>
              </a:pPr>
              <a:r>
                <a:t/>
              </a:r>
              <a:endParaRPr b="0" i="0" sz="1125" u="none" cap="none" strike="noStrike">
                <a:solidFill>
                  <a:srgbClr val="000000"/>
                </a:solidFill>
                <a:latin typeface="Calibri"/>
                <a:ea typeface="Calibri"/>
                <a:cs typeface="Calibri"/>
                <a:sym typeface="Calibri"/>
              </a:endParaRPr>
            </a:p>
          </p:txBody>
        </p:sp>
        <p:sp>
          <p:nvSpPr>
            <p:cNvPr id="535" name="Google Shape;535;p57"/>
            <p:cNvSpPr/>
            <p:nvPr/>
          </p:nvSpPr>
          <p:spPr>
            <a:xfrm>
              <a:off x="5799024" y="3335183"/>
              <a:ext cx="69600" cy="69600"/>
            </a:xfrm>
            <a:prstGeom prst="ellipse">
              <a:avLst/>
            </a:prstGeom>
            <a:solidFill>
              <a:schemeClr val="accent4"/>
            </a:solidFill>
            <a:ln cap="flat" cmpd="sng" w="9525">
              <a:solidFill>
                <a:schemeClr val="dk1"/>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l">
                <a:spcBef>
                  <a:spcPts val="0"/>
                </a:spcBef>
                <a:spcAft>
                  <a:spcPts val="0"/>
                </a:spcAft>
                <a:buClr>
                  <a:srgbClr val="000000"/>
                </a:buClr>
                <a:buSzPts val="1125"/>
                <a:buFont typeface="Arial"/>
                <a:buNone/>
              </a:pPr>
              <a:r>
                <a:t/>
              </a:r>
              <a:endParaRPr b="0" i="0" sz="1125" u="none" cap="none" strike="noStrike">
                <a:solidFill>
                  <a:srgbClr val="000000"/>
                </a:solidFill>
                <a:latin typeface="Calibri"/>
                <a:ea typeface="Calibri"/>
                <a:cs typeface="Calibri"/>
                <a:sym typeface="Calibri"/>
              </a:endParaRPr>
            </a:p>
          </p:txBody>
        </p:sp>
        <p:sp>
          <p:nvSpPr>
            <p:cNvPr id="536" name="Google Shape;536;p57"/>
            <p:cNvSpPr/>
            <p:nvPr/>
          </p:nvSpPr>
          <p:spPr>
            <a:xfrm>
              <a:off x="5917888" y="3401505"/>
              <a:ext cx="69600" cy="69600"/>
            </a:xfrm>
            <a:prstGeom prst="ellipse">
              <a:avLst/>
            </a:prstGeom>
            <a:solidFill>
              <a:schemeClr val="accent4"/>
            </a:solidFill>
            <a:ln cap="flat" cmpd="sng" w="9525">
              <a:solidFill>
                <a:schemeClr val="dk1"/>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l">
                <a:spcBef>
                  <a:spcPts val="0"/>
                </a:spcBef>
                <a:spcAft>
                  <a:spcPts val="0"/>
                </a:spcAft>
                <a:buClr>
                  <a:srgbClr val="000000"/>
                </a:buClr>
                <a:buSzPts val="1125"/>
                <a:buFont typeface="Arial"/>
                <a:buNone/>
              </a:pPr>
              <a:r>
                <a:t/>
              </a:r>
              <a:endParaRPr b="0" i="0" sz="1125" u="none" cap="none" strike="noStrike">
                <a:solidFill>
                  <a:srgbClr val="000000"/>
                </a:solidFill>
                <a:latin typeface="Calibri"/>
                <a:ea typeface="Calibri"/>
                <a:cs typeface="Calibri"/>
                <a:sym typeface="Calibri"/>
              </a:endParaRPr>
            </a:p>
          </p:txBody>
        </p:sp>
        <p:sp>
          <p:nvSpPr>
            <p:cNvPr id="537" name="Google Shape;537;p57"/>
            <p:cNvSpPr/>
            <p:nvPr/>
          </p:nvSpPr>
          <p:spPr>
            <a:xfrm>
              <a:off x="6020950" y="3379777"/>
              <a:ext cx="69600" cy="69600"/>
            </a:xfrm>
            <a:prstGeom prst="ellipse">
              <a:avLst/>
            </a:prstGeom>
            <a:solidFill>
              <a:schemeClr val="accent4"/>
            </a:solidFill>
            <a:ln cap="flat" cmpd="sng" w="9525">
              <a:solidFill>
                <a:schemeClr val="dk1"/>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l">
                <a:spcBef>
                  <a:spcPts val="0"/>
                </a:spcBef>
                <a:spcAft>
                  <a:spcPts val="0"/>
                </a:spcAft>
                <a:buClr>
                  <a:srgbClr val="000000"/>
                </a:buClr>
                <a:buSzPts val="1125"/>
                <a:buFont typeface="Arial"/>
                <a:buNone/>
              </a:pPr>
              <a:r>
                <a:t/>
              </a:r>
              <a:endParaRPr b="0" i="0" sz="1125" u="none" cap="none" strike="noStrike">
                <a:solidFill>
                  <a:srgbClr val="000000"/>
                </a:solidFill>
                <a:latin typeface="Calibri"/>
                <a:ea typeface="Calibri"/>
                <a:cs typeface="Calibri"/>
                <a:sym typeface="Calibri"/>
              </a:endParaRPr>
            </a:p>
          </p:txBody>
        </p:sp>
        <p:sp>
          <p:nvSpPr>
            <p:cNvPr id="538" name="Google Shape;538;p57"/>
            <p:cNvSpPr/>
            <p:nvPr/>
          </p:nvSpPr>
          <p:spPr>
            <a:xfrm>
              <a:off x="6048638" y="3267219"/>
              <a:ext cx="69600" cy="69600"/>
            </a:xfrm>
            <a:prstGeom prst="ellipse">
              <a:avLst/>
            </a:prstGeom>
            <a:solidFill>
              <a:schemeClr val="accent4"/>
            </a:solidFill>
            <a:ln cap="flat" cmpd="sng" w="9525">
              <a:solidFill>
                <a:schemeClr val="dk1"/>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l">
                <a:spcBef>
                  <a:spcPts val="0"/>
                </a:spcBef>
                <a:spcAft>
                  <a:spcPts val="0"/>
                </a:spcAft>
                <a:buClr>
                  <a:srgbClr val="000000"/>
                </a:buClr>
                <a:buSzPts val="1125"/>
                <a:buFont typeface="Arial"/>
                <a:buNone/>
              </a:pPr>
              <a:r>
                <a:t/>
              </a:r>
              <a:endParaRPr b="0" i="0" sz="1125" u="none" cap="none" strike="noStrike">
                <a:solidFill>
                  <a:srgbClr val="000000"/>
                </a:solidFill>
                <a:latin typeface="Calibri"/>
                <a:ea typeface="Calibri"/>
                <a:cs typeface="Calibri"/>
                <a:sym typeface="Calibri"/>
              </a:endParaRPr>
            </a:p>
          </p:txBody>
        </p:sp>
        <p:sp>
          <p:nvSpPr>
            <p:cNvPr id="539" name="Google Shape;539;p57"/>
            <p:cNvSpPr/>
            <p:nvPr/>
          </p:nvSpPr>
          <p:spPr>
            <a:xfrm>
              <a:off x="5946195" y="3085926"/>
              <a:ext cx="108600" cy="108600"/>
            </a:xfrm>
            <a:prstGeom prst="ellipse">
              <a:avLst/>
            </a:prstGeom>
            <a:solidFill>
              <a:schemeClr val="accent4"/>
            </a:solidFill>
            <a:ln cap="flat" cmpd="sng" w="9525">
              <a:solidFill>
                <a:schemeClr val="dk1"/>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l">
                <a:spcBef>
                  <a:spcPts val="0"/>
                </a:spcBef>
                <a:spcAft>
                  <a:spcPts val="0"/>
                </a:spcAft>
                <a:buClr>
                  <a:srgbClr val="000000"/>
                </a:buClr>
                <a:buSzPts val="1125"/>
                <a:buFont typeface="Arial"/>
                <a:buNone/>
              </a:pPr>
              <a:r>
                <a:t/>
              </a:r>
              <a:endParaRPr b="0" i="0" sz="1125" u="none" cap="none" strike="noStrike">
                <a:solidFill>
                  <a:srgbClr val="000000"/>
                </a:solidFill>
                <a:latin typeface="Calibri"/>
                <a:ea typeface="Calibri"/>
                <a:cs typeface="Calibri"/>
                <a:sym typeface="Calibri"/>
              </a:endParaRPr>
            </a:p>
          </p:txBody>
        </p:sp>
        <p:sp>
          <p:nvSpPr>
            <p:cNvPr id="540" name="Google Shape;540;p57"/>
            <p:cNvSpPr/>
            <p:nvPr/>
          </p:nvSpPr>
          <p:spPr>
            <a:xfrm>
              <a:off x="5792726" y="3080632"/>
              <a:ext cx="69600" cy="69600"/>
            </a:xfrm>
            <a:prstGeom prst="ellipse">
              <a:avLst/>
            </a:prstGeom>
            <a:solidFill>
              <a:schemeClr val="accent4"/>
            </a:solidFill>
            <a:ln cap="flat" cmpd="sng" w="9525">
              <a:solidFill>
                <a:schemeClr val="dk1"/>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l">
                <a:spcBef>
                  <a:spcPts val="0"/>
                </a:spcBef>
                <a:spcAft>
                  <a:spcPts val="0"/>
                </a:spcAft>
                <a:buClr>
                  <a:srgbClr val="000000"/>
                </a:buClr>
                <a:buSzPts val="1125"/>
                <a:buFont typeface="Arial"/>
                <a:buNone/>
              </a:pPr>
              <a:r>
                <a:t/>
              </a:r>
              <a:endParaRPr b="0" i="0" sz="1125" u="none" cap="none" strike="noStrike">
                <a:solidFill>
                  <a:srgbClr val="000000"/>
                </a:solidFill>
                <a:latin typeface="Calibri"/>
                <a:ea typeface="Calibri"/>
                <a:cs typeface="Calibri"/>
                <a:sym typeface="Calibri"/>
              </a:endParaRPr>
            </a:p>
          </p:txBody>
        </p:sp>
        <p:sp>
          <p:nvSpPr>
            <p:cNvPr id="541" name="Google Shape;541;p57"/>
            <p:cNvSpPr/>
            <p:nvPr/>
          </p:nvSpPr>
          <p:spPr>
            <a:xfrm>
              <a:off x="5847438" y="2966252"/>
              <a:ext cx="76500" cy="76500"/>
            </a:xfrm>
            <a:prstGeom prst="ellipse">
              <a:avLst/>
            </a:prstGeom>
            <a:solidFill>
              <a:schemeClr val="accent4"/>
            </a:solidFill>
            <a:ln cap="flat" cmpd="sng" w="9525">
              <a:solidFill>
                <a:schemeClr val="dk1"/>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l">
                <a:spcBef>
                  <a:spcPts val="0"/>
                </a:spcBef>
                <a:spcAft>
                  <a:spcPts val="0"/>
                </a:spcAft>
                <a:buClr>
                  <a:srgbClr val="000000"/>
                </a:buClr>
                <a:buSzPts val="1125"/>
                <a:buFont typeface="Arial"/>
                <a:buNone/>
              </a:pPr>
              <a:r>
                <a:t/>
              </a:r>
              <a:endParaRPr b="0" i="0" sz="1125" u="none" cap="none" strike="noStrike">
                <a:solidFill>
                  <a:srgbClr val="000000"/>
                </a:solidFill>
                <a:latin typeface="Calibri"/>
                <a:ea typeface="Calibri"/>
                <a:cs typeface="Calibri"/>
                <a:sym typeface="Calibri"/>
              </a:endParaRPr>
            </a:p>
          </p:txBody>
        </p:sp>
        <p:sp>
          <p:nvSpPr>
            <p:cNvPr id="542" name="Google Shape;542;p57"/>
            <p:cNvSpPr/>
            <p:nvPr/>
          </p:nvSpPr>
          <p:spPr>
            <a:xfrm>
              <a:off x="5785191" y="3206314"/>
              <a:ext cx="69000" cy="69000"/>
            </a:xfrm>
            <a:prstGeom prst="ellipse">
              <a:avLst/>
            </a:prstGeom>
            <a:solidFill>
              <a:schemeClr val="accent4"/>
            </a:solidFill>
            <a:ln cap="flat" cmpd="sng" w="9525">
              <a:solidFill>
                <a:schemeClr val="dk1"/>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l">
                <a:spcBef>
                  <a:spcPts val="0"/>
                </a:spcBef>
                <a:spcAft>
                  <a:spcPts val="0"/>
                </a:spcAft>
                <a:buClr>
                  <a:srgbClr val="000000"/>
                </a:buClr>
                <a:buSzPts val="1125"/>
                <a:buFont typeface="Arial"/>
                <a:buNone/>
              </a:pPr>
              <a:r>
                <a:t/>
              </a:r>
              <a:endParaRPr b="0" i="0" sz="1125" u="none" cap="none" strike="noStrike">
                <a:solidFill>
                  <a:srgbClr val="000000"/>
                </a:solidFill>
                <a:latin typeface="Calibri"/>
                <a:ea typeface="Calibri"/>
                <a:cs typeface="Calibri"/>
                <a:sym typeface="Calibri"/>
              </a:endParaRPr>
            </a:p>
          </p:txBody>
        </p:sp>
      </p:grpSp>
      <p:grpSp>
        <p:nvGrpSpPr>
          <p:cNvPr id="543" name="Google Shape;543;p57"/>
          <p:cNvGrpSpPr/>
          <p:nvPr/>
        </p:nvGrpSpPr>
        <p:grpSpPr>
          <a:xfrm>
            <a:off x="2174022" y="2522946"/>
            <a:ext cx="1007614" cy="810111"/>
            <a:chOff x="2128847" y="2736946"/>
            <a:chExt cx="1007614" cy="810111"/>
          </a:xfrm>
        </p:grpSpPr>
        <p:cxnSp>
          <p:nvCxnSpPr>
            <p:cNvPr id="544" name="Google Shape;544;p57"/>
            <p:cNvCxnSpPr/>
            <p:nvPr/>
          </p:nvCxnSpPr>
          <p:spPr>
            <a:xfrm flipH="1">
              <a:off x="2681200" y="2783900"/>
              <a:ext cx="163800" cy="86100"/>
            </a:xfrm>
            <a:prstGeom prst="straightConnector1">
              <a:avLst/>
            </a:prstGeom>
            <a:noFill/>
            <a:ln cap="flat" cmpd="sng" w="9525">
              <a:solidFill>
                <a:schemeClr val="dk1"/>
              </a:solidFill>
              <a:prstDash val="solid"/>
              <a:miter lim="400000"/>
              <a:headEnd len="sm" w="sm" type="none"/>
              <a:tailEnd len="sm" w="sm" type="none"/>
            </a:ln>
          </p:spPr>
        </p:cxnSp>
        <p:cxnSp>
          <p:nvCxnSpPr>
            <p:cNvPr id="545" name="Google Shape;545;p57"/>
            <p:cNvCxnSpPr/>
            <p:nvPr/>
          </p:nvCxnSpPr>
          <p:spPr>
            <a:xfrm flipH="1">
              <a:off x="2638159" y="2865912"/>
              <a:ext cx="42900" cy="147000"/>
            </a:xfrm>
            <a:prstGeom prst="straightConnector1">
              <a:avLst/>
            </a:prstGeom>
            <a:noFill/>
            <a:ln cap="flat" cmpd="sng" w="9525">
              <a:solidFill>
                <a:schemeClr val="dk1"/>
              </a:solidFill>
              <a:prstDash val="solid"/>
              <a:miter lim="400000"/>
              <a:headEnd len="sm" w="sm" type="none"/>
              <a:tailEnd len="sm" w="sm" type="none"/>
            </a:ln>
          </p:spPr>
        </p:cxnSp>
        <p:cxnSp>
          <p:nvCxnSpPr>
            <p:cNvPr id="546" name="Google Shape;546;p57"/>
            <p:cNvCxnSpPr/>
            <p:nvPr/>
          </p:nvCxnSpPr>
          <p:spPr>
            <a:xfrm flipH="1">
              <a:off x="2639634" y="2945111"/>
              <a:ext cx="192900" cy="66600"/>
            </a:xfrm>
            <a:prstGeom prst="straightConnector1">
              <a:avLst/>
            </a:prstGeom>
            <a:noFill/>
            <a:ln cap="flat" cmpd="sng" w="9525">
              <a:solidFill>
                <a:schemeClr val="dk1"/>
              </a:solidFill>
              <a:prstDash val="solid"/>
              <a:miter lim="400000"/>
              <a:headEnd len="sm" w="sm" type="none"/>
              <a:tailEnd len="sm" w="sm" type="none"/>
            </a:ln>
          </p:spPr>
        </p:cxnSp>
        <p:cxnSp>
          <p:nvCxnSpPr>
            <p:cNvPr id="547" name="Google Shape;547;p57"/>
            <p:cNvCxnSpPr/>
            <p:nvPr/>
          </p:nvCxnSpPr>
          <p:spPr>
            <a:xfrm>
              <a:off x="2636532" y="3010324"/>
              <a:ext cx="136200" cy="115200"/>
            </a:xfrm>
            <a:prstGeom prst="straightConnector1">
              <a:avLst/>
            </a:prstGeom>
            <a:noFill/>
            <a:ln cap="flat" cmpd="sng" w="9525">
              <a:solidFill>
                <a:schemeClr val="dk1"/>
              </a:solidFill>
              <a:prstDash val="solid"/>
              <a:miter lim="400000"/>
              <a:headEnd len="sm" w="sm" type="none"/>
              <a:tailEnd len="sm" w="sm" type="none"/>
            </a:ln>
          </p:spPr>
        </p:cxnSp>
        <p:cxnSp>
          <p:nvCxnSpPr>
            <p:cNvPr id="548" name="Google Shape;548;p57"/>
            <p:cNvCxnSpPr/>
            <p:nvPr/>
          </p:nvCxnSpPr>
          <p:spPr>
            <a:xfrm>
              <a:off x="2772770" y="3126861"/>
              <a:ext cx="115200" cy="154200"/>
            </a:xfrm>
            <a:prstGeom prst="straightConnector1">
              <a:avLst/>
            </a:prstGeom>
            <a:noFill/>
            <a:ln cap="flat" cmpd="sng" w="9525">
              <a:solidFill>
                <a:schemeClr val="dk1"/>
              </a:solidFill>
              <a:prstDash val="solid"/>
              <a:miter lim="400000"/>
              <a:headEnd len="sm" w="sm" type="none"/>
              <a:tailEnd len="sm" w="sm" type="none"/>
            </a:ln>
          </p:spPr>
        </p:cxnSp>
        <p:cxnSp>
          <p:nvCxnSpPr>
            <p:cNvPr id="549" name="Google Shape;549;p57"/>
            <p:cNvCxnSpPr/>
            <p:nvPr/>
          </p:nvCxnSpPr>
          <p:spPr>
            <a:xfrm flipH="1">
              <a:off x="2886575" y="3144925"/>
              <a:ext cx="143100" cy="131700"/>
            </a:xfrm>
            <a:prstGeom prst="straightConnector1">
              <a:avLst/>
            </a:prstGeom>
            <a:noFill/>
            <a:ln cap="flat" cmpd="sng" w="9525">
              <a:solidFill>
                <a:schemeClr val="dk1"/>
              </a:solidFill>
              <a:prstDash val="solid"/>
              <a:miter lim="400000"/>
              <a:headEnd len="sm" w="sm" type="none"/>
              <a:tailEnd len="sm" w="sm" type="none"/>
            </a:ln>
          </p:spPr>
        </p:cxnSp>
        <p:cxnSp>
          <p:nvCxnSpPr>
            <p:cNvPr id="550" name="Google Shape;550;p57"/>
            <p:cNvCxnSpPr/>
            <p:nvPr/>
          </p:nvCxnSpPr>
          <p:spPr>
            <a:xfrm flipH="1" rot="10800000">
              <a:off x="2886561" y="3266953"/>
              <a:ext cx="204300" cy="11100"/>
            </a:xfrm>
            <a:prstGeom prst="straightConnector1">
              <a:avLst/>
            </a:prstGeom>
            <a:noFill/>
            <a:ln cap="flat" cmpd="sng" w="9525">
              <a:solidFill>
                <a:schemeClr val="dk1"/>
              </a:solidFill>
              <a:prstDash val="solid"/>
              <a:miter lim="400000"/>
              <a:headEnd len="sm" w="sm" type="none"/>
              <a:tailEnd len="sm" w="sm" type="none"/>
            </a:ln>
          </p:spPr>
        </p:cxnSp>
        <p:cxnSp>
          <p:nvCxnSpPr>
            <p:cNvPr id="551" name="Google Shape;551;p57"/>
            <p:cNvCxnSpPr/>
            <p:nvPr/>
          </p:nvCxnSpPr>
          <p:spPr>
            <a:xfrm rot="10800000">
              <a:off x="2885400" y="3279700"/>
              <a:ext cx="177600" cy="133200"/>
            </a:xfrm>
            <a:prstGeom prst="straightConnector1">
              <a:avLst/>
            </a:prstGeom>
            <a:noFill/>
            <a:ln cap="flat" cmpd="sng" w="9525">
              <a:solidFill>
                <a:schemeClr val="dk1"/>
              </a:solidFill>
              <a:prstDash val="solid"/>
              <a:miter lim="400000"/>
              <a:headEnd len="sm" w="sm" type="none"/>
              <a:tailEnd len="sm" w="sm" type="none"/>
            </a:ln>
          </p:spPr>
        </p:cxnSp>
        <p:cxnSp>
          <p:nvCxnSpPr>
            <p:cNvPr id="552" name="Google Shape;552;p57"/>
            <p:cNvCxnSpPr/>
            <p:nvPr/>
          </p:nvCxnSpPr>
          <p:spPr>
            <a:xfrm flipH="1">
              <a:off x="2642157" y="3277979"/>
              <a:ext cx="244500" cy="51600"/>
            </a:xfrm>
            <a:prstGeom prst="straightConnector1">
              <a:avLst/>
            </a:prstGeom>
            <a:noFill/>
            <a:ln cap="flat" cmpd="sng" w="9525">
              <a:solidFill>
                <a:schemeClr val="dk1"/>
              </a:solidFill>
              <a:prstDash val="solid"/>
              <a:miter lim="400000"/>
              <a:headEnd len="sm" w="sm" type="none"/>
              <a:tailEnd len="sm" w="sm" type="none"/>
            </a:ln>
          </p:spPr>
        </p:cxnSp>
        <p:cxnSp>
          <p:nvCxnSpPr>
            <p:cNvPr id="553" name="Google Shape;553;p57"/>
            <p:cNvCxnSpPr/>
            <p:nvPr/>
          </p:nvCxnSpPr>
          <p:spPr>
            <a:xfrm rot="10800000">
              <a:off x="2524200" y="3193500"/>
              <a:ext cx="116700" cy="134700"/>
            </a:xfrm>
            <a:prstGeom prst="straightConnector1">
              <a:avLst/>
            </a:prstGeom>
            <a:noFill/>
            <a:ln cap="flat" cmpd="sng" w="9525">
              <a:solidFill>
                <a:schemeClr val="dk1"/>
              </a:solidFill>
              <a:prstDash val="solid"/>
              <a:miter lim="400000"/>
              <a:headEnd len="sm" w="sm" type="none"/>
              <a:tailEnd len="sm" w="sm" type="none"/>
            </a:ln>
          </p:spPr>
        </p:cxnSp>
        <p:cxnSp>
          <p:nvCxnSpPr>
            <p:cNvPr id="554" name="Google Shape;554;p57"/>
            <p:cNvCxnSpPr/>
            <p:nvPr/>
          </p:nvCxnSpPr>
          <p:spPr>
            <a:xfrm flipH="1" rot="10800000">
              <a:off x="2439575" y="3328250"/>
              <a:ext cx="199800" cy="66600"/>
            </a:xfrm>
            <a:prstGeom prst="straightConnector1">
              <a:avLst/>
            </a:prstGeom>
            <a:noFill/>
            <a:ln cap="flat" cmpd="sng" w="9525">
              <a:solidFill>
                <a:schemeClr val="dk1"/>
              </a:solidFill>
              <a:prstDash val="solid"/>
              <a:miter lim="400000"/>
              <a:headEnd len="sm" w="sm" type="none"/>
              <a:tailEnd len="sm" w="sm" type="none"/>
            </a:ln>
          </p:spPr>
        </p:cxnSp>
        <p:cxnSp>
          <p:nvCxnSpPr>
            <p:cNvPr id="555" name="Google Shape;555;p57"/>
            <p:cNvCxnSpPr/>
            <p:nvPr/>
          </p:nvCxnSpPr>
          <p:spPr>
            <a:xfrm flipH="1" rot="10800000">
              <a:off x="2313177" y="3058688"/>
              <a:ext cx="97200" cy="137700"/>
            </a:xfrm>
            <a:prstGeom prst="straightConnector1">
              <a:avLst/>
            </a:prstGeom>
            <a:noFill/>
            <a:ln cap="flat" cmpd="sng" w="9525">
              <a:solidFill>
                <a:schemeClr val="dk1"/>
              </a:solidFill>
              <a:prstDash val="solid"/>
              <a:miter lim="400000"/>
              <a:headEnd len="sm" w="sm" type="none"/>
              <a:tailEnd len="sm" w="sm" type="none"/>
            </a:ln>
          </p:spPr>
        </p:cxnSp>
        <p:cxnSp>
          <p:nvCxnSpPr>
            <p:cNvPr id="556" name="Google Shape;556;p57"/>
            <p:cNvCxnSpPr/>
            <p:nvPr/>
          </p:nvCxnSpPr>
          <p:spPr>
            <a:xfrm>
              <a:off x="2411960" y="3060251"/>
              <a:ext cx="111000" cy="133200"/>
            </a:xfrm>
            <a:prstGeom prst="straightConnector1">
              <a:avLst/>
            </a:prstGeom>
            <a:noFill/>
            <a:ln cap="flat" cmpd="sng" w="9525">
              <a:solidFill>
                <a:schemeClr val="dk1"/>
              </a:solidFill>
              <a:prstDash val="solid"/>
              <a:miter lim="400000"/>
              <a:headEnd len="sm" w="sm" type="none"/>
              <a:tailEnd len="sm" w="sm" type="none"/>
            </a:ln>
          </p:spPr>
        </p:cxnSp>
        <p:cxnSp>
          <p:nvCxnSpPr>
            <p:cNvPr id="557" name="Google Shape;557;p57"/>
            <p:cNvCxnSpPr/>
            <p:nvPr/>
          </p:nvCxnSpPr>
          <p:spPr>
            <a:xfrm flipH="1" rot="10800000">
              <a:off x="2413184" y="3007511"/>
              <a:ext cx="226200" cy="47400"/>
            </a:xfrm>
            <a:prstGeom prst="straightConnector1">
              <a:avLst/>
            </a:prstGeom>
            <a:noFill/>
            <a:ln cap="flat" cmpd="sng" w="9525">
              <a:solidFill>
                <a:schemeClr val="dk1"/>
              </a:solidFill>
              <a:prstDash val="solid"/>
              <a:miter lim="400000"/>
              <a:headEnd len="sm" w="sm" type="none"/>
              <a:tailEnd len="sm" w="sm" type="none"/>
            </a:ln>
          </p:spPr>
        </p:cxnSp>
        <p:cxnSp>
          <p:nvCxnSpPr>
            <p:cNvPr id="558" name="Google Shape;558;p57"/>
            <p:cNvCxnSpPr/>
            <p:nvPr/>
          </p:nvCxnSpPr>
          <p:spPr>
            <a:xfrm>
              <a:off x="2218677" y="2932384"/>
              <a:ext cx="194400" cy="122400"/>
            </a:xfrm>
            <a:prstGeom prst="straightConnector1">
              <a:avLst/>
            </a:prstGeom>
            <a:noFill/>
            <a:ln cap="flat" cmpd="sng" w="9525">
              <a:solidFill>
                <a:schemeClr val="dk1"/>
              </a:solidFill>
              <a:prstDash val="solid"/>
              <a:miter lim="400000"/>
              <a:headEnd len="sm" w="sm" type="none"/>
              <a:tailEnd len="sm" w="sm" type="none"/>
            </a:ln>
          </p:spPr>
        </p:cxnSp>
        <p:cxnSp>
          <p:nvCxnSpPr>
            <p:cNvPr id="559" name="Google Shape;559;p57"/>
            <p:cNvCxnSpPr/>
            <p:nvPr/>
          </p:nvCxnSpPr>
          <p:spPr>
            <a:xfrm flipH="1" rot="10800000">
              <a:off x="2178525" y="3053150"/>
              <a:ext cx="230400" cy="27900"/>
            </a:xfrm>
            <a:prstGeom prst="straightConnector1">
              <a:avLst/>
            </a:prstGeom>
            <a:noFill/>
            <a:ln cap="flat" cmpd="sng" w="9525">
              <a:solidFill>
                <a:schemeClr val="dk1"/>
              </a:solidFill>
              <a:prstDash val="solid"/>
              <a:miter lim="400000"/>
              <a:headEnd len="sm" w="sm" type="none"/>
              <a:tailEnd len="sm" w="sm" type="none"/>
            </a:ln>
          </p:spPr>
        </p:cxnSp>
        <p:cxnSp>
          <p:nvCxnSpPr>
            <p:cNvPr id="560" name="Google Shape;560;p57"/>
            <p:cNvCxnSpPr/>
            <p:nvPr/>
          </p:nvCxnSpPr>
          <p:spPr>
            <a:xfrm>
              <a:off x="2334050" y="2808900"/>
              <a:ext cx="127800" cy="104100"/>
            </a:xfrm>
            <a:prstGeom prst="straightConnector1">
              <a:avLst/>
            </a:prstGeom>
            <a:noFill/>
            <a:ln cap="flat" cmpd="sng" w="9525">
              <a:solidFill>
                <a:schemeClr val="dk1"/>
              </a:solidFill>
              <a:prstDash val="solid"/>
              <a:miter lim="400000"/>
              <a:headEnd len="sm" w="sm" type="none"/>
              <a:tailEnd len="sm" w="sm" type="none"/>
            </a:ln>
          </p:spPr>
        </p:cxnSp>
        <p:cxnSp>
          <p:nvCxnSpPr>
            <p:cNvPr id="561" name="Google Shape;561;p57"/>
            <p:cNvCxnSpPr/>
            <p:nvPr/>
          </p:nvCxnSpPr>
          <p:spPr>
            <a:xfrm>
              <a:off x="2463175" y="2914425"/>
              <a:ext cx="177900" cy="93000"/>
            </a:xfrm>
            <a:prstGeom prst="straightConnector1">
              <a:avLst/>
            </a:prstGeom>
            <a:noFill/>
            <a:ln cap="flat" cmpd="sng" w="9525">
              <a:solidFill>
                <a:schemeClr val="dk1"/>
              </a:solidFill>
              <a:prstDash val="solid"/>
              <a:miter lim="400000"/>
              <a:headEnd len="sm" w="sm" type="none"/>
              <a:tailEnd len="sm" w="sm" type="none"/>
            </a:ln>
          </p:spPr>
        </p:cxnSp>
        <p:cxnSp>
          <p:nvCxnSpPr>
            <p:cNvPr id="562" name="Google Shape;562;p57"/>
            <p:cNvCxnSpPr/>
            <p:nvPr/>
          </p:nvCxnSpPr>
          <p:spPr>
            <a:xfrm flipH="1" rot="10800000">
              <a:off x="2627000" y="3332150"/>
              <a:ext cx="16800" cy="171000"/>
            </a:xfrm>
            <a:prstGeom prst="straightConnector1">
              <a:avLst/>
            </a:prstGeom>
            <a:noFill/>
            <a:ln cap="flat" cmpd="sng" w="9525">
              <a:solidFill>
                <a:schemeClr val="dk1"/>
              </a:solidFill>
              <a:prstDash val="solid"/>
              <a:miter lim="400000"/>
              <a:headEnd len="sm" w="sm" type="none"/>
              <a:tailEnd len="sm" w="sm" type="none"/>
            </a:ln>
          </p:spPr>
        </p:cxnSp>
        <p:cxnSp>
          <p:nvCxnSpPr>
            <p:cNvPr id="563" name="Google Shape;563;p57"/>
            <p:cNvCxnSpPr/>
            <p:nvPr/>
          </p:nvCxnSpPr>
          <p:spPr>
            <a:xfrm>
              <a:off x="2646308" y="3330994"/>
              <a:ext cx="158400" cy="106800"/>
            </a:xfrm>
            <a:prstGeom prst="straightConnector1">
              <a:avLst/>
            </a:prstGeom>
            <a:noFill/>
            <a:ln cap="flat" cmpd="sng" w="9525">
              <a:solidFill>
                <a:schemeClr val="dk1"/>
              </a:solidFill>
              <a:prstDash val="solid"/>
              <a:miter lim="400000"/>
              <a:headEnd len="sm" w="sm" type="none"/>
              <a:tailEnd len="sm" w="sm" type="none"/>
            </a:ln>
          </p:spPr>
        </p:cxnSp>
        <p:cxnSp>
          <p:nvCxnSpPr>
            <p:cNvPr id="564" name="Google Shape;564;p57"/>
            <p:cNvCxnSpPr/>
            <p:nvPr/>
          </p:nvCxnSpPr>
          <p:spPr>
            <a:xfrm rot="10800000">
              <a:off x="2803425" y="3439150"/>
              <a:ext cx="148500" cy="50100"/>
            </a:xfrm>
            <a:prstGeom prst="straightConnector1">
              <a:avLst/>
            </a:prstGeom>
            <a:noFill/>
            <a:ln cap="flat" cmpd="sng" w="9525">
              <a:solidFill>
                <a:schemeClr val="dk1"/>
              </a:solidFill>
              <a:prstDash val="solid"/>
              <a:miter lim="400000"/>
              <a:headEnd len="sm" w="sm" type="none"/>
              <a:tailEnd len="sm" w="sm" type="none"/>
            </a:ln>
          </p:spPr>
        </p:cxnSp>
        <p:sp>
          <p:nvSpPr>
            <p:cNvPr id="565" name="Google Shape;565;p57"/>
            <p:cNvSpPr/>
            <p:nvPr/>
          </p:nvSpPr>
          <p:spPr>
            <a:xfrm>
              <a:off x="2796662" y="2736946"/>
              <a:ext cx="96900" cy="96900"/>
            </a:xfrm>
            <a:prstGeom prst="ellipse">
              <a:avLst/>
            </a:prstGeom>
            <a:solidFill>
              <a:srgbClr val="FFFFFF"/>
            </a:solidFill>
            <a:ln cap="flat" cmpd="sng" w="9525">
              <a:solidFill>
                <a:schemeClr val="dk1"/>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l">
                <a:spcBef>
                  <a:spcPts val="0"/>
                </a:spcBef>
                <a:spcAft>
                  <a:spcPts val="0"/>
                </a:spcAft>
                <a:buClr>
                  <a:srgbClr val="000000"/>
                </a:buClr>
                <a:buSzPts val="1125"/>
                <a:buFont typeface="Arial"/>
                <a:buNone/>
              </a:pPr>
              <a:r>
                <a:t/>
              </a:r>
              <a:endParaRPr b="0" i="0" sz="1125" u="none" cap="none" strike="noStrike">
                <a:solidFill>
                  <a:srgbClr val="000000"/>
                </a:solidFill>
                <a:latin typeface="Calibri"/>
                <a:ea typeface="Calibri"/>
                <a:cs typeface="Calibri"/>
                <a:sym typeface="Calibri"/>
              </a:endParaRPr>
            </a:p>
          </p:txBody>
        </p:sp>
        <p:sp>
          <p:nvSpPr>
            <p:cNvPr id="566" name="Google Shape;566;p57"/>
            <p:cNvSpPr/>
            <p:nvPr/>
          </p:nvSpPr>
          <p:spPr>
            <a:xfrm>
              <a:off x="2633397" y="2817708"/>
              <a:ext cx="96900" cy="96900"/>
            </a:xfrm>
            <a:prstGeom prst="ellipse">
              <a:avLst/>
            </a:prstGeom>
            <a:solidFill>
              <a:srgbClr val="FFFFFF"/>
            </a:solidFill>
            <a:ln cap="flat" cmpd="sng" w="9525">
              <a:solidFill>
                <a:schemeClr val="dk1"/>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l">
                <a:spcBef>
                  <a:spcPts val="0"/>
                </a:spcBef>
                <a:spcAft>
                  <a:spcPts val="0"/>
                </a:spcAft>
                <a:buClr>
                  <a:srgbClr val="000000"/>
                </a:buClr>
                <a:buSzPts val="1125"/>
                <a:buFont typeface="Arial"/>
                <a:buNone/>
              </a:pPr>
              <a:r>
                <a:t/>
              </a:r>
              <a:endParaRPr b="0" i="0" sz="1125" u="none" cap="none" strike="noStrike">
                <a:solidFill>
                  <a:srgbClr val="000000"/>
                </a:solidFill>
                <a:latin typeface="Calibri"/>
                <a:ea typeface="Calibri"/>
                <a:cs typeface="Calibri"/>
                <a:sym typeface="Calibri"/>
              </a:endParaRPr>
            </a:p>
          </p:txBody>
        </p:sp>
        <p:sp>
          <p:nvSpPr>
            <p:cNvPr id="567" name="Google Shape;567;p57"/>
            <p:cNvSpPr/>
            <p:nvPr/>
          </p:nvSpPr>
          <p:spPr>
            <a:xfrm>
              <a:off x="2285257" y="2757137"/>
              <a:ext cx="96900" cy="96900"/>
            </a:xfrm>
            <a:prstGeom prst="ellipse">
              <a:avLst/>
            </a:prstGeom>
            <a:solidFill>
              <a:srgbClr val="FFFFFF"/>
            </a:solidFill>
            <a:ln cap="flat" cmpd="sng" w="9525">
              <a:solidFill>
                <a:schemeClr val="dk1"/>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l">
                <a:spcBef>
                  <a:spcPts val="0"/>
                </a:spcBef>
                <a:spcAft>
                  <a:spcPts val="0"/>
                </a:spcAft>
                <a:buClr>
                  <a:srgbClr val="000000"/>
                </a:buClr>
                <a:buSzPts val="1125"/>
                <a:buFont typeface="Arial"/>
                <a:buNone/>
              </a:pPr>
              <a:r>
                <a:t/>
              </a:r>
              <a:endParaRPr b="0" i="0" sz="1125" u="none" cap="none" strike="noStrike">
                <a:solidFill>
                  <a:srgbClr val="000000"/>
                </a:solidFill>
                <a:latin typeface="Calibri"/>
                <a:ea typeface="Calibri"/>
                <a:cs typeface="Calibri"/>
                <a:sym typeface="Calibri"/>
              </a:endParaRPr>
            </a:p>
          </p:txBody>
        </p:sp>
        <p:sp>
          <p:nvSpPr>
            <p:cNvPr id="568" name="Google Shape;568;p57"/>
            <p:cNvSpPr/>
            <p:nvPr/>
          </p:nvSpPr>
          <p:spPr>
            <a:xfrm>
              <a:off x="2416440" y="2865660"/>
              <a:ext cx="96900" cy="96900"/>
            </a:xfrm>
            <a:prstGeom prst="ellipse">
              <a:avLst/>
            </a:prstGeom>
            <a:solidFill>
              <a:srgbClr val="FFFFFF"/>
            </a:solidFill>
            <a:ln cap="flat" cmpd="sng" w="9525">
              <a:solidFill>
                <a:schemeClr val="dk1"/>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l">
                <a:spcBef>
                  <a:spcPts val="0"/>
                </a:spcBef>
                <a:spcAft>
                  <a:spcPts val="0"/>
                </a:spcAft>
                <a:buClr>
                  <a:srgbClr val="000000"/>
                </a:buClr>
                <a:buSzPts val="1125"/>
                <a:buFont typeface="Arial"/>
                <a:buNone/>
              </a:pPr>
              <a:r>
                <a:t/>
              </a:r>
              <a:endParaRPr b="0" i="0" sz="1125" u="none" cap="none" strike="noStrike">
                <a:solidFill>
                  <a:srgbClr val="000000"/>
                </a:solidFill>
                <a:latin typeface="Calibri"/>
                <a:ea typeface="Calibri"/>
                <a:cs typeface="Calibri"/>
                <a:sym typeface="Calibri"/>
              </a:endParaRPr>
            </a:p>
          </p:txBody>
        </p:sp>
        <p:sp>
          <p:nvSpPr>
            <p:cNvPr id="569" name="Google Shape;569;p57"/>
            <p:cNvSpPr/>
            <p:nvPr/>
          </p:nvSpPr>
          <p:spPr>
            <a:xfrm>
              <a:off x="2169211" y="2880802"/>
              <a:ext cx="96900" cy="96900"/>
            </a:xfrm>
            <a:prstGeom prst="ellipse">
              <a:avLst/>
            </a:prstGeom>
            <a:solidFill>
              <a:srgbClr val="FFFFFF"/>
            </a:solidFill>
            <a:ln cap="flat" cmpd="sng" w="9525">
              <a:solidFill>
                <a:schemeClr val="dk1"/>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l">
                <a:spcBef>
                  <a:spcPts val="0"/>
                </a:spcBef>
                <a:spcAft>
                  <a:spcPts val="0"/>
                </a:spcAft>
                <a:buClr>
                  <a:srgbClr val="000000"/>
                </a:buClr>
                <a:buSzPts val="1125"/>
                <a:buFont typeface="Arial"/>
                <a:buNone/>
              </a:pPr>
              <a:r>
                <a:t/>
              </a:r>
              <a:endParaRPr b="0" i="0" sz="1125" u="none" cap="none" strike="noStrike">
                <a:solidFill>
                  <a:srgbClr val="000000"/>
                </a:solidFill>
                <a:latin typeface="Calibri"/>
                <a:ea typeface="Calibri"/>
                <a:cs typeface="Calibri"/>
                <a:sym typeface="Calibri"/>
              </a:endParaRPr>
            </a:p>
          </p:txBody>
        </p:sp>
        <p:sp>
          <p:nvSpPr>
            <p:cNvPr id="570" name="Google Shape;570;p57"/>
            <p:cNvSpPr/>
            <p:nvPr/>
          </p:nvSpPr>
          <p:spPr>
            <a:xfrm>
              <a:off x="2128847" y="3029707"/>
              <a:ext cx="96900" cy="96900"/>
            </a:xfrm>
            <a:prstGeom prst="ellipse">
              <a:avLst/>
            </a:prstGeom>
            <a:solidFill>
              <a:srgbClr val="FFFFFF"/>
            </a:solidFill>
            <a:ln cap="flat" cmpd="sng" w="9525">
              <a:solidFill>
                <a:schemeClr val="dk1"/>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l">
                <a:spcBef>
                  <a:spcPts val="0"/>
                </a:spcBef>
                <a:spcAft>
                  <a:spcPts val="0"/>
                </a:spcAft>
                <a:buClr>
                  <a:srgbClr val="000000"/>
                </a:buClr>
                <a:buSzPts val="1125"/>
                <a:buFont typeface="Arial"/>
                <a:buNone/>
              </a:pPr>
              <a:r>
                <a:t/>
              </a:r>
              <a:endParaRPr b="0" i="0" sz="1125" u="none" cap="none" strike="noStrike">
                <a:solidFill>
                  <a:srgbClr val="000000"/>
                </a:solidFill>
                <a:latin typeface="Calibri"/>
                <a:ea typeface="Calibri"/>
                <a:cs typeface="Calibri"/>
                <a:sym typeface="Calibri"/>
              </a:endParaRPr>
            </a:p>
          </p:txBody>
        </p:sp>
        <p:sp>
          <p:nvSpPr>
            <p:cNvPr id="571" name="Google Shape;571;p57"/>
            <p:cNvSpPr/>
            <p:nvPr/>
          </p:nvSpPr>
          <p:spPr>
            <a:xfrm>
              <a:off x="2265075" y="3148325"/>
              <a:ext cx="96900" cy="96900"/>
            </a:xfrm>
            <a:prstGeom prst="ellipse">
              <a:avLst/>
            </a:prstGeom>
            <a:solidFill>
              <a:srgbClr val="FFFFFF"/>
            </a:solidFill>
            <a:ln cap="flat" cmpd="sng" w="9525">
              <a:solidFill>
                <a:schemeClr val="dk1"/>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l">
                <a:spcBef>
                  <a:spcPts val="0"/>
                </a:spcBef>
                <a:spcAft>
                  <a:spcPts val="0"/>
                </a:spcAft>
                <a:buClr>
                  <a:srgbClr val="000000"/>
                </a:buClr>
                <a:buSzPts val="1125"/>
                <a:buFont typeface="Arial"/>
                <a:buNone/>
              </a:pPr>
              <a:r>
                <a:t/>
              </a:r>
              <a:endParaRPr b="0" i="0" sz="1125" u="none" cap="none" strike="noStrike">
                <a:solidFill>
                  <a:srgbClr val="000000"/>
                </a:solidFill>
                <a:latin typeface="Calibri"/>
                <a:ea typeface="Calibri"/>
                <a:cs typeface="Calibri"/>
                <a:sym typeface="Calibri"/>
              </a:endParaRPr>
            </a:p>
          </p:txBody>
        </p:sp>
        <p:sp>
          <p:nvSpPr>
            <p:cNvPr id="572" name="Google Shape;572;p57"/>
            <p:cNvSpPr/>
            <p:nvPr/>
          </p:nvSpPr>
          <p:spPr>
            <a:xfrm>
              <a:off x="2577643" y="3450157"/>
              <a:ext cx="96900" cy="96900"/>
            </a:xfrm>
            <a:prstGeom prst="ellipse">
              <a:avLst/>
            </a:prstGeom>
            <a:solidFill>
              <a:srgbClr val="FFFFFF"/>
            </a:solidFill>
            <a:ln cap="flat" cmpd="sng" w="9525">
              <a:solidFill>
                <a:schemeClr val="dk1"/>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l">
                <a:spcBef>
                  <a:spcPts val="0"/>
                </a:spcBef>
                <a:spcAft>
                  <a:spcPts val="0"/>
                </a:spcAft>
                <a:buClr>
                  <a:srgbClr val="000000"/>
                </a:buClr>
                <a:buSzPts val="1125"/>
                <a:buFont typeface="Arial"/>
                <a:buNone/>
              </a:pPr>
              <a:r>
                <a:t/>
              </a:r>
              <a:endParaRPr b="0" i="0" sz="1125" u="none" cap="none" strike="noStrike">
                <a:solidFill>
                  <a:srgbClr val="000000"/>
                </a:solidFill>
                <a:latin typeface="Calibri"/>
                <a:ea typeface="Calibri"/>
                <a:cs typeface="Calibri"/>
                <a:sym typeface="Calibri"/>
              </a:endParaRPr>
            </a:p>
          </p:txBody>
        </p:sp>
        <p:sp>
          <p:nvSpPr>
            <p:cNvPr id="573" name="Google Shape;573;p57"/>
            <p:cNvSpPr/>
            <p:nvPr/>
          </p:nvSpPr>
          <p:spPr>
            <a:xfrm>
              <a:off x="2742308" y="3373295"/>
              <a:ext cx="118800" cy="118800"/>
            </a:xfrm>
            <a:prstGeom prst="ellipse">
              <a:avLst/>
            </a:prstGeom>
            <a:solidFill>
              <a:srgbClr val="FFFFFF"/>
            </a:solidFill>
            <a:ln cap="flat" cmpd="sng" w="9525">
              <a:solidFill>
                <a:schemeClr val="dk1"/>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l">
                <a:spcBef>
                  <a:spcPts val="0"/>
                </a:spcBef>
                <a:spcAft>
                  <a:spcPts val="0"/>
                </a:spcAft>
                <a:buClr>
                  <a:srgbClr val="000000"/>
                </a:buClr>
                <a:buSzPts val="1125"/>
                <a:buFont typeface="Arial"/>
                <a:buNone/>
              </a:pPr>
              <a:r>
                <a:t/>
              </a:r>
              <a:endParaRPr b="0" i="0" sz="1125" u="none" cap="none" strike="noStrike">
                <a:solidFill>
                  <a:srgbClr val="000000"/>
                </a:solidFill>
                <a:latin typeface="Calibri"/>
                <a:ea typeface="Calibri"/>
                <a:cs typeface="Calibri"/>
                <a:sym typeface="Calibri"/>
              </a:endParaRPr>
            </a:p>
          </p:txBody>
        </p:sp>
        <p:sp>
          <p:nvSpPr>
            <p:cNvPr id="574" name="Google Shape;574;p57"/>
            <p:cNvSpPr/>
            <p:nvPr/>
          </p:nvSpPr>
          <p:spPr>
            <a:xfrm>
              <a:off x="2979015" y="3095245"/>
              <a:ext cx="96900" cy="96900"/>
            </a:xfrm>
            <a:prstGeom prst="ellipse">
              <a:avLst/>
            </a:prstGeom>
            <a:solidFill>
              <a:srgbClr val="FFFFFF"/>
            </a:solidFill>
            <a:ln cap="flat" cmpd="sng" w="9525">
              <a:solidFill>
                <a:schemeClr val="dk1"/>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l">
                <a:spcBef>
                  <a:spcPts val="0"/>
                </a:spcBef>
                <a:spcAft>
                  <a:spcPts val="0"/>
                </a:spcAft>
                <a:buClr>
                  <a:srgbClr val="000000"/>
                </a:buClr>
                <a:buSzPts val="1125"/>
                <a:buFont typeface="Arial"/>
                <a:buNone/>
              </a:pPr>
              <a:r>
                <a:t/>
              </a:r>
              <a:endParaRPr b="0" i="0" sz="1125" u="none" cap="none" strike="noStrike">
                <a:solidFill>
                  <a:srgbClr val="000000"/>
                </a:solidFill>
                <a:latin typeface="Calibri"/>
                <a:ea typeface="Calibri"/>
                <a:cs typeface="Calibri"/>
                <a:sym typeface="Calibri"/>
              </a:endParaRPr>
            </a:p>
          </p:txBody>
        </p:sp>
        <p:sp>
          <p:nvSpPr>
            <p:cNvPr id="575" name="Google Shape;575;p57"/>
            <p:cNvSpPr/>
            <p:nvPr/>
          </p:nvSpPr>
          <p:spPr>
            <a:xfrm>
              <a:off x="3039561" y="3216387"/>
              <a:ext cx="96900" cy="96900"/>
            </a:xfrm>
            <a:prstGeom prst="ellipse">
              <a:avLst/>
            </a:prstGeom>
            <a:solidFill>
              <a:srgbClr val="FFFFFF"/>
            </a:solidFill>
            <a:ln cap="flat" cmpd="sng" w="9525">
              <a:solidFill>
                <a:schemeClr val="dk1"/>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l">
                <a:spcBef>
                  <a:spcPts val="0"/>
                </a:spcBef>
                <a:spcAft>
                  <a:spcPts val="0"/>
                </a:spcAft>
                <a:buClr>
                  <a:srgbClr val="000000"/>
                </a:buClr>
                <a:buSzPts val="1125"/>
                <a:buFont typeface="Arial"/>
                <a:buNone/>
              </a:pPr>
              <a:r>
                <a:t/>
              </a:r>
              <a:endParaRPr b="0" i="0" sz="1125" u="none" cap="none" strike="noStrike">
                <a:solidFill>
                  <a:srgbClr val="000000"/>
                </a:solidFill>
                <a:latin typeface="Calibri"/>
                <a:ea typeface="Calibri"/>
                <a:cs typeface="Calibri"/>
                <a:sym typeface="Calibri"/>
              </a:endParaRPr>
            </a:p>
          </p:txBody>
        </p:sp>
        <p:sp>
          <p:nvSpPr>
            <p:cNvPr id="576" name="Google Shape;576;p57"/>
            <p:cNvSpPr/>
            <p:nvPr/>
          </p:nvSpPr>
          <p:spPr>
            <a:xfrm>
              <a:off x="3011810" y="3360244"/>
              <a:ext cx="96900" cy="96900"/>
            </a:xfrm>
            <a:prstGeom prst="ellipse">
              <a:avLst/>
            </a:prstGeom>
            <a:solidFill>
              <a:srgbClr val="FFFFFF"/>
            </a:solidFill>
            <a:ln cap="flat" cmpd="sng" w="9525">
              <a:solidFill>
                <a:schemeClr val="dk1"/>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l">
                <a:spcBef>
                  <a:spcPts val="0"/>
                </a:spcBef>
                <a:spcAft>
                  <a:spcPts val="0"/>
                </a:spcAft>
                <a:buClr>
                  <a:srgbClr val="000000"/>
                </a:buClr>
                <a:buSzPts val="1125"/>
                <a:buFont typeface="Arial"/>
                <a:buNone/>
              </a:pPr>
              <a:r>
                <a:t/>
              </a:r>
              <a:endParaRPr b="0" i="0" sz="1125" u="none" cap="none" strike="noStrike">
                <a:solidFill>
                  <a:srgbClr val="000000"/>
                </a:solidFill>
                <a:latin typeface="Calibri"/>
                <a:ea typeface="Calibri"/>
                <a:cs typeface="Calibri"/>
                <a:sym typeface="Calibri"/>
              </a:endParaRPr>
            </a:p>
          </p:txBody>
        </p:sp>
        <p:sp>
          <p:nvSpPr>
            <p:cNvPr id="577" name="Google Shape;577;p57"/>
            <p:cNvSpPr/>
            <p:nvPr/>
          </p:nvSpPr>
          <p:spPr>
            <a:xfrm>
              <a:off x="2900809" y="3438481"/>
              <a:ext cx="96900" cy="96900"/>
            </a:xfrm>
            <a:prstGeom prst="ellipse">
              <a:avLst/>
            </a:prstGeom>
            <a:solidFill>
              <a:srgbClr val="FFFFFF"/>
            </a:solidFill>
            <a:ln cap="flat" cmpd="sng" w="9525">
              <a:solidFill>
                <a:schemeClr val="dk1"/>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l">
                <a:spcBef>
                  <a:spcPts val="0"/>
                </a:spcBef>
                <a:spcAft>
                  <a:spcPts val="0"/>
                </a:spcAft>
                <a:buClr>
                  <a:srgbClr val="000000"/>
                </a:buClr>
                <a:buSzPts val="1125"/>
                <a:buFont typeface="Arial"/>
                <a:buNone/>
              </a:pPr>
              <a:r>
                <a:t/>
              </a:r>
              <a:endParaRPr b="0" i="0" sz="1125" u="none" cap="none" strike="noStrike">
                <a:solidFill>
                  <a:srgbClr val="000000"/>
                </a:solidFill>
                <a:latin typeface="Calibri"/>
                <a:ea typeface="Calibri"/>
                <a:cs typeface="Calibri"/>
                <a:sym typeface="Calibri"/>
              </a:endParaRPr>
            </a:p>
          </p:txBody>
        </p:sp>
        <p:sp>
          <p:nvSpPr>
            <p:cNvPr id="578" name="Google Shape;578;p57"/>
            <p:cNvSpPr/>
            <p:nvPr/>
          </p:nvSpPr>
          <p:spPr>
            <a:xfrm>
              <a:off x="2829480" y="3217464"/>
              <a:ext cx="118800" cy="118800"/>
            </a:xfrm>
            <a:prstGeom prst="ellipse">
              <a:avLst/>
            </a:prstGeom>
            <a:solidFill>
              <a:srgbClr val="FFFFFF"/>
            </a:solidFill>
            <a:ln cap="flat" cmpd="sng" w="9525">
              <a:solidFill>
                <a:schemeClr val="dk1"/>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l">
                <a:spcBef>
                  <a:spcPts val="0"/>
                </a:spcBef>
                <a:spcAft>
                  <a:spcPts val="0"/>
                </a:spcAft>
                <a:buClr>
                  <a:srgbClr val="000000"/>
                </a:buClr>
                <a:buSzPts val="1125"/>
                <a:buFont typeface="Arial"/>
                <a:buNone/>
              </a:pPr>
              <a:r>
                <a:t/>
              </a:r>
              <a:endParaRPr b="0" i="0" sz="1125" u="none" cap="none" strike="noStrike">
                <a:solidFill>
                  <a:srgbClr val="000000"/>
                </a:solidFill>
                <a:latin typeface="Calibri"/>
                <a:ea typeface="Calibri"/>
                <a:cs typeface="Calibri"/>
                <a:sym typeface="Calibri"/>
              </a:endParaRPr>
            </a:p>
          </p:txBody>
        </p:sp>
        <p:sp>
          <p:nvSpPr>
            <p:cNvPr id="579" name="Google Shape;579;p57"/>
            <p:cNvSpPr/>
            <p:nvPr/>
          </p:nvSpPr>
          <p:spPr>
            <a:xfrm>
              <a:off x="2388690" y="3345440"/>
              <a:ext cx="96900" cy="96900"/>
            </a:xfrm>
            <a:prstGeom prst="ellipse">
              <a:avLst/>
            </a:prstGeom>
            <a:solidFill>
              <a:srgbClr val="6FA646"/>
            </a:solidFill>
            <a:ln cap="flat" cmpd="sng" w="9525">
              <a:solidFill>
                <a:schemeClr val="dk1"/>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l">
                <a:spcBef>
                  <a:spcPts val="0"/>
                </a:spcBef>
                <a:spcAft>
                  <a:spcPts val="0"/>
                </a:spcAft>
                <a:buClr>
                  <a:srgbClr val="000000"/>
                </a:buClr>
                <a:buSzPts val="1125"/>
                <a:buFont typeface="Arial"/>
                <a:buNone/>
              </a:pPr>
              <a:r>
                <a:t/>
              </a:r>
              <a:endParaRPr b="0" i="0" sz="1125" u="none" cap="none" strike="noStrike">
                <a:solidFill>
                  <a:srgbClr val="000000"/>
                </a:solidFill>
                <a:latin typeface="Calibri"/>
                <a:ea typeface="Calibri"/>
                <a:cs typeface="Calibri"/>
                <a:sym typeface="Calibri"/>
              </a:endParaRPr>
            </a:p>
          </p:txBody>
        </p:sp>
        <p:sp>
          <p:nvSpPr>
            <p:cNvPr id="580" name="Google Shape;580;p57"/>
            <p:cNvSpPr/>
            <p:nvPr/>
          </p:nvSpPr>
          <p:spPr>
            <a:xfrm>
              <a:off x="2579806" y="3266579"/>
              <a:ext cx="118800" cy="118800"/>
            </a:xfrm>
            <a:prstGeom prst="ellipse">
              <a:avLst/>
            </a:prstGeom>
            <a:solidFill>
              <a:srgbClr val="6FA646"/>
            </a:solidFill>
            <a:ln cap="flat" cmpd="sng" w="9525">
              <a:solidFill>
                <a:schemeClr val="dk1"/>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l">
                <a:spcBef>
                  <a:spcPts val="0"/>
                </a:spcBef>
                <a:spcAft>
                  <a:spcPts val="0"/>
                </a:spcAft>
                <a:buClr>
                  <a:srgbClr val="000000"/>
                </a:buClr>
                <a:buSzPts val="1125"/>
                <a:buFont typeface="Arial"/>
                <a:buNone/>
              </a:pPr>
              <a:r>
                <a:t/>
              </a:r>
              <a:endParaRPr b="0" i="0" sz="1125" u="none" cap="none" strike="noStrike">
                <a:solidFill>
                  <a:srgbClr val="000000"/>
                </a:solidFill>
                <a:latin typeface="Calibri"/>
                <a:ea typeface="Calibri"/>
                <a:cs typeface="Calibri"/>
                <a:sym typeface="Calibri"/>
              </a:endParaRPr>
            </a:p>
          </p:txBody>
        </p:sp>
        <p:sp>
          <p:nvSpPr>
            <p:cNvPr id="581" name="Google Shape;581;p57"/>
            <p:cNvSpPr/>
            <p:nvPr/>
          </p:nvSpPr>
          <p:spPr>
            <a:xfrm>
              <a:off x="2347386" y="2991786"/>
              <a:ext cx="118800" cy="118800"/>
            </a:xfrm>
            <a:prstGeom prst="ellipse">
              <a:avLst/>
            </a:prstGeom>
            <a:solidFill>
              <a:srgbClr val="6FA646"/>
            </a:solidFill>
            <a:ln cap="flat" cmpd="sng" w="9525">
              <a:solidFill>
                <a:schemeClr val="dk1"/>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l">
                <a:spcBef>
                  <a:spcPts val="0"/>
                </a:spcBef>
                <a:spcAft>
                  <a:spcPts val="0"/>
                </a:spcAft>
                <a:buClr>
                  <a:srgbClr val="000000"/>
                </a:buClr>
                <a:buSzPts val="1125"/>
                <a:buFont typeface="Arial"/>
                <a:buNone/>
              </a:pPr>
              <a:r>
                <a:t/>
              </a:r>
              <a:endParaRPr b="0" i="0" sz="1125" u="none" cap="none" strike="noStrike">
                <a:solidFill>
                  <a:srgbClr val="000000"/>
                </a:solidFill>
                <a:latin typeface="Calibri"/>
                <a:ea typeface="Calibri"/>
                <a:cs typeface="Calibri"/>
                <a:sym typeface="Calibri"/>
              </a:endParaRPr>
            </a:p>
          </p:txBody>
        </p:sp>
        <p:sp>
          <p:nvSpPr>
            <p:cNvPr id="582" name="Google Shape;582;p57"/>
            <p:cNvSpPr/>
            <p:nvPr/>
          </p:nvSpPr>
          <p:spPr>
            <a:xfrm>
              <a:off x="2577284" y="2947512"/>
              <a:ext cx="118800" cy="118800"/>
            </a:xfrm>
            <a:prstGeom prst="ellipse">
              <a:avLst/>
            </a:prstGeom>
            <a:solidFill>
              <a:srgbClr val="6FA646"/>
            </a:solidFill>
            <a:ln cap="flat" cmpd="sng" w="9525">
              <a:solidFill>
                <a:schemeClr val="dk1"/>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l">
                <a:spcBef>
                  <a:spcPts val="0"/>
                </a:spcBef>
                <a:spcAft>
                  <a:spcPts val="0"/>
                </a:spcAft>
                <a:buClr>
                  <a:srgbClr val="000000"/>
                </a:buClr>
                <a:buSzPts val="1125"/>
                <a:buFont typeface="Arial"/>
                <a:buNone/>
              </a:pPr>
              <a:r>
                <a:t/>
              </a:r>
              <a:endParaRPr b="0" i="0" sz="1125" u="none" cap="none" strike="noStrike">
                <a:solidFill>
                  <a:srgbClr val="000000"/>
                </a:solidFill>
                <a:latin typeface="Calibri"/>
                <a:ea typeface="Calibri"/>
                <a:cs typeface="Calibri"/>
                <a:sym typeface="Calibri"/>
              </a:endParaRPr>
            </a:p>
          </p:txBody>
        </p:sp>
        <p:sp>
          <p:nvSpPr>
            <p:cNvPr id="583" name="Google Shape;583;p57"/>
            <p:cNvSpPr/>
            <p:nvPr/>
          </p:nvSpPr>
          <p:spPr>
            <a:xfrm>
              <a:off x="2468116" y="3137401"/>
              <a:ext cx="106200" cy="106200"/>
            </a:xfrm>
            <a:prstGeom prst="ellipse">
              <a:avLst/>
            </a:prstGeom>
            <a:solidFill>
              <a:srgbClr val="6FA646"/>
            </a:solidFill>
            <a:ln cap="flat" cmpd="sng" w="9525">
              <a:solidFill>
                <a:schemeClr val="dk1"/>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l">
                <a:spcBef>
                  <a:spcPts val="0"/>
                </a:spcBef>
                <a:spcAft>
                  <a:spcPts val="0"/>
                </a:spcAft>
                <a:buClr>
                  <a:srgbClr val="000000"/>
                </a:buClr>
                <a:buSzPts val="1125"/>
                <a:buFont typeface="Arial"/>
                <a:buNone/>
              </a:pPr>
              <a:r>
                <a:t/>
              </a:r>
              <a:endParaRPr b="0" i="0" sz="1125" u="none" cap="none" strike="noStrike">
                <a:solidFill>
                  <a:srgbClr val="000000"/>
                </a:solidFill>
                <a:latin typeface="Calibri"/>
                <a:ea typeface="Calibri"/>
                <a:cs typeface="Calibri"/>
                <a:sym typeface="Calibri"/>
              </a:endParaRPr>
            </a:p>
          </p:txBody>
        </p:sp>
        <p:sp>
          <p:nvSpPr>
            <p:cNvPr id="584" name="Google Shape;584;p57"/>
            <p:cNvSpPr/>
            <p:nvPr/>
          </p:nvSpPr>
          <p:spPr>
            <a:xfrm>
              <a:off x="2723566" y="3074252"/>
              <a:ext cx="96000" cy="96000"/>
            </a:xfrm>
            <a:prstGeom prst="ellipse">
              <a:avLst/>
            </a:prstGeom>
            <a:solidFill>
              <a:srgbClr val="6FA646"/>
            </a:solidFill>
            <a:ln cap="flat" cmpd="sng" w="9525">
              <a:solidFill>
                <a:schemeClr val="dk1"/>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l">
                <a:spcBef>
                  <a:spcPts val="0"/>
                </a:spcBef>
                <a:spcAft>
                  <a:spcPts val="0"/>
                </a:spcAft>
                <a:buClr>
                  <a:srgbClr val="000000"/>
                </a:buClr>
                <a:buSzPts val="1125"/>
                <a:buFont typeface="Arial"/>
                <a:buNone/>
              </a:pPr>
              <a:r>
                <a:t/>
              </a:r>
              <a:endParaRPr b="0" i="0" sz="1125" u="none" cap="none" strike="noStrike">
                <a:solidFill>
                  <a:srgbClr val="000000"/>
                </a:solidFill>
                <a:latin typeface="Calibri"/>
                <a:ea typeface="Calibri"/>
                <a:cs typeface="Calibri"/>
                <a:sym typeface="Calibri"/>
              </a:endParaRPr>
            </a:p>
          </p:txBody>
        </p:sp>
        <p:sp>
          <p:nvSpPr>
            <p:cNvPr id="585" name="Google Shape;585;p57"/>
            <p:cNvSpPr/>
            <p:nvPr/>
          </p:nvSpPr>
          <p:spPr>
            <a:xfrm>
              <a:off x="2786571" y="2897198"/>
              <a:ext cx="96000" cy="96000"/>
            </a:xfrm>
            <a:prstGeom prst="ellipse">
              <a:avLst/>
            </a:prstGeom>
            <a:solidFill>
              <a:srgbClr val="6FA646"/>
            </a:solidFill>
            <a:ln cap="flat" cmpd="sng" w="9525">
              <a:solidFill>
                <a:schemeClr val="dk1"/>
              </a:solidFill>
              <a:prstDash val="solid"/>
              <a:miter lim="400000"/>
              <a:headEnd len="sm" w="sm" type="none"/>
              <a:tailEnd len="sm" w="sm" type="none"/>
            </a:ln>
          </p:spPr>
          <p:txBody>
            <a:bodyPr anchorCtr="0" anchor="ctr" bIns="19050" lIns="19050" spcFirstLastPara="1" rIns="19050" wrap="square" tIns="19050">
              <a:noAutofit/>
            </a:bodyPr>
            <a:lstStyle/>
            <a:p>
              <a:pPr indent="0" lvl="0" marL="0" marR="0" rtl="0" algn="l">
                <a:spcBef>
                  <a:spcPts val="0"/>
                </a:spcBef>
                <a:spcAft>
                  <a:spcPts val="0"/>
                </a:spcAft>
                <a:buClr>
                  <a:srgbClr val="000000"/>
                </a:buClr>
                <a:buSzPts val="1125"/>
                <a:buFont typeface="Arial"/>
                <a:buNone/>
              </a:pPr>
              <a:r>
                <a:t/>
              </a:r>
              <a:endParaRPr b="0" i="0" sz="1125" u="none" cap="none" strike="noStrike">
                <a:solidFill>
                  <a:srgbClr val="000000"/>
                </a:solidFill>
                <a:latin typeface="Calibri"/>
                <a:ea typeface="Calibri"/>
                <a:cs typeface="Calibri"/>
                <a:sym typeface="Calibri"/>
              </a:endParaRPr>
            </a:p>
          </p:txBody>
        </p:sp>
      </p:grpSp>
      <p:grpSp>
        <p:nvGrpSpPr>
          <p:cNvPr id="586" name="Google Shape;586;p57"/>
          <p:cNvGrpSpPr/>
          <p:nvPr/>
        </p:nvGrpSpPr>
        <p:grpSpPr>
          <a:xfrm>
            <a:off x="3723375" y="2455825"/>
            <a:ext cx="1688094" cy="987038"/>
            <a:chOff x="-1" y="0"/>
            <a:chExt cx="2322000" cy="1452381"/>
          </a:xfrm>
        </p:grpSpPr>
        <p:sp>
          <p:nvSpPr>
            <p:cNvPr id="587" name="Google Shape;587;p57"/>
            <p:cNvSpPr/>
            <p:nvPr/>
          </p:nvSpPr>
          <p:spPr>
            <a:xfrm>
              <a:off x="-1" y="1178781"/>
              <a:ext cx="2322000" cy="273600"/>
            </a:xfrm>
            <a:prstGeom prst="ellipse">
              <a:avLst/>
            </a:prstGeom>
            <a:solidFill>
              <a:schemeClr val="accent2"/>
            </a:solidFill>
            <a:ln>
              <a:noFill/>
            </a:ln>
          </p:spPr>
          <p:txBody>
            <a:bodyPr anchorCtr="0" anchor="ctr" bIns="19050" lIns="19050" spcFirstLastPara="1" rIns="19050" wrap="square" tIns="19050">
              <a:noAutofit/>
            </a:bodyPr>
            <a:lstStyle/>
            <a:p>
              <a:pPr indent="0" lvl="0" marL="0" marR="0" rtl="0" algn="l">
                <a:spcBef>
                  <a:spcPts val="0"/>
                </a:spcBef>
                <a:spcAft>
                  <a:spcPts val="0"/>
                </a:spcAft>
                <a:buClr>
                  <a:srgbClr val="000000"/>
                </a:buClr>
                <a:buSzPts val="1125"/>
                <a:buFont typeface="Arial"/>
                <a:buNone/>
              </a:pPr>
              <a:r>
                <a:t/>
              </a:r>
              <a:endParaRPr b="0" i="0" sz="1125" u="none" cap="none" strike="noStrike">
                <a:solidFill>
                  <a:srgbClr val="000000"/>
                </a:solidFill>
                <a:latin typeface="Calibri"/>
                <a:ea typeface="Calibri"/>
                <a:cs typeface="Calibri"/>
                <a:sym typeface="Calibri"/>
              </a:endParaRPr>
            </a:p>
          </p:txBody>
        </p:sp>
        <p:sp>
          <p:nvSpPr>
            <p:cNvPr id="588" name="Google Shape;588;p57"/>
            <p:cNvSpPr/>
            <p:nvPr/>
          </p:nvSpPr>
          <p:spPr>
            <a:xfrm>
              <a:off x="1037" y="0"/>
              <a:ext cx="2320200" cy="1311600"/>
            </a:xfrm>
            <a:prstGeom prst="rect">
              <a:avLst/>
            </a:prstGeom>
            <a:solidFill>
              <a:schemeClr val="accent2"/>
            </a:solidFill>
            <a:ln>
              <a:noFill/>
            </a:ln>
          </p:spPr>
          <p:txBody>
            <a:bodyPr anchorCtr="0" anchor="ctr" bIns="19050" lIns="19050" spcFirstLastPara="1" rIns="19050" wrap="square" tIns="19050">
              <a:noAutofit/>
            </a:bodyPr>
            <a:lstStyle/>
            <a:p>
              <a:pPr indent="0" lvl="0" marL="0" marR="0" rtl="0" algn="l">
                <a:spcBef>
                  <a:spcPts val="0"/>
                </a:spcBef>
                <a:spcAft>
                  <a:spcPts val="0"/>
                </a:spcAft>
                <a:buClr>
                  <a:srgbClr val="000000"/>
                </a:buClr>
                <a:buSzPts val="1125"/>
                <a:buFont typeface="Arial"/>
                <a:buNone/>
              </a:pPr>
              <a:r>
                <a:t/>
              </a:r>
              <a:endParaRPr b="0" i="0" sz="1125" u="none" cap="none" strike="noStrike">
                <a:solidFill>
                  <a:srgbClr val="000000"/>
                </a:solidFill>
                <a:latin typeface="Calibri"/>
                <a:ea typeface="Calibri"/>
                <a:cs typeface="Calibri"/>
                <a:sym typeface="Calibri"/>
              </a:endParaRPr>
            </a:p>
          </p:txBody>
        </p:sp>
      </p:grpSp>
      <p:sp>
        <p:nvSpPr>
          <p:cNvPr id="589" name="Google Shape;589;p57"/>
          <p:cNvSpPr/>
          <p:nvPr/>
        </p:nvSpPr>
        <p:spPr>
          <a:xfrm>
            <a:off x="3723386" y="2352751"/>
            <a:ext cx="1688100" cy="198900"/>
          </a:xfrm>
          <a:prstGeom prst="ellipse">
            <a:avLst/>
          </a:prstGeom>
          <a:solidFill>
            <a:schemeClr val="accent1"/>
          </a:solidFill>
          <a:ln>
            <a:noFill/>
          </a:ln>
        </p:spPr>
        <p:txBody>
          <a:bodyPr anchorCtr="0" anchor="ctr" bIns="19050" lIns="19050" spcFirstLastPara="1" rIns="19050" wrap="square" tIns="19050">
            <a:noAutofit/>
          </a:bodyPr>
          <a:lstStyle/>
          <a:p>
            <a:pPr indent="0" lvl="0" marL="0" marR="0" rtl="0" algn="l">
              <a:spcBef>
                <a:spcPts val="0"/>
              </a:spcBef>
              <a:spcAft>
                <a:spcPts val="0"/>
              </a:spcAft>
              <a:buClr>
                <a:srgbClr val="000000"/>
              </a:buClr>
              <a:buSzPts val="1125"/>
              <a:buFont typeface="Arial"/>
              <a:buNone/>
            </a:pPr>
            <a:r>
              <a:t/>
            </a:r>
            <a:endParaRPr b="0" i="0" sz="1125" u="none" cap="none" strike="noStrike">
              <a:solidFill>
                <a:srgbClr val="000000"/>
              </a:solidFill>
              <a:latin typeface="Calibri"/>
              <a:ea typeface="Calibri"/>
              <a:cs typeface="Calibri"/>
              <a:sym typeface="Calibri"/>
            </a:endParaRPr>
          </a:p>
        </p:txBody>
      </p:sp>
      <p:sp>
        <p:nvSpPr>
          <p:cNvPr id="590" name="Google Shape;590;p57"/>
          <p:cNvSpPr txBox="1"/>
          <p:nvPr/>
        </p:nvSpPr>
        <p:spPr>
          <a:xfrm>
            <a:off x="365750" y="1192324"/>
            <a:ext cx="7176900" cy="246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600">
                <a:solidFill>
                  <a:schemeClr val="dk1"/>
                </a:solidFill>
                <a:latin typeface="Public Sans Light"/>
                <a:ea typeface="Public Sans Light"/>
                <a:cs typeface="Public Sans Light"/>
                <a:sym typeface="Public Sans Light"/>
              </a:rPr>
              <a:t> built for Operational And Analytical Workloads</a:t>
            </a:r>
            <a:endParaRPr sz="1600">
              <a:solidFill>
                <a:schemeClr val="dk1"/>
              </a:solidFill>
              <a:latin typeface="Public Sans Light"/>
              <a:ea typeface="Public Sans Light"/>
              <a:cs typeface="Public Sans Light"/>
              <a:sym typeface="Public Sans Light"/>
            </a:endParaRPr>
          </a:p>
        </p:txBody>
      </p:sp>
      <p:sp>
        <p:nvSpPr>
          <p:cNvPr id="591" name="Google Shape;591;p57"/>
          <p:cNvSpPr txBox="1"/>
          <p:nvPr/>
        </p:nvSpPr>
        <p:spPr>
          <a:xfrm>
            <a:off x="7296550" y="2287275"/>
            <a:ext cx="1481700" cy="1778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600">
                <a:solidFill>
                  <a:schemeClr val="dk1"/>
                </a:solidFill>
                <a:latin typeface="Public Sans SemiBold"/>
                <a:ea typeface="Public Sans SemiBold"/>
                <a:cs typeface="Public Sans SemiBold"/>
                <a:sym typeface="Public Sans SemiBold"/>
              </a:rPr>
              <a:t>Better</a:t>
            </a:r>
            <a:endParaRPr sz="1600">
              <a:solidFill>
                <a:schemeClr val="dk1"/>
              </a:solidFill>
              <a:latin typeface="Public Sans SemiBold"/>
              <a:ea typeface="Public Sans SemiBold"/>
              <a:cs typeface="Public Sans SemiBold"/>
              <a:sym typeface="Public Sans SemiBold"/>
            </a:endParaRPr>
          </a:p>
          <a:p>
            <a:pPr indent="0" lvl="0" marL="0" rtl="0" algn="l">
              <a:spcBef>
                <a:spcPts val="0"/>
              </a:spcBef>
              <a:spcAft>
                <a:spcPts val="0"/>
              </a:spcAft>
              <a:buNone/>
            </a:pPr>
            <a:r>
              <a:rPr lang="en" sz="1600">
                <a:solidFill>
                  <a:schemeClr val="dk1"/>
                </a:solidFill>
                <a:latin typeface="Public Sans SemiBold"/>
                <a:ea typeface="Public Sans SemiBold"/>
                <a:cs typeface="Public Sans SemiBold"/>
                <a:sym typeface="Public Sans SemiBold"/>
              </a:rPr>
              <a:t>Predictions</a:t>
            </a:r>
            <a:br>
              <a:rPr lang="en" sz="1600">
                <a:solidFill>
                  <a:schemeClr val="dk1"/>
                </a:solidFill>
                <a:latin typeface="Public Sans SemiBold"/>
                <a:ea typeface="Public Sans SemiBold"/>
                <a:cs typeface="Public Sans SemiBold"/>
                <a:sym typeface="Public Sans SemiBold"/>
              </a:rPr>
            </a:br>
            <a:r>
              <a:rPr lang="en" sz="1600">
                <a:solidFill>
                  <a:schemeClr val="dk1"/>
                </a:solidFill>
                <a:latin typeface="Public Sans SemiBold"/>
                <a:ea typeface="Public Sans SemiBold"/>
                <a:cs typeface="Public Sans SemiBold"/>
                <a:sym typeface="Public Sans SemiBold"/>
              </a:rPr>
              <a:t>for Analytics</a:t>
            </a:r>
            <a:endParaRPr sz="1600">
              <a:solidFill>
                <a:schemeClr val="dk1"/>
              </a:solidFill>
              <a:latin typeface="Public Sans SemiBold"/>
              <a:ea typeface="Public Sans SemiBold"/>
              <a:cs typeface="Public Sans SemiBold"/>
              <a:sym typeface="Public Sans SemiBold"/>
            </a:endParaRPr>
          </a:p>
          <a:p>
            <a:pPr indent="0" lvl="0" marL="0" rtl="0" algn="l">
              <a:lnSpc>
                <a:spcPct val="90000"/>
              </a:lnSpc>
              <a:spcBef>
                <a:spcPts val="1000"/>
              </a:spcBef>
              <a:spcAft>
                <a:spcPts val="0"/>
              </a:spcAft>
              <a:buNone/>
            </a:pPr>
            <a:r>
              <a:rPr lang="en" sz="1200">
                <a:solidFill>
                  <a:schemeClr val="dk1"/>
                </a:solidFill>
                <a:latin typeface="Public Sans Light"/>
                <a:ea typeface="Public Sans Light"/>
                <a:cs typeface="Public Sans Light"/>
                <a:sym typeface="Public Sans Light"/>
              </a:rPr>
              <a:t>Graph Analytics, ML, </a:t>
            </a:r>
            <a:endParaRPr sz="1200">
              <a:solidFill>
                <a:schemeClr val="dk1"/>
              </a:solidFill>
              <a:latin typeface="Public Sans Light"/>
              <a:ea typeface="Public Sans Light"/>
              <a:cs typeface="Public Sans Light"/>
              <a:sym typeface="Public Sans Light"/>
            </a:endParaRPr>
          </a:p>
          <a:p>
            <a:pPr indent="0" lvl="0" marL="0" rtl="0" algn="l">
              <a:lnSpc>
                <a:spcPct val="90000"/>
              </a:lnSpc>
              <a:spcBef>
                <a:spcPts val="0"/>
              </a:spcBef>
              <a:spcAft>
                <a:spcPts val="0"/>
              </a:spcAft>
              <a:buNone/>
            </a:pPr>
            <a:r>
              <a:rPr lang="en" sz="1200">
                <a:solidFill>
                  <a:schemeClr val="dk1"/>
                </a:solidFill>
                <a:latin typeface="Public Sans Light"/>
                <a:ea typeface="Public Sans Light"/>
                <a:cs typeface="Public Sans Light"/>
                <a:sym typeface="Public Sans Light"/>
              </a:rPr>
              <a:t>&amp; Data Science</a:t>
            </a:r>
            <a:endParaRPr sz="1200">
              <a:solidFill>
                <a:schemeClr val="dk1"/>
              </a:solidFill>
              <a:latin typeface="Public Sans Light"/>
              <a:ea typeface="Public Sans Light"/>
              <a:cs typeface="Public Sans Light"/>
              <a:sym typeface="Public Sans Light"/>
            </a:endParaRPr>
          </a:p>
          <a:p>
            <a:pPr indent="0" lvl="0" marL="0" rtl="0" algn="l">
              <a:lnSpc>
                <a:spcPct val="90000"/>
              </a:lnSpc>
              <a:spcBef>
                <a:spcPts val="0"/>
              </a:spcBef>
              <a:spcAft>
                <a:spcPts val="0"/>
              </a:spcAft>
              <a:buNone/>
            </a:pPr>
            <a:r>
              <a:t/>
            </a:r>
            <a:endParaRPr sz="1200">
              <a:solidFill>
                <a:schemeClr val="dk1"/>
              </a:solidFill>
              <a:latin typeface="Public Sans Light"/>
              <a:ea typeface="Public Sans Light"/>
              <a:cs typeface="Public Sans Light"/>
              <a:sym typeface="Public Sans Light"/>
            </a:endParaRPr>
          </a:p>
          <a:p>
            <a:pPr indent="0" lvl="0" marL="0" rtl="0" algn="l">
              <a:lnSpc>
                <a:spcPct val="90000"/>
              </a:lnSpc>
              <a:spcBef>
                <a:spcPts val="0"/>
              </a:spcBef>
              <a:spcAft>
                <a:spcPts val="0"/>
              </a:spcAft>
              <a:buNone/>
            </a:pPr>
            <a:r>
              <a:rPr lang="en" sz="1200">
                <a:solidFill>
                  <a:schemeClr val="dk1"/>
                </a:solidFill>
                <a:latin typeface="Public Sans Light"/>
                <a:ea typeface="Public Sans Light"/>
                <a:cs typeface="Public Sans Light"/>
                <a:sym typeface="Public Sans Light"/>
              </a:rPr>
              <a:t> </a:t>
            </a:r>
            <a:endParaRPr sz="1200">
              <a:solidFill>
                <a:schemeClr val="dk1"/>
              </a:solidFill>
              <a:latin typeface="Public Sans Light"/>
              <a:ea typeface="Public Sans Light"/>
              <a:cs typeface="Public Sans Light"/>
              <a:sym typeface="Public Sans Light"/>
            </a:endParaRPr>
          </a:p>
          <a:p>
            <a:pPr indent="0" lvl="0" marL="0" rtl="0" algn="l">
              <a:spcBef>
                <a:spcPts val="0"/>
              </a:spcBef>
              <a:spcAft>
                <a:spcPts val="0"/>
              </a:spcAft>
              <a:buNone/>
            </a:pPr>
            <a:r>
              <a:t/>
            </a:r>
            <a:endParaRPr sz="1600">
              <a:solidFill>
                <a:schemeClr val="dk1"/>
              </a:solidFill>
              <a:latin typeface="Public Sans SemiBold"/>
              <a:ea typeface="Public Sans SemiBold"/>
              <a:cs typeface="Public Sans SemiBold"/>
              <a:sym typeface="Public Sans SemiBold"/>
            </a:endParaRPr>
          </a:p>
        </p:txBody>
      </p:sp>
      <p:grpSp>
        <p:nvGrpSpPr>
          <p:cNvPr id="592" name="Google Shape;592;p57"/>
          <p:cNvGrpSpPr/>
          <p:nvPr/>
        </p:nvGrpSpPr>
        <p:grpSpPr>
          <a:xfrm>
            <a:off x="4026207" y="2757119"/>
            <a:ext cx="1072742" cy="352962"/>
            <a:chOff x="238125" y="1670525"/>
            <a:chExt cx="7113675" cy="2340600"/>
          </a:xfrm>
        </p:grpSpPr>
        <p:sp>
          <p:nvSpPr>
            <p:cNvPr id="593" name="Google Shape;593;p57"/>
            <p:cNvSpPr/>
            <p:nvPr/>
          </p:nvSpPr>
          <p:spPr>
            <a:xfrm>
              <a:off x="238125" y="1670525"/>
              <a:ext cx="7113675" cy="2340600"/>
            </a:xfrm>
            <a:custGeom>
              <a:rect b="b" l="l" r="r" t="t"/>
              <a:pathLst>
                <a:path extrusionOk="0" h="93624" w="284547">
                  <a:moveTo>
                    <a:pt x="275962" y="0"/>
                  </a:moveTo>
                  <a:cubicBezTo>
                    <a:pt x="274498" y="0"/>
                    <a:pt x="273035" y="390"/>
                    <a:pt x="271669" y="1171"/>
                  </a:cubicBezTo>
                  <a:cubicBezTo>
                    <a:pt x="270401" y="1886"/>
                    <a:pt x="269295" y="2959"/>
                    <a:pt x="268515" y="4293"/>
                  </a:cubicBezTo>
                  <a:cubicBezTo>
                    <a:pt x="267799" y="5561"/>
                    <a:pt x="267376" y="7024"/>
                    <a:pt x="267376" y="8585"/>
                  </a:cubicBezTo>
                  <a:cubicBezTo>
                    <a:pt x="267376" y="10049"/>
                    <a:pt x="267734" y="11544"/>
                    <a:pt x="268515" y="12878"/>
                  </a:cubicBezTo>
                  <a:cubicBezTo>
                    <a:pt x="269263" y="14146"/>
                    <a:pt x="270303" y="15252"/>
                    <a:pt x="271669" y="16032"/>
                  </a:cubicBezTo>
                  <a:cubicBezTo>
                    <a:pt x="272937" y="16780"/>
                    <a:pt x="274401" y="17170"/>
                    <a:pt x="275962" y="17170"/>
                  </a:cubicBezTo>
                  <a:cubicBezTo>
                    <a:pt x="277425" y="17170"/>
                    <a:pt x="278888" y="16813"/>
                    <a:pt x="280254" y="16032"/>
                  </a:cubicBezTo>
                  <a:cubicBezTo>
                    <a:pt x="281522" y="15317"/>
                    <a:pt x="282628" y="14244"/>
                    <a:pt x="283409" y="12878"/>
                  </a:cubicBezTo>
                  <a:cubicBezTo>
                    <a:pt x="284124" y="11642"/>
                    <a:pt x="284547" y="10179"/>
                    <a:pt x="284547" y="8585"/>
                  </a:cubicBezTo>
                  <a:cubicBezTo>
                    <a:pt x="284547" y="7154"/>
                    <a:pt x="284189" y="5658"/>
                    <a:pt x="283409" y="4293"/>
                  </a:cubicBezTo>
                  <a:cubicBezTo>
                    <a:pt x="282661" y="3024"/>
                    <a:pt x="281620" y="1951"/>
                    <a:pt x="280254" y="1171"/>
                  </a:cubicBezTo>
                  <a:cubicBezTo>
                    <a:pt x="278986" y="423"/>
                    <a:pt x="277523" y="0"/>
                    <a:pt x="275962" y="0"/>
                  </a:cubicBezTo>
                  <a:close/>
                  <a:moveTo>
                    <a:pt x="8585" y="46731"/>
                  </a:moveTo>
                  <a:cubicBezTo>
                    <a:pt x="7122" y="46731"/>
                    <a:pt x="5658" y="47088"/>
                    <a:pt x="4293" y="47869"/>
                  </a:cubicBezTo>
                  <a:cubicBezTo>
                    <a:pt x="3024" y="48584"/>
                    <a:pt x="1919" y="49657"/>
                    <a:pt x="1138" y="51023"/>
                  </a:cubicBezTo>
                  <a:cubicBezTo>
                    <a:pt x="423" y="52291"/>
                    <a:pt x="0" y="53755"/>
                    <a:pt x="0" y="55316"/>
                  </a:cubicBezTo>
                  <a:cubicBezTo>
                    <a:pt x="0" y="56779"/>
                    <a:pt x="358" y="58242"/>
                    <a:pt x="1138" y="59608"/>
                  </a:cubicBezTo>
                  <a:cubicBezTo>
                    <a:pt x="1886" y="60877"/>
                    <a:pt x="2927" y="61950"/>
                    <a:pt x="4293" y="62730"/>
                  </a:cubicBezTo>
                  <a:cubicBezTo>
                    <a:pt x="5561" y="63478"/>
                    <a:pt x="7024" y="63901"/>
                    <a:pt x="8585" y="63901"/>
                  </a:cubicBezTo>
                  <a:cubicBezTo>
                    <a:pt x="9528" y="63901"/>
                    <a:pt x="10471" y="63738"/>
                    <a:pt x="11349" y="63446"/>
                  </a:cubicBezTo>
                  <a:cubicBezTo>
                    <a:pt x="13037" y="62876"/>
                    <a:pt x="14625" y="62598"/>
                    <a:pt x="16090" y="62598"/>
                  </a:cubicBezTo>
                  <a:cubicBezTo>
                    <a:pt x="18971" y="62598"/>
                    <a:pt x="21375" y="63674"/>
                    <a:pt x="23121" y="65722"/>
                  </a:cubicBezTo>
                  <a:cubicBezTo>
                    <a:pt x="25365" y="68291"/>
                    <a:pt x="25365" y="72031"/>
                    <a:pt x="23154" y="74632"/>
                  </a:cubicBezTo>
                  <a:cubicBezTo>
                    <a:pt x="21372" y="76675"/>
                    <a:pt x="18952" y="77759"/>
                    <a:pt x="16057" y="77759"/>
                  </a:cubicBezTo>
                  <a:cubicBezTo>
                    <a:pt x="14620" y="77759"/>
                    <a:pt x="13065" y="77492"/>
                    <a:pt x="11414" y="76941"/>
                  </a:cubicBezTo>
                  <a:cubicBezTo>
                    <a:pt x="10536" y="76616"/>
                    <a:pt x="9561" y="76453"/>
                    <a:pt x="8585" y="76453"/>
                  </a:cubicBezTo>
                  <a:cubicBezTo>
                    <a:pt x="7122" y="76453"/>
                    <a:pt x="5658" y="76844"/>
                    <a:pt x="4293" y="77624"/>
                  </a:cubicBezTo>
                  <a:cubicBezTo>
                    <a:pt x="3024" y="78339"/>
                    <a:pt x="1919" y="79413"/>
                    <a:pt x="1138" y="80746"/>
                  </a:cubicBezTo>
                  <a:cubicBezTo>
                    <a:pt x="423" y="82014"/>
                    <a:pt x="0" y="83478"/>
                    <a:pt x="0" y="85038"/>
                  </a:cubicBezTo>
                  <a:cubicBezTo>
                    <a:pt x="0" y="86502"/>
                    <a:pt x="358" y="87998"/>
                    <a:pt x="1138" y="89331"/>
                  </a:cubicBezTo>
                  <a:cubicBezTo>
                    <a:pt x="1886" y="90599"/>
                    <a:pt x="2927" y="91705"/>
                    <a:pt x="4293" y="92485"/>
                  </a:cubicBezTo>
                  <a:cubicBezTo>
                    <a:pt x="5561" y="93201"/>
                    <a:pt x="7024" y="93624"/>
                    <a:pt x="8585" y="93624"/>
                  </a:cubicBezTo>
                  <a:cubicBezTo>
                    <a:pt x="10049" y="93624"/>
                    <a:pt x="11512" y="93266"/>
                    <a:pt x="12878" y="92485"/>
                  </a:cubicBezTo>
                  <a:cubicBezTo>
                    <a:pt x="14146" y="91770"/>
                    <a:pt x="15252" y="90697"/>
                    <a:pt x="16032" y="89331"/>
                  </a:cubicBezTo>
                  <a:cubicBezTo>
                    <a:pt x="16487" y="88551"/>
                    <a:pt x="16813" y="87640"/>
                    <a:pt x="17008" y="86697"/>
                  </a:cubicBezTo>
                  <a:cubicBezTo>
                    <a:pt x="18217" y="80726"/>
                    <a:pt x="21828" y="77468"/>
                    <a:pt x="26871" y="77468"/>
                  </a:cubicBezTo>
                  <a:cubicBezTo>
                    <a:pt x="28337" y="77468"/>
                    <a:pt x="29925" y="77743"/>
                    <a:pt x="31609" y="78307"/>
                  </a:cubicBezTo>
                  <a:cubicBezTo>
                    <a:pt x="32455" y="78600"/>
                    <a:pt x="33398" y="78762"/>
                    <a:pt x="34341" y="78762"/>
                  </a:cubicBezTo>
                  <a:cubicBezTo>
                    <a:pt x="35804" y="78762"/>
                    <a:pt x="37267" y="78372"/>
                    <a:pt x="38633" y="77592"/>
                  </a:cubicBezTo>
                  <a:cubicBezTo>
                    <a:pt x="39902" y="76876"/>
                    <a:pt x="41007" y="75835"/>
                    <a:pt x="41788" y="74470"/>
                  </a:cubicBezTo>
                  <a:cubicBezTo>
                    <a:pt x="42503" y="73201"/>
                    <a:pt x="42926" y="71738"/>
                    <a:pt x="42926" y="70177"/>
                  </a:cubicBezTo>
                  <a:cubicBezTo>
                    <a:pt x="42926" y="68714"/>
                    <a:pt x="42568" y="67250"/>
                    <a:pt x="41788" y="65885"/>
                  </a:cubicBezTo>
                  <a:cubicBezTo>
                    <a:pt x="41040" y="64616"/>
                    <a:pt x="39999" y="63511"/>
                    <a:pt x="38633" y="62730"/>
                  </a:cubicBezTo>
                  <a:cubicBezTo>
                    <a:pt x="37365" y="62015"/>
                    <a:pt x="35902" y="61592"/>
                    <a:pt x="34341" y="61592"/>
                  </a:cubicBezTo>
                  <a:cubicBezTo>
                    <a:pt x="33430" y="61592"/>
                    <a:pt x="32487" y="61722"/>
                    <a:pt x="31577" y="62047"/>
                  </a:cubicBezTo>
                  <a:cubicBezTo>
                    <a:pt x="29899" y="62611"/>
                    <a:pt x="28320" y="62886"/>
                    <a:pt x="26860" y="62886"/>
                  </a:cubicBezTo>
                  <a:cubicBezTo>
                    <a:pt x="21839" y="62886"/>
                    <a:pt x="18242" y="59629"/>
                    <a:pt x="17008" y="53657"/>
                  </a:cubicBezTo>
                  <a:cubicBezTo>
                    <a:pt x="16845" y="52747"/>
                    <a:pt x="16520" y="51869"/>
                    <a:pt x="16032" y="51023"/>
                  </a:cubicBezTo>
                  <a:cubicBezTo>
                    <a:pt x="15284" y="49755"/>
                    <a:pt x="14244" y="48649"/>
                    <a:pt x="12878" y="47869"/>
                  </a:cubicBezTo>
                  <a:cubicBezTo>
                    <a:pt x="11610" y="47153"/>
                    <a:pt x="10146" y="46731"/>
                    <a:pt x="8585" y="4673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57"/>
            <p:cNvSpPr/>
            <p:nvPr/>
          </p:nvSpPr>
          <p:spPr>
            <a:xfrm>
              <a:off x="973050" y="1979175"/>
              <a:ext cx="6289325" cy="2001050"/>
            </a:xfrm>
            <a:custGeom>
              <a:rect b="b" l="l" r="r" t="t"/>
              <a:pathLst>
                <a:path extrusionOk="0" h="80042" w="251573">
                  <a:moveTo>
                    <a:pt x="85007" y="16531"/>
                  </a:moveTo>
                  <a:cubicBezTo>
                    <a:pt x="93430" y="16531"/>
                    <a:pt x="100291" y="21052"/>
                    <a:pt x="102275" y="29507"/>
                  </a:cubicBezTo>
                  <a:lnTo>
                    <a:pt x="67837" y="29507"/>
                  </a:lnTo>
                  <a:cubicBezTo>
                    <a:pt x="69853" y="21182"/>
                    <a:pt x="76584" y="16531"/>
                    <a:pt x="85007" y="16531"/>
                  </a:cubicBezTo>
                  <a:close/>
                  <a:moveTo>
                    <a:pt x="213850" y="9800"/>
                  </a:moveTo>
                  <a:cubicBezTo>
                    <a:pt x="214273" y="9800"/>
                    <a:pt x="214598" y="9800"/>
                    <a:pt x="214793" y="9897"/>
                  </a:cubicBezTo>
                  <a:cubicBezTo>
                    <a:pt x="215346" y="9995"/>
                    <a:pt x="216581" y="10645"/>
                    <a:pt x="216581" y="12336"/>
                  </a:cubicBezTo>
                  <a:lnTo>
                    <a:pt x="216581" y="44661"/>
                  </a:lnTo>
                  <a:lnTo>
                    <a:pt x="191509" y="44661"/>
                  </a:lnTo>
                  <a:cubicBezTo>
                    <a:pt x="190143" y="44661"/>
                    <a:pt x="189005" y="43490"/>
                    <a:pt x="189005" y="42124"/>
                  </a:cubicBezTo>
                  <a:cubicBezTo>
                    <a:pt x="189005" y="41604"/>
                    <a:pt x="189102" y="41084"/>
                    <a:pt x="189428" y="40661"/>
                  </a:cubicBezTo>
                  <a:lnTo>
                    <a:pt x="211866" y="10840"/>
                  </a:lnTo>
                  <a:cubicBezTo>
                    <a:pt x="212484" y="9995"/>
                    <a:pt x="213232" y="9800"/>
                    <a:pt x="213850" y="9800"/>
                  </a:cubicBezTo>
                  <a:close/>
                  <a:moveTo>
                    <a:pt x="146339" y="16531"/>
                  </a:moveTo>
                  <a:cubicBezTo>
                    <a:pt x="157071" y="16531"/>
                    <a:pt x="164225" y="24108"/>
                    <a:pt x="164225" y="34742"/>
                  </a:cubicBezTo>
                  <a:cubicBezTo>
                    <a:pt x="164225" y="45409"/>
                    <a:pt x="156973" y="52986"/>
                    <a:pt x="146339" y="52986"/>
                  </a:cubicBezTo>
                  <a:cubicBezTo>
                    <a:pt x="135575" y="52986"/>
                    <a:pt x="128421" y="45409"/>
                    <a:pt x="128421" y="34742"/>
                  </a:cubicBezTo>
                  <a:cubicBezTo>
                    <a:pt x="128421" y="24108"/>
                    <a:pt x="135575" y="16531"/>
                    <a:pt x="146339" y="16531"/>
                  </a:cubicBezTo>
                  <a:close/>
                  <a:moveTo>
                    <a:pt x="25691" y="7263"/>
                  </a:moveTo>
                  <a:cubicBezTo>
                    <a:pt x="10309" y="7263"/>
                    <a:pt x="1" y="16304"/>
                    <a:pt x="1" y="33799"/>
                  </a:cubicBezTo>
                  <a:lnTo>
                    <a:pt x="1" y="45929"/>
                  </a:lnTo>
                  <a:cubicBezTo>
                    <a:pt x="1594" y="45279"/>
                    <a:pt x="3285" y="44953"/>
                    <a:pt x="4944" y="44953"/>
                  </a:cubicBezTo>
                  <a:cubicBezTo>
                    <a:pt x="6732" y="44953"/>
                    <a:pt x="8456" y="45311"/>
                    <a:pt x="10017" y="45994"/>
                  </a:cubicBezTo>
                  <a:lnTo>
                    <a:pt x="10017" y="33702"/>
                  </a:lnTo>
                  <a:cubicBezTo>
                    <a:pt x="10017" y="22320"/>
                    <a:pt x="16228" y="16531"/>
                    <a:pt x="25691" y="16531"/>
                  </a:cubicBezTo>
                  <a:cubicBezTo>
                    <a:pt x="35187" y="16531"/>
                    <a:pt x="41398" y="22320"/>
                    <a:pt x="41398" y="33702"/>
                  </a:cubicBezTo>
                  <a:lnTo>
                    <a:pt x="41398" y="60985"/>
                  </a:lnTo>
                  <a:lnTo>
                    <a:pt x="51414" y="60985"/>
                  </a:lnTo>
                  <a:lnTo>
                    <a:pt x="51414" y="33702"/>
                  </a:lnTo>
                  <a:cubicBezTo>
                    <a:pt x="51512" y="16109"/>
                    <a:pt x="41073" y="7263"/>
                    <a:pt x="25691" y="7263"/>
                  </a:cubicBezTo>
                  <a:close/>
                  <a:moveTo>
                    <a:pt x="84910" y="7166"/>
                  </a:moveTo>
                  <a:cubicBezTo>
                    <a:pt x="68487" y="7166"/>
                    <a:pt x="56878" y="18840"/>
                    <a:pt x="56878" y="34742"/>
                  </a:cubicBezTo>
                  <a:cubicBezTo>
                    <a:pt x="56878" y="50677"/>
                    <a:pt x="68585" y="62351"/>
                    <a:pt x="85007" y="62351"/>
                  </a:cubicBezTo>
                  <a:cubicBezTo>
                    <a:pt x="97137" y="62351"/>
                    <a:pt x="106600" y="56140"/>
                    <a:pt x="110600" y="46352"/>
                  </a:cubicBezTo>
                  <a:lnTo>
                    <a:pt x="99543" y="46352"/>
                  </a:lnTo>
                  <a:cubicBezTo>
                    <a:pt x="96487" y="50872"/>
                    <a:pt x="91771" y="52986"/>
                    <a:pt x="85007" y="52986"/>
                  </a:cubicBezTo>
                  <a:cubicBezTo>
                    <a:pt x="75967" y="52986"/>
                    <a:pt x="69007" y="47815"/>
                    <a:pt x="67544" y="38449"/>
                  </a:cubicBezTo>
                  <a:lnTo>
                    <a:pt x="112714" y="38449"/>
                  </a:lnTo>
                  <a:lnTo>
                    <a:pt x="112714" y="34742"/>
                  </a:lnTo>
                  <a:cubicBezTo>
                    <a:pt x="112714" y="18840"/>
                    <a:pt x="101332" y="7166"/>
                    <a:pt x="84910" y="7166"/>
                  </a:cubicBezTo>
                  <a:close/>
                  <a:moveTo>
                    <a:pt x="146209" y="7166"/>
                  </a:moveTo>
                  <a:cubicBezTo>
                    <a:pt x="129787" y="7166"/>
                    <a:pt x="118210" y="18840"/>
                    <a:pt x="118210" y="34742"/>
                  </a:cubicBezTo>
                  <a:cubicBezTo>
                    <a:pt x="118210" y="50677"/>
                    <a:pt x="129787" y="62351"/>
                    <a:pt x="146209" y="62351"/>
                  </a:cubicBezTo>
                  <a:cubicBezTo>
                    <a:pt x="162664" y="62351"/>
                    <a:pt x="174241" y="50677"/>
                    <a:pt x="174241" y="34742"/>
                  </a:cubicBezTo>
                  <a:cubicBezTo>
                    <a:pt x="174241" y="18840"/>
                    <a:pt x="162664" y="7166"/>
                    <a:pt x="146209" y="7166"/>
                  </a:cubicBezTo>
                  <a:close/>
                  <a:moveTo>
                    <a:pt x="214056" y="0"/>
                  </a:moveTo>
                  <a:cubicBezTo>
                    <a:pt x="210153" y="0"/>
                    <a:pt x="206401" y="1835"/>
                    <a:pt x="203964" y="5150"/>
                  </a:cubicBezTo>
                  <a:lnTo>
                    <a:pt x="181103" y="35165"/>
                  </a:lnTo>
                  <a:cubicBezTo>
                    <a:pt x="178338" y="38872"/>
                    <a:pt x="177818" y="43295"/>
                    <a:pt x="179704" y="47100"/>
                  </a:cubicBezTo>
                  <a:cubicBezTo>
                    <a:pt x="181720" y="51100"/>
                    <a:pt x="186143" y="53604"/>
                    <a:pt x="191216" y="53604"/>
                  </a:cubicBezTo>
                  <a:lnTo>
                    <a:pt x="216581" y="53604"/>
                  </a:lnTo>
                  <a:lnTo>
                    <a:pt x="216581" y="66059"/>
                  </a:lnTo>
                  <a:lnTo>
                    <a:pt x="226598" y="66059"/>
                  </a:lnTo>
                  <a:lnTo>
                    <a:pt x="226598" y="53734"/>
                  </a:lnTo>
                  <a:lnTo>
                    <a:pt x="234175" y="53734"/>
                  </a:lnTo>
                  <a:lnTo>
                    <a:pt x="234175" y="44758"/>
                  </a:lnTo>
                  <a:lnTo>
                    <a:pt x="226598" y="44758"/>
                  </a:lnTo>
                  <a:lnTo>
                    <a:pt x="226598" y="12629"/>
                  </a:lnTo>
                  <a:cubicBezTo>
                    <a:pt x="226598" y="7036"/>
                    <a:pt x="223248" y="2320"/>
                    <a:pt x="217980" y="629"/>
                  </a:cubicBezTo>
                  <a:cubicBezTo>
                    <a:pt x="216684" y="206"/>
                    <a:pt x="215362" y="0"/>
                    <a:pt x="214056" y="0"/>
                  </a:cubicBezTo>
                  <a:close/>
                  <a:moveTo>
                    <a:pt x="241557" y="8954"/>
                  </a:moveTo>
                  <a:lnTo>
                    <a:pt x="241557" y="61083"/>
                  </a:lnTo>
                  <a:cubicBezTo>
                    <a:pt x="241557" y="68563"/>
                    <a:pt x="239150" y="71424"/>
                    <a:pt x="232711" y="71424"/>
                  </a:cubicBezTo>
                  <a:lnTo>
                    <a:pt x="231541" y="71424"/>
                  </a:lnTo>
                  <a:lnTo>
                    <a:pt x="231541" y="80042"/>
                  </a:lnTo>
                  <a:lnTo>
                    <a:pt x="233654" y="80042"/>
                  </a:lnTo>
                  <a:cubicBezTo>
                    <a:pt x="246500" y="80042"/>
                    <a:pt x="251573" y="73408"/>
                    <a:pt x="251573" y="60465"/>
                  </a:cubicBezTo>
                  <a:lnTo>
                    <a:pt x="251573" y="8954"/>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598" name="Shape 598"/>
        <p:cNvGrpSpPr/>
        <p:nvPr/>
      </p:nvGrpSpPr>
      <p:grpSpPr>
        <a:xfrm>
          <a:off x="0" y="0"/>
          <a:ext cx="0" cy="0"/>
          <a:chOff x="0" y="0"/>
          <a:chExt cx="0" cy="0"/>
        </a:xfrm>
      </p:grpSpPr>
      <p:sp>
        <p:nvSpPr>
          <p:cNvPr id="599" name="Google Shape;599;p58"/>
          <p:cNvSpPr/>
          <p:nvPr/>
        </p:nvSpPr>
        <p:spPr>
          <a:xfrm rot="10800000">
            <a:off x="5265644" y="2995426"/>
            <a:ext cx="429600" cy="303300"/>
          </a:xfrm>
          <a:prstGeom prst="rightArrow">
            <a:avLst>
              <a:gd fmla="val 5000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6"/>
              </a:solidFill>
            </a:endParaRPr>
          </a:p>
        </p:txBody>
      </p:sp>
      <p:sp>
        <p:nvSpPr>
          <p:cNvPr id="600" name="Google Shape;600;p58"/>
          <p:cNvSpPr/>
          <p:nvPr/>
        </p:nvSpPr>
        <p:spPr>
          <a:xfrm rot="10800000">
            <a:off x="6731019" y="2995426"/>
            <a:ext cx="429600" cy="303300"/>
          </a:xfrm>
          <a:prstGeom prst="rightArrow">
            <a:avLst>
              <a:gd fmla="val 5000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6"/>
              </a:solidFill>
            </a:endParaRPr>
          </a:p>
        </p:txBody>
      </p:sp>
      <p:sp>
        <p:nvSpPr>
          <p:cNvPr id="601" name="Google Shape;601;p58"/>
          <p:cNvSpPr txBox="1"/>
          <p:nvPr>
            <p:ph type="title"/>
          </p:nvPr>
        </p:nvSpPr>
        <p:spPr>
          <a:xfrm>
            <a:off x="365750" y="274325"/>
            <a:ext cx="8412600" cy="548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rgbClr val="FFFFFF"/>
                </a:solidFill>
              </a:rPr>
              <a:t>Neo4j Database (see speaker notes about arrows!)</a:t>
            </a:r>
            <a:endParaRPr>
              <a:solidFill>
                <a:srgbClr val="FFFFFF"/>
              </a:solidFill>
            </a:endParaRPr>
          </a:p>
        </p:txBody>
      </p:sp>
      <p:sp>
        <p:nvSpPr>
          <p:cNvPr id="602" name="Google Shape;602;p58"/>
          <p:cNvSpPr txBox="1"/>
          <p:nvPr>
            <p:ph idx="12" type="sldNum"/>
          </p:nvPr>
        </p:nvSpPr>
        <p:spPr>
          <a:xfrm>
            <a:off x="360650" y="4880150"/>
            <a:ext cx="3667800" cy="2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rgbClr val="FFFFFF"/>
                </a:solidFill>
              </a:rPr>
              <a:t>Neo4j Inc. All rights reserved 2023	</a:t>
            </a:r>
            <a:endParaRPr>
              <a:solidFill>
                <a:srgbClr val="FFFFFF"/>
              </a:solidFill>
            </a:endParaRPr>
          </a:p>
        </p:txBody>
      </p:sp>
      <p:sp>
        <p:nvSpPr>
          <p:cNvPr id="603" name="Google Shape;603;p58"/>
          <p:cNvSpPr txBox="1"/>
          <p:nvPr>
            <p:ph idx="2" type="sldNum"/>
          </p:nvPr>
        </p:nvSpPr>
        <p:spPr>
          <a:xfrm>
            <a:off x="0" y="4880150"/>
            <a:ext cx="265200" cy="2697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solidFill>
                  <a:srgbClr val="FFFFFF"/>
                </a:solidFill>
              </a:rPr>
              <a:t>‹#›</a:t>
            </a:fld>
            <a:endParaRPr>
              <a:solidFill>
                <a:srgbClr val="FFFFFF"/>
              </a:solidFill>
            </a:endParaRPr>
          </a:p>
        </p:txBody>
      </p:sp>
      <p:sp>
        <p:nvSpPr>
          <p:cNvPr id="604" name="Google Shape;604;p58"/>
          <p:cNvSpPr/>
          <p:nvPr/>
        </p:nvSpPr>
        <p:spPr>
          <a:xfrm>
            <a:off x="5684954" y="1418275"/>
            <a:ext cx="879600" cy="3339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58"/>
          <p:cNvSpPr/>
          <p:nvPr/>
        </p:nvSpPr>
        <p:spPr>
          <a:xfrm>
            <a:off x="2076029" y="1418275"/>
            <a:ext cx="825000" cy="3339000"/>
          </a:xfrm>
          <a:prstGeom prst="rect">
            <a:avLst/>
          </a:prstGeom>
          <a:solidFill>
            <a:srgbClr val="FFFFFF"/>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t/>
            </a:r>
            <a:endParaRPr b="1" sz="800">
              <a:solidFill>
                <a:srgbClr val="0078D7"/>
              </a:solidFill>
            </a:endParaRPr>
          </a:p>
        </p:txBody>
      </p:sp>
      <p:sp>
        <p:nvSpPr>
          <p:cNvPr id="606" name="Google Shape;606;p58"/>
          <p:cNvSpPr txBox="1"/>
          <p:nvPr/>
        </p:nvSpPr>
        <p:spPr>
          <a:xfrm>
            <a:off x="5648435" y="4389053"/>
            <a:ext cx="9525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800">
                <a:solidFill>
                  <a:srgbClr val="014063"/>
                </a:solidFill>
                <a:latin typeface="Public Sans"/>
                <a:ea typeface="Public Sans"/>
                <a:cs typeface="Public Sans"/>
                <a:sym typeface="Public Sans"/>
              </a:rPr>
              <a:t>API</a:t>
            </a:r>
            <a:endParaRPr b="1" sz="800">
              <a:solidFill>
                <a:srgbClr val="014063"/>
              </a:solidFill>
              <a:latin typeface="Public Sans"/>
              <a:ea typeface="Public Sans"/>
              <a:cs typeface="Public Sans"/>
              <a:sym typeface="Public Sans"/>
            </a:endParaRPr>
          </a:p>
        </p:txBody>
      </p:sp>
      <p:sp>
        <p:nvSpPr>
          <p:cNvPr id="607" name="Google Shape;607;p58"/>
          <p:cNvSpPr/>
          <p:nvPr/>
        </p:nvSpPr>
        <p:spPr>
          <a:xfrm>
            <a:off x="1477622" y="2988950"/>
            <a:ext cx="429600" cy="303300"/>
          </a:xfrm>
          <a:prstGeom prst="rightArrow">
            <a:avLst>
              <a:gd fmla="val 50000" name="adj1"/>
              <a:gd fmla="val 50000" name="adj2"/>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58"/>
          <p:cNvSpPr txBox="1"/>
          <p:nvPr/>
        </p:nvSpPr>
        <p:spPr>
          <a:xfrm>
            <a:off x="3488879" y="847300"/>
            <a:ext cx="1630800" cy="6003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200">
                <a:solidFill>
                  <a:srgbClr val="FFFFFF"/>
                </a:solidFill>
                <a:latin typeface="Public Sans Light"/>
                <a:ea typeface="Public Sans Light"/>
                <a:cs typeface="Public Sans Light"/>
                <a:sym typeface="Public Sans Light"/>
              </a:rPr>
              <a:t>Knowledge Graph</a:t>
            </a:r>
            <a:endParaRPr sz="1200">
              <a:solidFill>
                <a:srgbClr val="FFFFFF"/>
              </a:solidFill>
              <a:latin typeface="Public Sans Light"/>
              <a:ea typeface="Public Sans Light"/>
              <a:cs typeface="Public Sans Light"/>
              <a:sym typeface="Public Sans Light"/>
            </a:endParaRPr>
          </a:p>
        </p:txBody>
      </p:sp>
      <p:sp>
        <p:nvSpPr>
          <p:cNvPr id="609" name="Google Shape;609;p58"/>
          <p:cNvSpPr/>
          <p:nvPr/>
        </p:nvSpPr>
        <p:spPr>
          <a:xfrm>
            <a:off x="3482279" y="1418275"/>
            <a:ext cx="1630800" cy="3339000"/>
          </a:xfrm>
          <a:prstGeom prst="rect">
            <a:avLst/>
          </a:prstGeom>
          <a:solidFill>
            <a:srgbClr val="FFFFFF"/>
          </a:solidFill>
          <a:ln>
            <a:noFill/>
          </a:ln>
        </p:spPr>
        <p:txBody>
          <a:bodyPr anchorCtr="0" anchor="t" bIns="34275" lIns="377175" spcFirstLastPara="1" rIns="68575" wrap="square" tIns="68575">
            <a:noAutofit/>
          </a:bodyPr>
          <a:lstStyle/>
          <a:p>
            <a:pPr indent="0" lvl="0" marL="0" marR="0" rtl="0" algn="l">
              <a:spcBef>
                <a:spcPts val="0"/>
              </a:spcBef>
              <a:spcAft>
                <a:spcPts val="0"/>
              </a:spcAft>
              <a:buNone/>
            </a:pPr>
            <a:r>
              <a:t/>
            </a:r>
            <a:endParaRPr sz="700">
              <a:solidFill>
                <a:srgbClr val="014063"/>
              </a:solidFill>
              <a:latin typeface="Public Sans"/>
              <a:ea typeface="Public Sans"/>
              <a:cs typeface="Public Sans"/>
              <a:sym typeface="Public Sans"/>
            </a:endParaRPr>
          </a:p>
        </p:txBody>
      </p:sp>
      <p:sp>
        <p:nvSpPr>
          <p:cNvPr id="610" name="Google Shape;610;p58"/>
          <p:cNvSpPr txBox="1"/>
          <p:nvPr/>
        </p:nvSpPr>
        <p:spPr>
          <a:xfrm>
            <a:off x="3611031" y="4446800"/>
            <a:ext cx="1377300" cy="1923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800">
                <a:solidFill>
                  <a:srgbClr val="014063"/>
                </a:solidFill>
                <a:latin typeface="Public Sans"/>
                <a:ea typeface="Public Sans"/>
                <a:cs typeface="Public Sans"/>
                <a:sym typeface="Public Sans"/>
              </a:rPr>
              <a:t>Graph Data Science</a:t>
            </a:r>
            <a:endParaRPr b="1" sz="800">
              <a:solidFill>
                <a:srgbClr val="014063"/>
              </a:solidFill>
              <a:latin typeface="Public Sans"/>
              <a:ea typeface="Public Sans"/>
              <a:cs typeface="Public Sans"/>
              <a:sym typeface="Public Sans"/>
            </a:endParaRPr>
          </a:p>
        </p:txBody>
      </p:sp>
      <p:sp>
        <p:nvSpPr>
          <p:cNvPr id="611" name="Google Shape;611;p58"/>
          <p:cNvSpPr txBox="1"/>
          <p:nvPr/>
        </p:nvSpPr>
        <p:spPr>
          <a:xfrm>
            <a:off x="3970402" y="3442484"/>
            <a:ext cx="693000" cy="1923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800">
                <a:solidFill>
                  <a:srgbClr val="014063"/>
                </a:solidFill>
                <a:latin typeface="Public Sans"/>
                <a:ea typeface="Public Sans"/>
                <a:cs typeface="Public Sans"/>
                <a:sym typeface="Public Sans"/>
              </a:rPr>
              <a:t>Graph DB</a:t>
            </a:r>
            <a:endParaRPr b="1" sz="800">
              <a:solidFill>
                <a:srgbClr val="014063"/>
              </a:solidFill>
              <a:latin typeface="Public Sans"/>
              <a:ea typeface="Public Sans"/>
              <a:cs typeface="Public Sans"/>
              <a:sym typeface="Public Sans"/>
            </a:endParaRPr>
          </a:p>
        </p:txBody>
      </p:sp>
      <p:sp>
        <p:nvSpPr>
          <p:cNvPr id="612" name="Google Shape;612;p58"/>
          <p:cNvSpPr txBox="1"/>
          <p:nvPr/>
        </p:nvSpPr>
        <p:spPr>
          <a:xfrm>
            <a:off x="7150279" y="847300"/>
            <a:ext cx="1377300" cy="6003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200">
                <a:solidFill>
                  <a:srgbClr val="FFFFFF"/>
                </a:solidFill>
                <a:latin typeface="Public Sans Light"/>
                <a:ea typeface="Public Sans Light"/>
                <a:cs typeface="Public Sans Light"/>
                <a:sym typeface="Public Sans Light"/>
              </a:rPr>
              <a:t>Knowledge Apps</a:t>
            </a:r>
            <a:endParaRPr sz="1200">
              <a:solidFill>
                <a:srgbClr val="FFFFFF"/>
              </a:solidFill>
              <a:latin typeface="Public Sans Light"/>
              <a:ea typeface="Public Sans Light"/>
              <a:cs typeface="Public Sans Light"/>
              <a:sym typeface="Public Sans Light"/>
            </a:endParaRPr>
          </a:p>
        </p:txBody>
      </p:sp>
      <p:sp>
        <p:nvSpPr>
          <p:cNvPr id="613" name="Google Shape;613;p58"/>
          <p:cNvSpPr txBox="1"/>
          <p:nvPr/>
        </p:nvSpPr>
        <p:spPr>
          <a:xfrm>
            <a:off x="1992617" y="847300"/>
            <a:ext cx="1012800" cy="6003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200">
                <a:solidFill>
                  <a:srgbClr val="FFFFFF"/>
                </a:solidFill>
                <a:latin typeface="Public Sans Light"/>
                <a:ea typeface="Public Sans Light"/>
                <a:cs typeface="Public Sans Light"/>
                <a:sym typeface="Public Sans Light"/>
              </a:rPr>
              <a:t>Information Extraction &amp; Ingestion</a:t>
            </a:r>
            <a:endParaRPr sz="1200">
              <a:solidFill>
                <a:srgbClr val="FFFFFF"/>
              </a:solidFill>
              <a:latin typeface="Public Sans Light"/>
              <a:ea typeface="Public Sans Light"/>
              <a:cs typeface="Public Sans Light"/>
              <a:sym typeface="Public Sans Light"/>
            </a:endParaRPr>
          </a:p>
        </p:txBody>
      </p:sp>
      <p:sp>
        <p:nvSpPr>
          <p:cNvPr id="614" name="Google Shape;614;p58"/>
          <p:cNvSpPr/>
          <p:nvPr/>
        </p:nvSpPr>
        <p:spPr>
          <a:xfrm>
            <a:off x="658004" y="1418275"/>
            <a:ext cx="825000" cy="3339000"/>
          </a:xfrm>
          <a:prstGeom prst="rect">
            <a:avLst/>
          </a:prstGeom>
          <a:solidFill>
            <a:srgbClr val="FFFFFF"/>
          </a:solidFill>
          <a:ln>
            <a:noFill/>
          </a:ln>
        </p:spPr>
        <p:txBody>
          <a:bodyPr anchorCtr="0" anchor="t" bIns="109675" lIns="137125" spcFirstLastPara="1" rIns="137125" wrap="square" tIns="109675">
            <a:noAutofit/>
          </a:bodyPr>
          <a:lstStyle/>
          <a:p>
            <a:pPr indent="0" lvl="0" marL="0" marR="0" rtl="0" algn="ctr">
              <a:lnSpc>
                <a:spcPct val="100000"/>
              </a:lnSpc>
              <a:spcBef>
                <a:spcPts val="0"/>
              </a:spcBef>
              <a:spcAft>
                <a:spcPts val="0"/>
              </a:spcAft>
              <a:buClr>
                <a:srgbClr val="000000"/>
              </a:buClr>
              <a:buSzPts val="800"/>
              <a:buFont typeface="Arial"/>
              <a:buNone/>
            </a:pPr>
            <a:r>
              <a:t/>
            </a:r>
            <a:endParaRPr b="1" i="0" sz="800" u="none" cap="none" strike="noStrike">
              <a:solidFill>
                <a:srgbClr val="000000"/>
              </a:solidFill>
              <a:latin typeface="Arial"/>
              <a:ea typeface="Arial"/>
              <a:cs typeface="Arial"/>
              <a:sym typeface="Arial"/>
            </a:endParaRPr>
          </a:p>
        </p:txBody>
      </p:sp>
      <p:pic>
        <p:nvPicPr>
          <p:cNvPr descr="Shape&#10;&#10;Description automatically generated with low confidence" id="615" name="Google Shape;615;p58"/>
          <p:cNvPicPr preferRelativeResize="0"/>
          <p:nvPr/>
        </p:nvPicPr>
        <p:blipFill rotWithShape="1">
          <a:blip r:embed="rId3">
            <a:alphaModFix/>
          </a:blip>
          <a:srcRect b="15340" l="0" r="58765" t="0"/>
          <a:stretch/>
        </p:blipFill>
        <p:spPr>
          <a:xfrm>
            <a:off x="844256" y="1580044"/>
            <a:ext cx="223076" cy="457963"/>
          </a:xfrm>
          <a:prstGeom prst="rect">
            <a:avLst/>
          </a:prstGeom>
          <a:noFill/>
          <a:ln>
            <a:noFill/>
          </a:ln>
        </p:spPr>
      </p:pic>
      <p:pic>
        <p:nvPicPr>
          <p:cNvPr descr="Graphical user interface, application&#10;&#10;Description automatically generated" id="616" name="Google Shape;616;p58"/>
          <p:cNvPicPr preferRelativeResize="0"/>
          <p:nvPr/>
        </p:nvPicPr>
        <p:blipFill rotWithShape="1">
          <a:blip r:embed="rId4">
            <a:alphaModFix/>
          </a:blip>
          <a:srcRect b="9832" l="26028" r="56333" t="37812"/>
          <a:stretch/>
        </p:blipFill>
        <p:spPr>
          <a:xfrm>
            <a:off x="885468" y="2410570"/>
            <a:ext cx="350550" cy="404204"/>
          </a:xfrm>
          <a:prstGeom prst="rect">
            <a:avLst/>
          </a:prstGeom>
          <a:noFill/>
          <a:ln>
            <a:noFill/>
          </a:ln>
        </p:spPr>
      </p:pic>
      <p:pic>
        <p:nvPicPr>
          <p:cNvPr descr="A picture containing text, tool, scissors&#10;&#10;Description automatically generated" id="617" name="Google Shape;617;p58"/>
          <p:cNvPicPr preferRelativeResize="0"/>
          <p:nvPr/>
        </p:nvPicPr>
        <p:blipFill rotWithShape="1">
          <a:blip r:embed="rId5">
            <a:alphaModFix/>
          </a:blip>
          <a:srcRect b="0" l="0" r="0" t="0"/>
          <a:stretch/>
        </p:blipFill>
        <p:spPr>
          <a:xfrm>
            <a:off x="920716" y="2988151"/>
            <a:ext cx="283625" cy="306755"/>
          </a:xfrm>
          <a:prstGeom prst="rect">
            <a:avLst/>
          </a:prstGeom>
          <a:noFill/>
          <a:ln>
            <a:noFill/>
          </a:ln>
        </p:spPr>
      </p:pic>
      <p:pic>
        <p:nvPicPr>
          <p:cNvPr descr="Graphical user interface, application&#10;&#10;Description automatically generated" id="618" name="Google Shape;618;p58"/>
          <p:cNvPicPr preferRelativeResize="0"/>
          <p:nvPr/>
        </p:nvPicPr>
        <p:blipFill rotWithShape="1">
          <a:blip r:embed="rId4">
            <a:alphaModFix/>
          </a:blip>
          <a:srcRect b="11454" l="56885" r="25842" t="38506"/>
          <a:stretch/>
        </p:blipFill>
        <p:spPr>
          <a:xfrm>
            <a:off x="1060025" y="2185189"/>
            <a:ext cx="329065" cy="370411"/>
          </a:xfrm>
          <a:prstGeom prst="rect">
            <a:avLst/>
          </a:prstGeom>
          <a:noFill/>
          <a:ln>
            <a:noFill/>
          </a:ln>
        </p:spPr>
      </p:pic>
      <p:pic>
        <p:nvPicPr>
          <p:cNvPr descr="Graphical user interface, application&#10;&#10;Description automatically generated" id="619" name="Google Shape;619;p58"/>
          <p:cNvPicPr preferRelativeResize="0"/>
          <p:nvPr/>
        </p:nvPicPr>
        <p:blipFill rotWithShape="1">
          <a:blip r:embed="rId4">
            <a:alphaModFix/>
          </a:blip>
          <a:srcRect b="11454" l="73524" r="9810" t="38506"/>
          <a:stretch/>
        </p:blipFill>
        <p:spPr>
          <a:xfrm>
            <a:off x="725754" y="2186921"/>
            <a:ext cx="316050" cy="368676"/>
          </a:xfrm>
          <a:prstGeom prst="rect">
            <a:avLst/>
          </a:prstGeom>
          <a:noFill/>
          <a:ln>
            <a:noFill/>
          </a:ln>
        </p:spPr>
      </p:pic>
      <p:pic>
        <p:nvPicPr>
          <p:cNvPr descr="Shape&#10;&#10;Description automatically generated with low confidence" id="620" name="Google Shape;620;p58"/>
          <p:cNvPicPr preferRelativeResize="0"/>
          <p:nvPr/>
        </p:nvPicPr>
        <p:blipFill rotWithShape="1">
          <a:blip r:embed="rId3">
            <a:alphaModFix/>
          </a:blip>
          <a:srcRect b="15340" l="0" r="58765" t="0"/>
          <a:stretch/>
        </p:blipFill>
        <p:spPr>
          <a:xfrm>
            <a:off x="1079631" y="1398833"/>
            <a:ext cx="223076" cy="457963"/>
          </a:xfrm>
          <a:prstGeom prst="rect">
            <a:avLst/>
          </a:prstGeom>
          <a:noFill/>
          <a:ln>
            <a:noFill/>
          </a:ln>
        </p:spPr>
      </p:pic>
      <p:pic>
        <p:nvPicPr>
          <p:cNvPr descr="Shape&#10;&#10;Description automatically generated with low confidence" id="621" name="Google Shape;621;p58"/>
          <p:cNvPicPr preferRelativeResize="0"/>
          <p:nvPr/>
        </p:nvPicPr>
        <p:blipFill rotWithShape="1">
          <a:blip r:embed="rId6">
            <a:alphaModFix/>
          </a:blip>
          <a:srcRect b="13860" l="0" r="0" t="0"/>
          <a:stretch/>
        </p:blipFill>
        <p:spPr>
          <a:xfrm>
            <a:off x="732766" y="3874817"/>
            <a:ext cx="399067" cy="343732"/>
          </a:xfrm>
          <a:prstGeom prst="rect">
            <a:avLst/>
          </a:prstGeom>
          <a:noFill/>
          <a:ln>
            <a:noFill/>
          </a:ln>
        </p:spPr>
      </p:pic>
      <p:pic>
        <p:nvPicPr>
          <p:cNvPr descr="Shape&#10;&#10;Description automatically generated with low confidence" id="622" name="Google Shape;622;p58"/>
          <p:cNvPicPr preferRelativeResize="0"/>
          <p:nvPr/>
        </p:nvPicPr>
        <p:blipFill rotWithShape="1">
          <a:blip r:embed="rId7">
            <a:alphaModFix/>
          </a:blip>
          <a:srcRect b="22451" l="0" r="0" t="0"/>
          <a:stretch/>
        </p:blipFill>
        <p:spPr>
          <a:xfrm>
            <a:off x="866057" y="4206313"/>
            <a:ext cx="251584" cy="195092"/>
          </a:xfrm>
          <a:prstGeom prst="rect">
            <a:avLst/>
          </a:prstGeom>
          <a:noFill/>
          <a:ln>
            <a:noFill/>
          </a:ln>
        </p:spPr>
      </p:pic>
      <p:pic>
        <p:nvPicPr>
          <p:cNvPr descr="Shape&#10;&#10;Description automatically generated with low confidence" id="623" name="Google Shape;623;p58"/>
          <p:cNvPicPr preferRelativeResize="0"/>
          <p:nvPr/>
        </p:nvPicPr>
        <p:blipFill rotWithShape="1">
          <a:blip r:embed="rId8">
            <a:alphaModFix/>
          </a:blip>
          <a:srcRect b="14625" l="0" r="0" t="0"/>
          <a:stretch/>
        </p:blipFill>
        <p:spPr>
          <a:xfrm>
            <a:off x="1086922" y="3994519"/>
            <a:ext cx="290845" cy="248300"/>
          </a:xfrm>
          <a:prstGeom prst="rect">
            <a:avLst/>
          </a:prstGeom>
          <a:noFill/>
          <a:ln>
            <a:noFill/>
          </a:ln>
        </p:spPr>
      </p:pic>
      <p:sp>
        <p:nvSpPr>
          <p:cNvPr id="624" name="Google Shape;624;p58"/>
          <p:cNvSpPr txBox="1"/>
          <p:nvPr/>
        </p:nvSpPr>
        <p:spPr>
          <a:xfrm>
            <a:off x="705819" y="1867788"/>
            <a:ext cx="739200" cy="307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1" i="0" lang="en" sz="800" u="none" cap="none" strike="noStrike">
                <a:solidFill>
                  <a:srgbClr val="014063"/>
                </a:solidFill>
                <a:latin typeface="Public Sans"/>
                <a:ea typeface="Public Sans"/>
                <a:cs typeface="Public Sans"/>
                <a:sym typeface="Public Sans"/>
              </a:rPr>
              <a:t>Structured</a:t>
            </a:r>
            <a:endParaRPr b="1" i="0" sz="800" u="none" cap="none" strike="noStrike">
              <a:solidFill>
                <a:srgbClr val="014063"/>
              </a:solidFill>
              <a:latin typeface="Public Sans"/>
              <a:ea typeface="Public Sans"/>
              <a:cs typeface="Public Sans"/>
              <a:sym typeface="Public Sans"/>
            </a:endParaRPr>
          </a:p>
        </p:txBody>
      </p:sp>
      <p:pic>
        <p:nvPicPr>
          <p:cNvPr descr="Shape&#10;&#10;Description automatically generated with low confidence" id="625" name="Google Shape;625;p58"/>
          <p:cNvPicPr preferRelativeResize="0"/>
          <p:nvPr/>
        </p:nvPicPr>
        <p:blipFill rotWithShape="1">
          <a:blip r:embed="rId9">
            <a:alphaModFix/>
          </a:blip>
          <a:srcRect b="19465" l="0" r="0" t="0"/>
          <a:stretch/>
        </p:blipFill>
        <p:spPr>
          <a:xfrm>
            <a:off x="1045930" y="3322373"/>
            <a:ext cx="203119" cy="163579"/>
          </a:xfrm>
          <a:prstGeom prst="rect">
            <a:avLst/>
          </a:prstGeom>
          <a:noFill/>
          <a:ln>
            <a:noFill/>
          </a:ln>
        </p:spPr>
      </p:pic>
      <p:sp>
        <p:nvSpPr>
          <p:cNvPr id="626" name="Google Shape;626;p58"/>
          <p:cNvSpPr txBox="1"/>
          <p:nvPr/>
        </p:nvSpPr>
        <p:spPr>
          <a:xfrm>
            <a:off x="595004" y="4389052"/>
            <a:ext cx="952500" cy="307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1" i="0" lang="en" sz="800" u="none" cap="none" strike="noStrike">
                <a:solidFill>
                  <a:srgbClr val="014063"/>
                </a:solidFill>
                <a:latin typeface="Public Sans"/>
                <a:ea typeface="Public Sans"/>
                <a:cs typeface="Public Sans"/>
                <a:sym typeface="Public Sans"/>
              </a:rPr>
              <a:t>Unstructured</a:t>
            </a:r>
            <a:endParaRPr b="1" i="0" sz="800" u="none" cap="none" strike="noStrike">
              <a:solidFill>
                <a:srgbClr val="014063"/>
              </a:solidFill>
              <a:latin typeface="Public Sans"/>
              <a:ea typeface="Public Sans"/>
              <a:cs typeface="Public Sans"/>
              <a:sym typeface="Public Sans"/>
            </a:endParaRPr>
          </a:p>
        </p:txBody>
      </p:sp>
      <p:pic>
        <p:nvPicPr>
          <p:cNvPr descr="Shape&#10;&#10;Description automatically generated with low confidence" id="627" name="Google Shape;627;p58"/>
          <p:cNvPicPr preferRelativeResize="0"/>
          <p:nvPr/>
        </p:nvPicPr>
        <p:blipFill rotWithShape="1">
          <a:blip r:embed="rId9">
            <a:alphaModFix/>
          </a:blip>
          <a:srcRect b="19465" l="0" r="0" t="0"/>
          <a:stretch/>
        </p:blipFill>
        <p:spPr>
          <a:xfrm>
            <a:off x="880180" y="3366655"/>
            <a:ext cx="203119" cy="163579"/>
          </a:xfrm>
          <a:prstGeom prst="rect">
            <a:avLst/>
          </a:prstGeom>
          <a:noFill/>
          <a:ln>
            <a:noFill/>
          </a:ln>
        </p:spPr>
      </p:pic>
      <p:sp>
        <p:nvSpPr>
          <p:cNvPr id="628" name="Google Shape;628;p58"/>
          <p:cNvSpPr/>
          <p:nvPr/>
        </p:nvSpPr>
        <p:spPr>
          <a:xfrm>
            <a:off x="648253" y="3511800"/>
            <a:ext cx="825000" cy="162000"/>
          </a:xfrm>
          <a:prstGeom prst="rect">
            <a:avLst/>
          </a:prstGeom>
          <a:noFill/>
          <a:ln>
            <a:noFill/>
          </a:ln>
        </p:spPr>
        <p:txBody>
          <a:bodyPr anchorCtr="0" anchor="t" bIns="33600" lIns="67225" spcFirstLastPara="1" rIns="67225" wrap="square" tIns="33600">
            <a:noAutofit/>
          </a:bodyPr>
          <a:lstStyle/>
          <a:p>
            <a:pPr indent="0" lvl="0" marL="0" marR="0" rtl="0" algn="ctr">
              <a:lnSpc>
                <a:spcPct val="100000"/>
              </a:lnSpc>
              <a:spcBef>
                <a:spcPts val="0"/>
              </a:spcBef>
              <a:spcAft>
                <a:spcPts val="0"/>
              </a:spcAft>
              <a:buClr>
                <a:srgbClr val="000000"/>
              </a:buClr>
              <a:buSzPts val="700"/>
              <a:buFont typeface="Arial"/>
              <a:buNone/>
            </a:pPr>
            <a:r>
              <a:rPr b="1" i="0" lang="en" sz="800" u="none" cap="none" strike="noStrike">
                <a:solidFill>
                  <a:srgbClr val="014063"/>
                </a:solidFill>
                <a:latin typeface="Public Sans"/>
                <a:ea typeface="Public Sans"/>
                <a:cs typeface="Public Sans"/>
                <a:sym typeface="Public Sans"/>
              </a:rPr>
              <a:t>Ontologies</a:t>
            </a:r>
            <a:endParaRPr b="1" i="0" sz="800" u="none" cap="none" strike="noStrike">
              <a:solidFill>
                <a:srgbClr val="014063"/>
              </a:solidFill>
              <a:latin typeface="Public Sans"/>
              <a:ea typeface="Public Sans"/>
              <a:cs typeface="Public Sans"/>
              <a:sym typeface="Public Sans"/>
            </a:endParaRPr>
          </a:p>
        </p:txBody>
      </p:sp>
      <p:sp>
        <p:nvSpPr>
          <p:cNvPr id="629" name="Google Shape;629;p58"/>
          <p:cNvSpPr txBox="1"/>
          <p:nvPr/>
        </p:nvSpPr>
        <p:spPr>
          <a:xfrm>
            <a:off x="2012054" y="4389050"/>
            <a:ext cx="9525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800">
                <a:solidFill>
                  <a:srgbClr val="014063"/>
                </a:solidFill>
                <a:latin typeface="Public Sans"/>
                <a:ea typeface="Public Sans"/>
                <a:cs typeface="Public Sans"/>
                <a:sym typeface="Public Sans"/>
              </a:rPr>
              <a:t>GCP Vertex AI</a:t>
            </a:r>
            <a:endParaRPr b="1" sz="800">
              <a:solidFill>
                <a:srgbClr val="014063"/>
              </a:solidFill>
              <a:latin typeface="Public Sans"/>
              <a:ea typeface="Public Sans"/>
              <a:cs typeface="Public Sans"/>
              <a:sym typeface="Public Sans"/>
            </a:endParaRPr>
          </a:p>
        </p:txBody>
      </p:sp>
      <p:pic>
        <p:nvPicPr>
          <p:cNvPr id="630" name="Google Shape;630;p58"/>
          <p:cNvPicPr preferRelativeResize="0"/>
          <p:nvPr/>
        </p:nvPicPr>
        <p:blipFill>
          <a:blip r:embed="rId10">
            <a:alphaModFix/>
          </a:blip>
          <a:stretch>
            <a:fillRect/>
          </a:stretch>
        </p:blipFill>
        <p:spPr>
          <a:xfrm>
            <a:off x="2346860" y="4099290"/>
            <a:ext cx="316050" cy="315428"/>
          </a:xfrm>
          <a:prstGeom prst="rect">
            <a:avLst/>
          </a:prstGeom>
          <a:noFill/>
          <a:ln>
            <a:noFill/>
          </a:ln>
        </p:spPr>
      </p:pic>
      <p:sp>
        <p:nvSpPr>
          <p:cNvPr id="631" name="Google Shape;631;p58"/>
          <p:cNvSpPr txBox="1"/>
          <p:nvPr/>
        </p:nvSpPr>
        <p:spPr>
          <a:xfrm>
            <a:off x="657941" y="802925"/>
            <a:ext cx="825000" cy="6447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200">
                <a:solidFill>
                  <a:srgbClr val="FFFFFF"/>
                </a:solidFill>
                <a:latin typeface="Public Sans Light"/>
                <a:ea typeface="Public Sans Light"/>
                <a:cs typeface="Public Sans Light"/>
                <a:sym typeface="Public Sans Light"/>
              </a:rPr>
              <a:t>Data Sources</a:t>
            </a:r>
            <a:endParaRPr sz="1200">
              <a:solidFill>
                <a:srgbClr val="FFFFFF"/>
              </a:solidFill>
              <a:latin typeface="Public Sans Light"/>
              <a:ea typeface="Public Sans Light"/>
              <a:cs typeface="Public Sans Light"/>
              <a:sym typeface="Public Sans Light"/>
            </a:endParaRPr>
          </a:p>
        </p:txBody>
      </p:sp>
      <p:pic>
        <p:nvPicPr>
          <p:cNvPr id="632" name="Google Shape;632;p58"/>
          <p:cNvPicPr preferRelativeResize="0"/>
          <p:nvPr/>
        </p:nvPicPr>
        <p:blipFill>
          <a:blip r:embed="rId11">
            <a:alphaModFix/>
          </a:blip>
          <a:stretch>
            <a:fillRect/>
          </a:stretch>
        </p:blipFill>
        <p:spPr>
          <a:xfrm>
            <a:off x="5891532" y="3861972"/>
            <a:ext cx="475250" cy="475232"/>
          </a:xfrm>
          <a:prstGeom prst="rect">
            <a:avLst/>
          </a:prstGeom>
          <a:noFill/>
          <a:ln>
            <a:noFill/>
          </a:ln>
        </p:spPr>
      </p:pic>
      <p:sp>
        <p:nvSpPr>
          <p:cNvPr id="633" name="Google Shape;633;p58"/>
          <p:cNvSpPr txBox="1"/>
          <p:nvPr/>
        </p:nvSpPr>
        <p:spPr>
          <a:xfrm>
            <a:off x="5684879" y="847300"/>
            <a:ext cx="879600" cy="6003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1200">
                <a:solidFill>
                  <a:srgbClr val="FFFFFF"/>
                </a:solidFill>
                <a:latin typeface="Public Sans Light"/>
                <a:ea typeface="Public Sans Light"/>
                <a:cs typeface="Public Sans Light"/>
                <a:sym typeface="Public Sans Light"/>
              </a:rPr>
              <a:t>API Layer</a:t>
            </a:r>
            <a:endParaRPr sz="1200">
              <a:solidFill>
                <a:srgbClr val="FFFFFF"/>
              </a:solidFill>
              <a:latin typeface="Public Sans Light"/>
              <a:ea typeface="Public Sans Light"/>
              <a:cs typeface="Public Sans Light"/>
              <a:sym typeface="Public Sans Light"/>
            </a:endParaRPr>
          </a:p>
        </p:txBody>
      </p:sp>
      <p:sp>
        <p:nvSpPr>
          <p:cNvPr id="634" name="Google Shape;634;p58"/>
          <p:cNvSpPr/>
          <p:nvPr/>
        </p:nvSpPr>
        <p:spPr>
          <a:xfrm>
            <a:off x="7150279" y="1418200"/>
            <a:ext cx="1377300" cy="3339000"/>
          </a:xfrm>
          <a:prstGeom prst="rect">
            <a:avLst/>
          </a:prstGeom>
          <a:solidFill>
            <a:srgbClr val="FFFFFF"/>
          </a:solidFill>
          <a:ln>
            <a:noFill/>
          </a:ln>
        </p:spPr>
        <p:txBody>
          <a:bodyPr anchorCtr="0" anchor="t" bIns="109675" lIns="137125" spcFirstLastPara="1" rIns="137125" wrap="square" tIns="109675">
            <a:noAutofit/>
          </a:bodyPr>
          <a:lstStyle/>
          <a:p>
            <a:pPr indent="0" lvl="0" marL="0" marR="0" rtl="0" algn="ctr">
              <a:lnSpc>
                <a:spcPct val="100000"/>
              </a:lnSpc>
              <a:spcBef>
                <a:spcPts val="0"/>
              </a:spcBef>
              <a:spcAft>
                <a:spcPts val="0"/>
              </a:spcAft>
              <a:buClr>
                <a:srgbClr val="000000"/>
              </a:buClr>
              <a:buSzPts val="800"/>
              <a:buFont typeface="Arial"/>
              <a:buNone/>
            </a:pPr>
            <a:r>
              <a:t/>
            </a:r>
            <a:endParaRPr b="1" i="0" sz="800" u="none" cap="none" strike="noStrike">
              <a:solidFill>
                <a:srgbClr val="0078D7"/>
              </a:solidFill>
              <a:latin typeface="Arial"/>
              <a:ea typeface="Arial"/>
              <a:cs typeface="Arial"/>
              <a:sym typeface="Arial"/>
            </a:endParaRPr>
          </a:p>
        </p:txBody>
      </p:sp>
      <p:sp>
        <p:nvSpPr>
          <p:cNvPr id="635" name="Google Shape;635;p58"/>
          <p:cNvSpPr/>
          <p:nvPr/>
        </p:nvSpPr>
        <p:spPr>
          <a:xfrm>
            <a:off x="7281753" y="1960322"/>
            <a:ext cx="1137000" cy="183000"/>
          </a:xfrm>
          <a:prstGeom prst="roundRect">
            <a:avLst>
              <a:gd fmla="val 0" name="adj"/>
            </a:avLst>
          </a:prstGeom>
          <a:solidFill>
            <a:schemeClr val="accent4"/>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800">
                <a:solidFill>
                  <a:schemeClr val="dk1"/>
                </a:solidFill>
                <a:latin typeface="Public Sans"/>
                <a:ea typeface="Public Sans"/>
                <a:cs typeface="Public Sans"/>
                <a:sym typeface="Public Sans"/>
              </a:rPr>
              <a:t>Customer Service</a:t>
            </a:r>
            <a:endParaRPr i="0" sz="800" u="none" cap="none" strike="noStrike">
              <a:solidFill>
                <a:schemeClr val="dk1"/>
              </a:solidFill>
              <a:latin typeface="Public Sans"/>
              <a:ea typeface="Public Sans"/>
              <a:cs typeface="Public Sans"/>
              <a:sym typeface="Public Sans"/>
            </a:endParaRPr>
          </a:p>
        </p:txBody>
      </p:sp>
      <p:sp>
        <p:nvSpPr>
          <p:cNvPr id="636" name="Google Shape;636;p58"/>
          <p:cNvSpPr/>
          <p:nvPr/>
        </p:nvSpPr>
        <p:spPr>
          <a:xfrm>
            <a:off x="7281753" y="2234698"/>
            <a:ext cx="1137000" cy="183000"/>
          </a:xfrm>
          <a:prstGeom prst="roundRect">
            <a:avLst>
              <a:gd fmla="val 0" name="adj"/>
            </a:avLst>
          </a:prstGeom>
          <a:solidFill>
            <a:schemeClr val="accent4"/>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800">
                <a:solidFill>
                  <a:schemeClr val="dk1"/>
                </a:solidFill>
                <a:latin typeface="Public Sans"/>
                <a:ea typeface="Public Sans"/>
                <a:cs typeface="Public Sans"/>
                <a:sym typeface="Public Sans"/>
              </a:rPr>
              <a:t>Ticket Triaging</a:t>
            </a:r>
            <a:endParaRPr i="0" sz="800" u="none" cap="none" strike="noStrike">
              <a:solidFill>
                <a:schemeClr val="dk1"/>
              </a:solidFill>
              <a:latin typeface="Public Sans"/>
              <a:ea typeface="Public Sans"/>
              <a:cs typeface="Public Sans"/>
              <a:sym typeface="Public Sans"/>
            </a:endParaRPr>
          </a:p>
        </p:txBody>
      </p:sp>
      <p:sp>
        <p:nvSpPr>
          <p:cNvPr id="637" name="Google Shape;637;p58"/>
          <p:cNvSpPr/>
          <p:nvPr/>
        </p:nvSpPr>
        <p:spPr>
          <a:xfrm>
            <a:off x="7281753" y="2509074"/>
            <a:ext cx="1137000" cy="183000"/>
          </a:xfrm>
          <a:prstGeom prst="roundRect">
            <a:avLst>
              <a:gd fmla="val 0" name="adj"/>
            </a:avLst>
          </a:prstGeom>
          <a:solidFill>
            <a:schemeClr val="accent4"/>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800">
                <a:solidFill>
                  <a:schemeClr val="dk1"/>
                </a:solidFill>
                <a:latin typeface="Public Sans"/>
                <a:ea typeface="Public Sans"/>
                <a:cs typeface="Public Sans"/>
                <a:sym typeface="Public Sans"/>
              </a:rPr>
              <a:t>Recommendations</a:t>
            </a:r>
            <a:endParaRPr i="0" sz="800" u="none" cap="none" strike="noStrike">
              <a:solidFill>
                <a:schemeClr val="dk1"/>
              </a:solidFill>
              <a:latin typeface="Public Sans"/>
              <a:ea typeface="Public Sans"/>
              <a:cs typeface="Public Sans"/>
              <a:sym typeface="Public Sans"/>
            </a:endParaRPr>
          </a:p>
        </p:txBody>
      </p:sp>
      <p:sp>
        <p:nvSpPr>
          <p:cNvPr id="638" name="Google Shape;638;p58"/>
          <p:cNvSpPr/>
          <p:nvPr/>
        </p:nvSpPr>
        <p:spPr>
          <a:xfrm>
            <a:off x="7281753" y="2783450"/>
            <a:ext cx="1137000" cy="329100"/>
          </a:xfrm>
          <a:prstGeom prst="roundRect">
            <a:avLst>
              <a:gd fmla="val 0" name="adj"/>
            </a:avLst>
          </a:prstGeom>
          <a:solidFill>
            <a:schemeClr val="accent4"/>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800">
                <a:solidFill>
                  <a:schemeClr val="dk1"/>
                </a:solidFill>
                <a:latin typeface="Public Sans"/>
                <a:ea typeface="Public Sans"/>
                <a:cs typeface="Public Sans"/>
                <a:sym typeface="Public Sans"/>
              </a:rPr>
              <a:t>News Content &amp; Discovery</a:t>
            </a:r>
            <a:endParaRPr i="0" sz="800" u="none" cap="none" strike="noStrike">
              <a:solidFill>
                <a:schemeClr val="dk1"/>
              </a:solidFill>
              <a:latin typeface="Public Sans"/>
              <a:ea typeface="Public Sans"/>
              <a:cs typeface="Public Sans"/>
              <a:sym typeface="Public Sans"/>
            </a:endParaRPr>
          </a:p>
        </p:txBody>
      </p:sp>
      <p:sp>
        <p:nvSpPr>
          <p:cNvPr id="639" name="Google Shape;639;p58"/>
          <p:cNvSpPr/>
          <p:nvPr/>
        </p:nvSpPr>
        <p:spPr>
          <a:xfrm>
            <a:off x="7281753" y="1539846"/>
            <a:ext cx="1137000" cy="329100"/>
          </a:xfrm>
          <a:prstGeom prst="roundRect">
            <a:avLst>
              <a:gd fmla="val 0" name="adj"/>
            </a:avLst>
          </a:prstGeom>
          <a:solidFill>
            <a:schemeClr val="accent4"/>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800">
                <a:solidFill>
                  <a:schemeClr val="dk1"/>
                </a:solidFill>
                <a:latin typeface="Public Sans"/>
                <a:ea typeface="Public Sans"/>
                <a:cs typeface="Public Sans"/>
                <a:sym typeface="Public Sans"/>
              </a:rPr>
              <a:t>Enterprise Knowledge Search</a:t>
            </a:r>
            <a:endParaRPr i="0" sz="800" u="none" cap="none" strike="noStrike">
              <a:solidFill>
                <a:schemeClr val="dk1"/>
              </a:solidFill>
              <a:latin typeface="Public Sans"/>
              <a:ea typeface="Public Sans"/>
              <a:cs typeface="Public Sans"/>
              <a:sym typeface="Public Sans"/>
            </a:endParaRPr>
          </a:p>
        </p:txBody>
      </p:sp>
      <p:sp>
        <p:nvSpPr>
          <p:cNvPr id="640" name="Google Shape;640;p58"/>
          <p:cNvSpPr/>
          <p:nvPr/>
        </p:nvSpPr>
        <p:spPr>
          <a:xfrm>
            <a:off x="7281754" y="3478302"/>
            <a:ext cx="1137000" cy="183000"/>
          </a:xfrm>
          <a:prstGeom prst="roundRect">
            <a:avLst>
              <a:gd fmla="val 0" name="adj"/>
            </a:avLst>
          </a:prstGeom>
          <a:solidFill>
            <a:schemeClr val="accent4"/>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800">
                <a:solidFill>
                  <a:schemeClr val="dk1"/>
                </a:solidFill>
                <a:latin typeface="Public Sans"/>
                <a:ea typeface="Public Sans"/>
                <a:cs typeface="Public Sans"/>
                <a:sym typeface="Public Sans"/>
              </a:rPr>
              <a:t>Patient </a:t>
            </a:r>
            <a:r>
              <a:rPr lang="en" sz="800">
                <a:solidFill>
                  <a:schemeClr val="dk1"/>
                </a:solidFill>
                <a:latin typeface="Public Sans"/>
                <a:ea typeface="Public Sans"/>
                <a:cs typeface="Public Sans"/>
                <a:sym typeface="Public Sans"/>
              </a:rPr>
              <a:t>Prioritization</a:t>
            </a:r>
            <a:endParaRPr i="0" sz="800" u="none" cap="none" strike="noStrike">
              <a:solidFill>
                <a:schemeClr val="dk1"/>
              </a:solidFill>
              <a:latin typeface="Public Sans"/>
              <a:ea typeface="Public Sans"/>
              <a:cs typeface="Public Sans"/>
              <a:sym typeface="Public Sans"/>
            </a:endParaRPr>
          </a:p>
        </p:txBody>
      </p:sp>
      <p:sp>
        <p:nvSpPr>
          <p:cNvPr id="641" name="Google Shape;641;p58"/>
          <p:cNvSpPr/>
          <p:nvPr/>
        </p:nvSpPr>
        <p:spPr>
          <a:xfrm>
            <a:off x="7281753" y="3752678"/>
            <a:ext cx="1137000" cy="329100"/>
          </a:xfrm>
          <a:prstGeom prst="roundRect">
            <a:avLst>
              <a:gd fmla="val 0" name="adj"/>
            </a:avLst>
          </a:prstGeom>
          <a:solidFill>
            <a:schemeClr val="accent4"/>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800">
                <a:solidFill>
                  <a:schemeClr val="dk1"/>
                </a:solidFill>
                <a:latin typeface="Public Sans"/>
                <a:ea typeface="Public Sans"/>
                <a:cs typeface="Public Sans"/>
                <a:sym typeface="Public Sans"/>
              </a:rPr>
              <a:t>Clinical Decision Support Systems</a:t>
            </a:r>
            <a:endParaRPr i="0" sz="800" u="none" cap="none" strike="noStrike">
              <a:solidFill>
                <a:schemeClr val="dk1"/>
              </a:solidFill>
              <a:latin typeface="Public Sans"/>
              <a:ea typeface="Public Sans"/>
              <a:cs typeface="Public Sans"/>
              <a:sym typeface="Public Sans"/>
            </a:endParaRPr>
          </a:p>
        </p:txBody>
      </p:sp>
      <p:sp>
        <p:nvSpPr>
          <p:cNvPr id="642" name="Google Shape;642;p58"/>
          <p:cNvSpPr/>
          <p:nvPr/>
        </p:nvSpPr>
        <p:spPr>
          <a:xfrm>
            <a:off x="7281753" y="4173154"/>
            <a:ext cx="1137000" cy="183000"/>
          </a:xfrm>
          <a:prstGeom prst="roundRect">
            <a:avLst>
              <a:gd fmla="val 0" name="adj"/>
            </a:avLst>
          </a:prstGeom>
          <a:solidFill>
            <a:schemeClr val="accent4"/>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800">
                <a:solidFill>
                  <a:schemeClr val="dk1"/>
                </a:solidFill>
                <a:latin typeface="Public Sans"/>
                <a:ea typeface="Public Sans"/>
                <a:cs typeface="Public Sans"/>
                <a:sym typeface="Public Sans"/>
              </a:rPr>
              <a:t>Pharmacovigilance</a:t>
            </a:r>
            <a:endParaRPr i="0" sz="800" u="none" cap="none" strike="noStrike">
              <a:solidFill>
                <a:schemeClr val="dk1"/>
              </a:solidFill>
              <a:latin typeface="Public Sans"/>
              <a:ea typeface="Public Sans"/>
              <a:cs typeface="Public Sans"/>
              <a:sym typeface="Public Sans"/>
            </a:endParaRPr>
          </a:p>
        </p:txBody>
      </p:sp>
      <p:sp>
        <p:nvSpPr>
          <p:cNvPr id="643" name="Google Shape;643;p58"/>
          <p:cNvSpPr/>
          <p:nvPr/>
        </p:nvSpPr>
        <p:spPr>
          <a:xfrm>
            <a:off x="7281753" y="4447531"/>
            <a:ext cx="1137000" cy="183000"/>
          </a:xfrm>
          <a:prstGeom prst="roundRect">
            <a:avLst>
              <a:gd fmla="val 0" name="adj"/>
            </a:avLst>
          </a:prstGeom>
          <a:solidFill>
            <a:schemeClr val="accent4"/>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800">
                <a:solidFill>
                  <a:schemeClr val="dk1"/>
                </a:solidFill>
                <a:latin typeface="Public Sans"/>
                <a:ea typeface="Public Sans"/>
                <a:cs typeface="Public Sans"/>
                <a:sym typeface="Public Sans"/>
              </a:rPr>
              <a:t>Health Assistants</a:t>
            </a:r>
            <a:endParaRPr i="0" sz="800" u="none" cap="none" strike="noStrike">
              <a:solidFill>
                <a:schemeClr val="dk1"/>
              </a:solidFill>
              <a:latin typeface="Public Sans"/>
              <a:ea typeface="Public Sans"/>
              <a:cs typeface="Public Sans"/>
              <a:sym typeface="Public Sans"/>
            </a:endParaRPr>
          </a:p>
        </p:txBody>
      </p:sp>
      <p:sp>
        <p:nvSpPr>
          <p:cNvPr id="644" name="Google Shape;644;p58"/>
          <p:cNvSpPr/>
          <p:nvPr/>
        </p:nvSpPr>
        <p:spPr>
          <a:xfrm>
            <a:off x="7281753" y="3203926"/>
            <a:ext cx="1137000" cy="183000"/>
          </a:xfrm>
          <a:prstGeom prst="roundRect">
            <a:avLst>
              <a:gd fmla="val 0" name="adj"/>
            </a:avLst>
          </a:prstGeom>
          <a:solidFill>
            <a:schemeClr val="accent4"/>
          </a:solid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sz="800">
                <a:solidFill>
                  <a:schemeClr val="dk1"/>
                </a:solidFill>
                <a:latin typeface="Public Sans"/>
                <a:ea typeface="Public Sans"/>
                <a:cs typeface="Public Sans"/>
                <a:sym typeface="Public Sans"/>
              </a:rPr>
              <a:t>FAQ Bots</a:t>
            </a:r>
            <a:endParaRPr i="0" sz="800" u="none" cap="none" strike="noStrike">
              <a:solidFill>
                <a:schemeClr val="dk1"/>
              </a:solidFill>
              <a:latin typeface="Public Sans"/>
              <a:ea typeface="Public Sans"/>
              <a:cs typeface="Public Sans"/>
              <a:sym typeface="Public Sans"/>
            </a:endParaRPr>
          </a:p>
        </p:txBody>
      </p:sp>
      <p:grpSp>
        <p:nvGrpSpPr>
          <p:cNvPr id="645" name="Google Shape;645;p58"/>
          <p:cNvGrpSpPr/>
          <p:nvPr/>
        </p:nvGrpSpPr>
        <p:grpSpPr>
          <a:xfrm>
            <a:off x="2245852" y="1473108"/>
            <a:ext cx="480308" cy="464090"/>
            <a:chOff x="2340360" y="1521210"/>
            <a:chExt cx="380773" cy="367916"/>
          </a:xfrm>
        </p:grpSpPr>
        <p:pic>
          <p:nvPicPr>
            <p:cNvPr id="646" name="Google Shape;646;p58"/>
            <p:cNvPicPr preferRelativeResize="0"/>
            <p:nvPr/>
          </p:nvPicPr>
          <p:blipFill>
            <a:blip r:embed="rId12">
              <a:alphaModFix/>
            </a:blip>
            <a:stretch>
              <a:fillRect/>
            </a:stretch>
          </p:blipFill>
          <p:spPr>
            <a:xfrm>
              <a:off x="2340360" y="1521210"/>
              <a:ext cx="216756" cy="203105"/>
            </a:xfrm>
            <a:prstGeom prst="rect">
              <a:avLst/>
            </a:prstGeom>
            <a:noFill/>
            <a:ln>
              <a:noFill/>
            </a:ln>
          </p:spPr>
        </p:pic>
        <p:pic>
          <p:nvPicPr>
            <p:cNvPr id="647" name="Google Shape;647;p58"/>
            <p:cNvPicPr preferRelativeResize="0"/>
            <p:nvPr/>
          </p:nvPicPr>
          <p:blipFill rotWithShape="1">
            <a:blip r:embed="rId13">
              <a:alphaModFix/>
            </a:blip>
            <a:srcRect b="14947" l="17770" r="16488" t="15792"/>
            <a:stretch/>
          </p:blipFill>
          <p:spPr>
            <a:xfrm>
              <a:off x="2557117" y="1541803"/>
              <a:ext cx="164016" cy="161920"/>
            </a:xfrm>
            <a:prstGeom prst="rect">
              <a:avLst/>
            </a:prstGeom>
            <a:noFill/>
            <a:ln>
              <a:noFill/>
            </a:ln>
          </p:spPr>
        </p:pic>
        <p:pic>
          <p:nvPicPr>
            <p:cNvPr id="648" name="Google Shape;648;p58"/>
            <p:cNvPicPr preferRelativeResize="0"/>
            <p:nvPr/>
          </p:nvPicPr>
          <p:blipFill rotWithShape="1">
            <a:blip r:embed="rId14">
              <a:alphaModFix/>
            </a:blip>
            <a:srcRect b="36437" l="25638" r="29414" t="8852"/>
            <a:stretch/>
          </p:blipFill>
          <p:spPr>
            <a:xfrm>
              <a:off x="2432325" y="1724322"/>
              <a:ext cx="216755" cy="164804"/>
            </a:xfrm>
            <a:prstGeom prst="rect">
              <a:avLst/>
            </a:prstGeom>
            <a:noFill/>
            <a:ln>
              <a:noFill/>
            </a:ln>
          </p:spPr>
        </p:pic>
      </p:grpSp>
      <p:sp>
        <p:nvSpPr>
          <p:cNvPr id="649" name="Google Shape;649;p58"/>
          <p:cNvSpPr txBox="1"/>
          <p:nvPr/>
        </p:nvSpPr>
        <p:spPr>
          <a:xfrm>
            <a:off x="2245865" y="1867808"/>
            <a:ext cx="4803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800">
                <a:latin typeface="Public Sans"/>
                <a:ea typeface="Public Sans"/>
                <a:cs typeface="Public Sans"/>
                <a:sym typeface="Public Sans"/>
              </a:rPr>
              <a:t>LLMs</a:t>
            </a:r>
            <a:endParaRPr b="1" sz="800">
              <a:latin typeface="Public Sans"/>
              <a:ea typeface="Public Sans"/>
              <a:cs typeface="Public Sans"/>
              <a:sym typeface="Public Sans"/>
            </a:endParaRPr>
          </a:p>
        </p:txBody>
      </p:sp>
      <p:pic>
        <p:nvPicPr>
          <p:cNvPr id="650" name="Google Shape;650;p58"/>
          <p:cNvPicPr preferRelativeResize="0"/>
          <p:nvPr/>
        </p:nvPicPr>
        <p:blipFill rotWithShape="1">
          <a:blip r:embed="rId15">
            <a:alphaModFix/>
          </a:blip>
          <a:srcRect b="0" l="0" r="0" t="0"/>
          <a:stretch/>
        </p:blipFill>
        <p:spPr>
          <a:xfrm>
            <a:off x="2321429" y="2393054"/>
            <a:ext cx="350550" cy="350528"/>
          </a:xfrm>
          <a:prstGeom prst="rect">
            <a:avLst/>
          </a:prstGeom>
          <a:noFill/>
          <a:ln>
            <a:noFill/>
          </a:ln>
        </p:spPr>
      </p:pic>
      <p:sp>
        <p:nvSpPr>
          <p:cNvPr id="651" name="Google Shape;651;p58"/>
          <p:cNvSpPr txBox="1"/>
          <p:nvPr/>
        </p:nvSpPr>
        <p:spPr>
          <a:xfrm>
            <a:off x="2092503" y="2770278"/>
            <a:ext cx="808500" cy="3156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800">
                <a:solidFill>
                  <a:srgbClr val="014063"/>
                </a:solidFill>
                <a:latin typeface="Public Sans"/>
                <a:ea typeface="Public Sans"/>
                <a:cs typeface="Public Sans"/>
                <a:sym typeface="Public Sans"/>
              </a:rPr>
              <a:t>Amazon SageMaker </a:t>
            </a:r>
            <a:endParaRPr b="1" sz="800">
              <a:solidFill>
                <a:srgbClr val="014063"/>
              </a:solidFill>
              <a:latin typeface="Public Sans"/>
              <a:ea typeface="Public Sans"/>
              <a:cs typeface="Public Sans"/>
              <a:sym typeface="Public Sans"/>
            </a:endParaRPr>
          </a:p>
        </p:txBody>
      </p:sp>
      <p:sp>
        <p:nvSpPr>
          <p:cNvPr id="652" name="Google Shape;652;p58"/>
          <p:cNvSpPr txBox="1"/>
          <p:nvPr/>
        </p:nvSpPr>
        <p:spPr>
          <a:xfrm>
            <a:off x="2086529" y="3601918"/>
            <a:ext cx="8250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800">
                <a:solidFill>
                  <a:srgbClr val="014063"/>
                </a:solidFill>
                <a:latin typeface="Public Sans"/>
                <a:ea typeface="Public Sans"/>
                <a:cs typeface="Public Sans"/>
                <a:sym typeface="Public Sans"/>
              </a:rPr>
              <a:t>AzureML</a:t>
            </a:r>
            <a:endParaRPr b="1" sz="800">
              <a:solidFill>
                <a:srgbClr val="014063"/>
              </a:solidFill>
              <a:latin typeface="Public Sans"/>
              <a:ea typeface="Public Sans"/>
              <a:cs typeface="Public Sans"/>
              <a:sym typeface="Public Sans"/>
            </a:endParaRPr>
          </a:p>
        </p:txBody>
      </p:sp>
      <p:pic>
        <p:nvPicPr>
          <p:cNvPr id="653" name="Google Shape;653;p58"/>
          <p:cNvPicPr preferRelativeResize="0"/>
          <p:nvPr/>
        </p:nvPicPr>
        <p:blipFill>
          <a:blip r:embed="rId16">
            <a:alphaModFix/>
          </a:blip>
          <a:stretch>
            <a:fillRect/>
          </a:stretch>
        </p:blipFill>
        <p:spPr>
          <a:xfrm>
            <a:off x="2230142" y="3275438"/>
            <a:ext cx="537901" cy="403731"/>
          </a:xfrm>
          <a:prstGeom prst="rect">
            <a:avLst/>
          </a:prstGeom>
          <a:noFill/>
          <a:ln>
            <a:noFill/>
          </a:ln>
        </p:spPr>
      </p:pic>
      <p:sp>
        <p:nvSpPr>
          <p:cNvPr id="654" name="Google Shape;654;p58"/>
          <p:cNvSpPr txBox="1"/>
          <p:nvPr/>
        </p:nvSpPr>
        <p:spPr>
          <a:xfrm>
            <a:off x="4026775" y="2568078"/>
            <a:ext cx="537900" cy="1923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800">
                <a:solidFill>
                  <a:srgbClr val="014063"/>
                </a:solidFill>
                <a:latin typeface="Public Sans"/>
                <a:ea typeface="Public Sans"/>
                <a:cs typeface="Public Sans"/>
                <a:sym typeface="Public Sans"/>
              </a:rPr>
              <a:t>Bloom</a:t>
            </a:r>
            <a:endParaRPr b="1" sz="800">
              <a:solidFill>
                <a:srgbClr val="014063"/>
              </a:solidFill>
              <a:latin typeface="Public Sans"/>
              <a:ea typeface="Public Sans"/>
              <a:cs typeface="Public Sans"/>
              <a:sym typeface="Public Sans"/>
            </a:endParaRPr>
          </a:p>
        </p:txBody>
      </p:sp>
      <p:cxnSp>
        <p:nvCxnSpPr>
          <p:cNvPr id="655" name="Google Shape;655;p58"/>
          <p:cNvCxnSpPr/>
          <p:nvPr/>
        </p:nvCxnSpPr>
        <p:spPr>
          <a:xfrm>
            <a:off x="6117679" y="2183800"/>
            <a:ext cx="0" cy="1596000"/>
          </a:xfrm>
          <a:prstGeom prst="straightConnector1">
            <a:avLst/>
          </a:prstGeom>
          <a:noFill/>
          <a:ln cap="flat" cmpd="sng" w="9525">
            <a:solidFill>
              <a:schemeClr val="dk1"/>
            </a:solidFill>
            <a:prstDash val="solid"/>
            <a:round/>
            <a:headEnd len="med" w="med" type="triangle"/>
            <a:tailEnd len="med" w="med" type="triangle"/>
          </a:ln>
        </p:spPr>
      </p:cxnSp>
      <p:cxnSp>
        <p:nvCxnSpPr>
          <p:cNvPr id="656" name="Google Shape;656;p58"/>
          <p:cNvCxnSpPr/>
          <p:nvPr/>
        </p:nvCxnSpPr>
        <p:spPr>
          <a:xfrm>
            <a:off x="4276029" y="2780914"/>
            <a:ext cx="0" cy="295200"/>
          </a:xfrm>
          <a:prstGeom prst="straightConnector1">
            <a:avLst/>
          </a:prstGeom>
          <a:noFill/>
          <a:ln cap="flat" cmpd="sng" w="9525">
            <a:solidFill>
              <a:srgbClr val="014063"/>
            </a:solidFill>
            <a:prstDash val="solid"/>
            <a:round/>
            <a:headEnd len="med" w="med" type="triangle"/>
            <a:tailEnd len="med" w="med" type="triangle"/>
          </a:ln>
        </p:spPr>
      </p:cxnSp>
      <p:cxnSp>
        <p:nvCxnSpPr>
          <p:cNvPr id="657" name="Google Shape;657;p58"/>
          <p:cNvCxnSpPr/>
          <p:nvPr/>
        </p:nvCxnSpPr>
        <p:spPr>
          <a:xfrm>
            <a:off x="4276029" y="3709469"/>
            <a:ext cx="0" cy="295200"/>
          </a:xfrm>
          <a:prstGeom prst="straightConnector1">
            <a:avLst/>
          </a:prstGeom>
          <a:noFill/>
          <a:ln cap="flat" cmpd="sng" w="9525">
            <a:solidFill>
              <a:srgbClr val="014063"/>
            </a:solidFill>
            <a:prstDash val="solid"/>
            <a:round/>
            <a:headEnd len="med" w="med" type="triangle"/>
            <a:tailEnd len="med" w="med" type="triangle"/>
          </a:ln>
        </p:spPr>
      </p:cxnSp>
      <p:sp>
        <p:nvSpPr>
          <p:cNvPr id="658" name="Google Shape;658;p58"/>
          <p:cNvSpPr txBox="1"/>
          <p:nvPr/>
        </p:nvSpPr>
        <p:spPr>
          <a:xfrm>
            <a:off x="3477579" y="1867707"/>
            <a:ext cx="16308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rgbClr val="000000"/>
              </a:buClr>
              <a:buFont typeface="Arial"/>
              <a:buNone/>
            </a:pPr>
            <a:r>
              <a:rPr b="1" lang="en" sz="800">
                <a:solidFill>
                  <a:schemeClr val="accent1"/>
                </a:solidFill>
                <a:latin typeface="Public Sans"/>
                <a:ea typeface="Public Sans"/>
                <a:cs typeface="Public Sans"/>
                <a:sym typeface="Public Sans"/>
              </a:rPr>
              <a:t>Aura Enterprise Edition</a:t>
            </a:r>
            <a:endParaRPr b="1" i="0" sz="800" u="none" cap="none" strike="noStrike">
              <a:solidFill>
                <a:srgbClr val="014063"/>
              </a:solidFill>
              <a:latin typeface="Public Sans"/>
              <a:ea typeface="Public Sans"/>
              <a:cs typeface="Public Sans"/>
              <a:sym typeface="Public Sans"/>
            </a:endParaRPr>
          </a:p>
        </p:txBody>
      </p:sp>
      <p:sp>
        <p:nvSpPr>
          <p:cNvPr id="659" name="Google Shape;659;p58"/>
          <p:cNvSpPr/>
          <p:nvPr/>
        </p:nvSpPr>
        <p:spPr>
          <a:xfrm>
            <a:off x="4134954" y="2246513"/>
            <a:ext cx="316050" cy="315525"/>
          </a:xfrm>
          <a:custGeom>
            <a:rect b="b" l="l" r="r" t="t"/>
            <a:pathLst>
              <a:path extrusionOk="0" h="4207" w="4214">
                <a:moveTo>
                  <a:pt x="2105" y="1004"/>
                </a:moveTo>
                <a:cubicBezTo>
                  <a:pt x="2139" y="1004"/>
                  <a:pt x="2170" y="1015"/>
                  <a:pt x="2192" y="1037"/>
                </a:cubicBezTo>
                <a:cubicBezTo>
                  <a:pt x="2266" y="1096"/>
                  <a:pt x="2311" y="1244"/>
                  <a:pt x="2229" y="1481"/>
                </a:cubicBezTo>
                <a:cubicBezTo>
                  <a:pt x="2192" y="1474"/>
                  <a:pt x="2148" y="1467"/>
                  <a:pt x="2104" y="1467"/>
                </a:cubicBezTo>
                <a:cubicBezTo>
                  <a:pt x="2059" y="1467"/>
                  <a:pt x="2015" y="1474"/>
                  <a:pt x="1978" y="1481"/>
                </a:cubicBezTo>
                <a:cubicBezTo>
                  <a:pt x="1896" y="1244"/>
                  <a:pt x="1941" y="1096"/>
                  <a:pt x="2007" y="1037"/>
                </a:cubicBezTo>
                <a:cubicBezTo>
                  <a:pt x="2037" y="1015"/>
                  <a:pt x="2072" y="1004"/>
                  <a:pt x="2105" y="1004"/>
                </a:cubicBezTo>
                <a:close/>
                <a:moveTo>
                  <a:pt x="1279" y="1476"/>
                </a:moveTo>
                <a:cubicBezTo>
                  <a:pt x="1364" y="1476"/>
                  <a:pt x="1484" y="1532"/>
                  <a:pt x="1622" y="1681"/>
                </a:cubicBezTo>
                <a:cubicBezTo>
                  <a:pt x="1563" y="1748"/>
                  <a:pt x="1526" y="1822"/>
                  <a:pt x="1496" y="1904"/>
                </a:cubicBezTo>
                <a:cubicBezTo>
                  <a:pt x="1252" y="1859"/>
                  <a:pt x="1141" y="1748"/>
                  <a:pt x="1119" y="1652"/>
                </a:cubicBezTo>
                <a:cubicBezTo>
                  <a:pt x="1104" y="1578"/>
                  <a:pt x="1148" y="1518"/>
                  <a:pt x="1215" y="1489"/>
                </a:cubicBezTo>
                <a:cubicBezTo>
                  <a:pt x="1233" y="1481"/>
                  <a:pt x="1255" y="1476"/>
                  <a:pt x="1279" y="1476"/>
                </a:cubicBezTo>
                <a:close/>
                <a:moveTo>
                  <a:pt x="2936" y="1487"/>
                </a:moveTo>
                <a:cubicBezTo>
                  <a:pt x="2959" y="1487"/>
                  <a:pt x="2980" y="1490"/>
                  <a:pt x="3000" y="1496"/>
                </a:cubicBezTo>
                <a:cubicBezTo>
                  <a:pt x="3066" y="1518"/>
                  <a:pt x="3103" y="1593"/>
                  <a:pt x="3088" y="1659"/>
                </a:cubicBezTo>
                <a:cubicBezTo>
                  <a:pt x="3066" y="1755"/>
                  <a:pt x="2940" y="1866"/>
                  <a:pt x="2711" y="1911"/>
                </a:cubicBezTo>
                <a:cubicBezTo>
                  <a:pt x="2681" y="1829"/>
                  <a:pt x="2637" y="1755"/>
                  <a:pt x="2585" y="1689"/>
                </a:cubicBezTo>
                <a:cubicBezTo>
                  <a:pt x="2721" y="1540"/>
                  <a:pt x="2844" y="1487"/>
                  <a:pt x="2936" y="1487"/>
                </a:cubicBezTo>
                <a:close/>
                <a:moveTo>
                  <a:pt x="2104" y="1748"/>
                </a:moveTo>
                <a:cubicBezTo>
                  <a:pt x="2155" y="1748"/>
                  <a:pt x="2207" y="1763"/>
                  <a:pt x="2244" y="1785"/>
                </a:cubicBezTo>
                <a:lnTo>
                  <a:pt x="2326" y="1829"/>
                </a:lnTo>
                <a:cubicBezTo>
                  <a:pt x="2392" y="1889"/>
                  <a:pt x="2444" y="1963"/>
                  <a:pt x="2459" y="2052"/>
                </a:cubicBezTo>
                <a:lnTo>
                  <a:pt x="2452" y="2148"/>
                </a:lnTo>
                <a:cubicBezTo>
                  <a:pt x="2444" y="2252"/>
                  <a:pt x="2392" y="2348"/>
                  <a:pt x="2303" y="2407"/>
                </a:cubicBezTo>
                <a:lnTo>
                  <a:pt x="2244" y="2444"/>
                </a:lnTo>
                <a:cubicBezTo>
                  <a:pt x="2207" y="2466"/>
                  <a:pt x="2155" y="2481"/>
                  <a:pt x="2104" y="2481"/>
                </a:cubicBezTo>
                <a:cubicBezTo>
                  <a:pt x="2052" y="2481"/>
                  <a:pt x="2000" y="2466"/>
                  <a:pt x="1963" y="2444"/>
                </a:cubicBezTo>
                <a:lnTo>
                  <a:pt x="1948" y="2437"/>
                </a:lnTo>
                <a:lnTo>
                  <a:pt x="1896" y="2400"/>
                </a:lnTo>
                <a:cubicBezTo>
                  <a:pt x="1807" y="2340"/>
                  <a:pt x="1755" y="2244"/>
                  <a:pt x="1748" y="2140"/>
                </a:cubicBezTo>
                <a:lnTo>
                  <a:pt x="1741" y="2103"/>
                </a:lnTo>
                <a:lnTo>
                  <a:pt x="1748" y="2066"/>
                </a:lnTo>
                <a:cubicBezTo>
                  <a:pt x="1748" y="1985"/>
                  <a:pt x="1793" y="1904"/>
                  <a:pt x="1852" y="1844"/>
                </a:cubicBezTo>
                <a:lnTo>
                  <a:pt x="1963" y="1785"/>
                </a:lnTo>
                <a:cubicBezTo>
                  <a:pt x="2000" y="1763"/>
                  <a:pt x="2052" y="1748"/>
                  <a:pt x="2104" y="1748"/>
                </a:cubicBezTo>
                <a:close/>
                <a:moveTo>
                  <a:pt x="1496" y="2303"/>
                </a:moveTo>
                <a:cubicBezTo>
                  <a:pt x="1526" y="2392"/>
                  <a:pt x="1570" y="2466"/>
                  <a:pt x="1630" y="2533"/>
                </a:cubicBezTo>
                <a:cubicBezTo>
                  <a:pt x="1493" y="2688"/>
                  <a:pt x="1365" y="2742"/>
                  <a:pt x="1278" y="2742"/>
                </a:cubicBezTo>
                <a:cubicBezTo>
                  <a:pt x="1257" y="2742"/>
                  <a:pt x="1238" y="2739"/>
                  <a:pt x="1222" y="2733"/>
                </a:cubicBezTo>
                <a:lnTo>
                  <a:pt x="1215" y="2725"/>
                </a:lnTo>
                <a:cubicBezTo>
                  <a:pt x="1156" y="2711"/>
                  <a:pt x="1111" y="2637"/>
                  <a:pt x="1126" y="2563"/>
                </a:cubicBezTo>
                <a:cubicBezTo>
                  <a:pt x="1141" y="2466"/>
                  <a:pt x="1267" y="2355"/>
                  <a:pt x="1496" y="2303"/>
                </a:cubicBezTo>
                <a:close/>
                <a:moveTo>
                  <a:pt x="2703" y="2311"/>
                </a:moveTo>
                <a:cubicBezTo>
                  <a:pt x="2955" y="2363"/>
                  <a:pt x="3066" y="2474"/>
                  <a:pt x="3081" y="2563"/>
                </a:cubicBezTo>
                <a:cubicBezTo>
                  <a:pt x="3096" y="2637"/>
                  <a:pt x="3051" y="2703"/>
                  <a:pt x="2985" y="2733"/>
                </a:cubicBezTo>
                <a:cubicBezTo>
                  <a:pt x="2969" y="2739"/>
                  <a:pt x="2950" y="2742"/>
                  <a:pt x="2929" y="2742"/>
                </a:cubicBezTo>
                <a:cubicBezTo>
                  <a:pt x="2842" y="2742"/>
                  <a:pt x="2714" y="2688"/>
                  <a:pt x="2577" y="2533"/>
                </a:cubicBezTo>
                <a:cubicBezTo>
                  <a:pt x="2629" y="2466"/>
                  <a:pt x="2674" y="2392"/>
                  <a:pt x="2703" y="2311"/>
                </a:cubicBezTo>
                <a:close/>
                <a:moveTo>
                  <a:pt x="1978" y="2740"/>
                </a:moveTo>
                <a:cubicBezTo>
                  <a:pt x="2018" y="2751"/>
                  <a:pt x="2061" y="2757"/>
                  <a:pt x="2104" y="2757"/>
                </a:cubicBezTo>
                <a:cubicBezTo>
                  <a:pt x="2146" y="2757"/>
                  <a:pt x="2189" y="2751"/>
                  <a:pt x="2229" y="2740"/>
                </a:cubicBezTo>
                <a:lnTo>
                  <a:pt x="2229" y="2740"/>
                </a:lnTo>
                <a:cubicBezTo>
                  <a:pt x="2311" y="2977"/>
                  <a:pt x="2266" y="3125"/>
                  <a:pt x="2200" y="3192"/>
                </a:cubicBezTo>
                <a:cubicBezTo>
                  <a:pt x="2170" y="3211"/>
                  <a:pt x="2135" y="3220"/>
                  <a:pt x="2102" y="3220"/>
                </a:cubicBezTo>
                <a:cubicBezTo>
                  <a:pt x="2068" y="3220"/>
                  <a:pt x="2037" y="3211"/>
                  <a:pt x="2015" y="3192"/>
                </a:cubicBezTo>
                <a:cubicBezTo>
                  <a:pt x="1941" y="3125"/>
                  <a:pt x="1896" y="2977"/>
                  <a:pt x="1978" y="2740"/>
                </a:cubicBezTo>
                <a:close/>
                <a:moveTo>
                  <a:pt x="2104" y="728"/>
                </a:moveTo>
                <a:cubicBezTo>
                  <a:pt x="2007" y="728"/>
                  <a:pt x="1911" y="759"/>
                  <a:pt x="1837" y="822"/>
                </a:cubicBezTo>
                <a:cubicBezTo>
                  <a:pt x="1770" y="874"/>
                  <a:pt x="1622" y="1030"/>
                  <a:pt x="1659" y="1341"/>
                </a:cubicBezTo>
                <a:cubicBezTo>
                  <a:pt x="1506" y="1230"/>
                  <a:pt x="1373" y="1200"/>
                  <a:pt x="1273" y="1200"/>
                </a:cubicBezTo>
                <a:cubicBezTo>
                  <a:pt x="1199" y="1200"/>
                  <a:pt x="1143" y="1217"/>
                  <a:pt x="1111" y="1230"/>
                </a:cubicBezTo>
                <a:cubicBezTo>
                  <a:pt x="919" y="1304"/>
                  <a:pt x="808" y="1504"/>
                  <a:pt x="845" y="1704"/>
                </a:cubicBezTo>
                <a:cubicBezTo>
                  <a:pt x="874" y="1852"/>
                  <a:pt x="985" y="2007"/>
                  <a:pt x="1208" y="2103"/>
                </a:cubicBezTo>
                <a:cubicBezTo>
                  <a:pt x="985" y="2207"/>
                  <a:pt x="874" y="2370"/>
                  <a:pt x="852" y="2511"/>
                </a:cubicBezTo>
                <a:cubicBezTo>
                  <a:pt x="815" y="2718"/>
                  <a:pt x="934" y="2925"/>
                  <a:pt x="1126" y="2992"/>
                </a:cubicBezTo>
                <a:cubicBezTo>
                  <a:pt x="1157" y="3004"/>
                  <a:pt x="1210" y="3019"/>
                  <a:pt x="1280" y="3019"/>
                </a:cubicBezTo>
                <a:cubicBezTo>
                  <a:pt x="1379" y="3019"/>
                  <a:pt x="1512" y="2989"/>
                  <a:pt x="1659" y="2881"/>
                </a:cubicBezTo>
                <a:lnTo>
                  <a:pt x="1659" y="2881"/>
                </a:lnTo>
                <a:cubicBezTo>
                  <a:pt x="1622" y="3192"/>
                  <a:pt x="1770" y="3348"/>
                  <a:pt x="1830" y="3399"/>
                </a:cubicBezTo>
                <a:cubicBezTo>
                  <a:pt x="1911" y="3466"/>
                  <a:pt x="2007" y="3496"/>
                  <a:pt x="2104" y="3496"/>
                </a:cubicBezTo>
                <a:cubicBezTo>
                  <a:pt x="2200" y="3496"/>
                  <a:pt x="2296" y="3466"/>
                  <a:pt x="2370" y="3399"/>
                </a:cubicBezTo>
                <a:lnTo>
                  <a:pt x="2378" y="3399"/>
                </a:lnTo>
                <a:cubicBezTo>
                  <a:pt x="2429" y="3348"/>
                  <a:pt x="2577" y="3192"/>
                  <a:pt x="2548" y="2881"/>
                </a:cubicBezTo>
                <a:lnTo>
                  <a:pt x="2548" y="2881"/>
                </a:lnTo>
                <a:cubicBezTo>
                  <a:pt x="2696" y="2991"/>
                  <a:pt x="2828" y="3021"/>
                  <a:pt x="2926" y="3021"/>
                </a:cubicBezTo>
                <a:cubicBezTo>
                  <a:pt x="2998" y="3021"/>
                  <a:pt x="3053" y="3005"/>
                  <a:pt x="3081" y="2992"/>
                </a:cubicBezTo>
                <a:cubicBezTo>
                  <a:pt x="3281" y="2911"/>
                  <a:pt x="3392" y="2718"/>
                  <a:pt x="3355" y="2518"/>
                </a:cubicBezTo>
                <a:cubicBezTo>
                  <a:pt x="3340" y="2437"/>
                  <a:pt x="3281" y="2237"/>
                  <a:pt x="2992" y="2111"/>
                </a:cubicBezTo>
                <a:cubicBezTo>
                  <a:pt x="3214" y="2015"/>
                  <a:pt x="3333" y="1859"/>
                  <a:pt x="3362" y="1711"/>
                </a:cubicBezTo>
                <a:cubicBezTo>
                  <a:pt x="3399" y="1504"/>
                  <a:pt x="3281" y="1304"/>
                  <a:pt x="3088" y="1237"/>
                </a:cubicBezTo>
                <a:cubicBezTo>
                  <a:pt x="3057" y="1224"/>
                  <a:pt x="3001" y="1208"/>
                  <a:pt x="2927" y="1208"/>
                </a:cubicBezTo>
                <a:cubicBezTo>
                  <a:pt x="2828" y="1208"/>
                  <a:pt x="2696" y="1238"/>
                  <a:pt x="2548" y="1348"/>
                </a:cubicBezTo>
                <a:cubicBezTo>
                  <a:pt x="2577" y="1037"/>
                  <a:pt x="2437" y="874"/>
                  <a:pt x="2378" y="822"/>
                </a:cubicBezTo>
                <a:cubicBezTo>
                  <a:pt x="2300" y="759"/>
                  <a:pt x="2202" y="728"/>
                  <a:pt x="2104" y="728"/>
                </a:cubicBezTo>
                <a:close/>
                <a:moveTo>
                  <a:pt x="2955" y="274"/>
                </a:moveTo>
                <a:cubicBezTo>
                  <a:pt x="3481" y="274"/>
                  <a:pt x="3933" y="719"/>
                  <a:pt x="3933" y="1252"/>
                </a:cubicBezTo>
                <a:lnTo>
                  <a:pt x="3933" y="2962"/>
                </a:lnTo>
                <a:cubicBezTo>
                  <a:pt x="3933" y="3214"/>
                  <a:pt x="3836" y="3459"/>
                  <a:pt x="3659" y="3644"/>
                </a:cubicBezTo>
                <a:cubicBezTo>
                  <a:pt x="3473" y="3829"/>
                  <a:pt x="3222" y="3933"/>
                  <a:pt x="2955" y="3933"/>
                </a:cubicBezTo>
                <a:lnTo>
                  <a:pt x="1252" y="3933"/>
                </a:lnTo>
                <a:cubicBezTo>
                  <a:pt x="711" y="3933"/>
                  <a:pt x="274" y="3496"/>
                  <a:pt x="274" y="2962"/>
                </a:cubicBezTo>
                <a:lnTo>
                  <a:pt x="274" y="1252"/>
                </a:lnTo>
                <a:cubicBezTo>
                  <a:pt x="274" y="719"/>
                  <a:pt x="719" y="274"/>
                  <a:pt x="1252" y="274"/>
                </a:cubicBezTo>
                <a:close/>
                <a:moveTo>
                  <a:pt x="1252" y="0"/>
                </a:moveTo>
                <a:cubicBezTo>
                  <a:pt x="556" y="0"/>
                  <a:pt x="0" y="563"/>
                  <a:pt x="0" y="1252"/>
                </a:cubicBezTo>
                <a:lnTo>
                  <a:pt x="0" y="2962"/>
                </a:lnTo>
                <a:cubicBezTo>
                  <a:pt x="0" y="3651"/>
                  <a:pt x="556" y="4207"/>
                  <a:pt x="1252" y="4207"/>
                </a:cubicBezTo>
                <a:lnTo>
                  <a:pt x="2963" y="4207"/>
                </a:lnTo>
                <a:cubicBezTo>
                  <a:pt x="3303" y="4207"/>
                  <a:pt x="3614" y="4073"/>
                  <a:pt x="3859" y="3836"/>
                </a:cubicBezTo>
                <a:cubicBezTo>
                  <a:pt x="4088" y="3599"/>
                  <a:pt x="4214" y="3288"/>
                  <a:pt x="4207" y="2955"/>
                </a:cubicBezTo>
                <a:lnTo>
                  <a:pt x="4207" y="1252"/>
                </a:lnTo>
                <a:cubicBezTo>
                  <a:pt x="4207" y="563"/>
                  <a:pt x="3644" y="0"/>
                  <a:pt x="295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58"/>
          <p:cNvSpPr/>
          <p:nvPr/>
        </p:nvSpPr>
        <p:spPr>
          <a:xfrm>
            <a:off x="4130491" y="3161552"/>
            <a:ext cx="324975" cy="266100"/>
          </a:xfrm>
          <a:custGeom>
            <a:rect b="b" l="l" r="r" t="t"/>
            <a:pathLst>
              <a:path extrusionOk="0" h="3548" w="4333">
                <a:moveTo>
                  <a:pt x="1896" y="185"/>
                </a:moveTo>
                <a:cubicBezTo>
                  <a:pt x="2370" y="185"/>
                  <a:pt x="2821" y="222"/>
                  <a:pt x="3155" y="289"/>
                </a:cubicBezTo>
                <a:cubicBezTo>
                  <a:pt x="3310" y="319"/>
                  <a:pt x="3443" y="356"/>
                  <a:pt x="3525" y="400"/>
                </a:cubicBezTo>
                <a:cubicBezTo>
                  <a:pt x="3569" y="422"/>
                  <a:pt x="3592" y="437"/>
                  <a:pt x="3606" y="452"/>
                </a:cubicBezTo>
                <a:cubicBezTo>
                  <a:pt x="3606" y="459"/>
                  <a:pt x="3614" y="459"/>
                  <a:pt x="3614" y="459"/>
                </a:cubicBezTo>
                <a:cubicBezTo>
                  <a:pt x="3614" y="459"/>
                  <a:pt x="3606" y="467"/>
                  <a:pt x="3606" y="474"/>
                </a:cubicBezTo>
                <a:cubicBezTo>
                  <a:pt x="3592" y="482"/>
                  <a:pt x="3569" y="504"/>
                  <a:pt x="3525" y="526"/>
                </a:cubicBezTo>
                <a:cubicBezTo>
                  <a:pt x="3443" y="563"/>
                  <a:pt x="3318" y="600"/>
                  <a:pt x="3155" y="637"/>
                </a:cubicBezTo>
                <a:cubicBezTo>
                  <a:pt x="2821" y="704"/>
                  <a:pt x="2370" y="741"/>
                  <a:pt x="1896" y="741"/>
                </a:cubicBezTo>
                <a:cubicBezTo>
                  <a:pt x="1422" y="741"/>
                  <a:pt x="970" y="704"/>
                  <a:pt x="637" y="637"/>
                </a:cubicBezTo>
                <a:cubicBezTo>
                  <a:pt x="481" y="600"/>
                  <a:pt x="356" y="563"/>
                  <a:pt x="267" y="526"/>
                </a:cubicBezTo>
                <a:cubicBezTo>
                  <a:pt x="222" y="504"/>
                  <a:pt x="200" y="482"/>
                  <a:pt x="185" y="474"/>
                </a:cubicBezTo>
                <a:cubicBezTo>
                  <a:pt x="185" y="467"/>
                  <a:pt x="178" y="459"/>
                  <a:pt x="178" y="459"/>
                </a:cubicBezTo>
                <a:cubicBezTo>
                  <a:pt x="178" y="459"/>
                  <a:pt x="185" y="459"/>
                  <a:pt x="185" y="452"/>
                </a:cubicBezTo>
                <a:cubicBezTo>
                  <a:pt x="200" y="437"/>
                  <a:pt x="222" y="422"/>
                  <a:pt x="267" y="400"/>
                </a:cubicBezTo>
                <a:cubicBezTo>
                  <a:pt x="356" y="356"/>
                  <a:pt x="481" y="319"/>
                  <a:pt x="637" y="289"/>
                </a:cubicBezTo>
                <a:cubicBezTo>
                  <a:pt x="970" y="222"/>
                  <a:pt x="1422" y="185"/>
                  <a:pt x="1896" y="185"/>
                </a:cubicBezTo>
                <a:close/>
                <a:moveTo>
                  <a:pt x="3614" y="682"/>
                </a:moveTo>
                <a:lnTo>
                  <a:pt x="3614" y="1244"/>
                </a:lnTo>
                <a:cubicBezTo>
                  <a:pt x="3466" y="1178"/>
                  <a:pt x="3303" y="1141"/>
                  <a:pt x="3125" y="1141"/>
                </a:cubicBezTo>
                <a:cubicBezTo>
                  <a:pt x="2629" y="1141"/>
                  <a:pt x="2199" y="1444"/>
                  <a:pt x="2014" y="1881"/>
                </a:cubicBezTo>
                <a:lnTo>
                  <a:pt x="1896" y="1881"/>
                </a:lnTo>
                <a:cubicBezTo>
                  <a:pt x="1415" y="1881"/>
                  <a:pt x="963" y="1844"/>
                  <a:pt x="637" y="1778"/>
                </a:cubicBezTo>
                <a:cubicBezTo>
                  <a:pt x="481" y="1748"/>
                  <a:pt x="356" y="1711"/>
                  <a:pt x="274" y="1666"/>
                </a:cubicBezTo>
                <a:cubicBezTo>
                  <a:pt x="230" y="1644"/>
                  <a:pt x="207" y="1622"/>
                  <a:pt x="193" y="1615"/>
                </a:cubicBezTo>
                <a:cubicBezTo>
                  <a:pt x="185" y="1607"/>
                  <a:pt x="185" y="1600"/>
                  <a:pt x="185" y="1600"/>
                </a:cubicBezTo>
                <a:lnTo>
                  <a:pt x="185" y="682"/>
                </a:lnTo>
                <a:cubicBezTo>
                  <a:pt x="185" y="682"/>
                  <a:pt x="185" y="689"/>
                  <a:pt x="193" y="689"/>
                </a:cubicBezTo>
                <a:cubicBezTo>
                  <a:pt x="289" y="733"/>
                  <a:pt x="430" y="778"/>
                  <a:pt x="600" y="815"/>
                </a:cubicBezTo>
                <a:cubicBezTo>
                  <a:pt x="948" y="882"/>
                  <a:pt x="1407" y="926"/>
                  <a:pt x="1896" y="926"/>
                </a:cubicBezTo>
                <a:cubicBezTo>
                  <a:pt x="2385" y="926"/>
                  <a:pt x="2844" y="882"/>
                  <a:pt x="3192" y="815"/>
                </a:cubicBezTo>
                <a:cubicBezTo>
                  <a:pt x="3369" y="778"/>
                  <a:pt x="3503" y="733"/>
                  <a:pt x="3599" y="689"/>
                </a:cubicBezTo>
                <a:cubicBezTo>
                  <a:pt x="3606" y="689"/>
                  <a:pt x="3606" y="682"/>
                  <a:pt x="3614" y="682"/>
                </a:cubicBezTo>
                <a:close/>
                <a:moveTo>
                  <a:pt x="2592" y="1874"/>
                </a:moveTo>
                <a:cubicBezTo>
                  <a:pt x="2688" y="1874"/>
                  <a:pt x="2770" y="1948"/>
                  <a:pt x="2770" y="2044"/>
                </a:cubicBezTo>
                <a:cubicBezTo>
                  <a:pt x="2770" y="2140"/>
                  <a:pt x="2688" y="2222"/>
                  <a:pt x="2592" y="2222"/>
                </a:cubicBezTo>
                <a:cubicBezTo>
                  <a:pt x="2496" y="2222"/>
                  <a:pt x="2414" y="2140"/>
                  <a:pt x="2414" y="2044"/>
                </a:cubicBezTo>
                <a:cubicBezTo>
                  <a:pt x="2414" y="1948"/>
                  <a:pt x="2496" y="1874"/>
                  <a:pt x="2592" y="1874"/>
                </a:cubicBezTo>
                <a:close/>
                <a:moveTo>
                  <a:pt x="3703" y="2096"/>
                </a:moveTo>
                <a:cubicBezTo>
                  <a:pt x="3799" y="2096"/>
                  <a:pt x="3880" y="2170"/>
                  <a:pt x="3880" y="2266"/>
                </a:cubicBezTo>
                <a:cubicBezTo>
                  <a:pt x="3880" y="2363"/>
                  <a:pt x="3799" y="2444"/>
                  <a:pt x="3703" y="2444"/>
                </a:cubicBezTo>
                <a:cubicBezTo>
                  <a:pt x="3666" y="2444"/>
                  <a:pt x="3636" y="2437"/>
                  <a:pt x="3606" y="2414"/>
                </a:cubicBezTo>
                <a:cubicBezTo>
                  <a:pt x="3599" y="2407"/>
                  <a:pt x="3599" y="2407"/>
                  <a:pt x="3592" y="2407"/>
                </a:cubicBezTo>
                <a:cubicBezTo>
                  <a:pt x="3592" y="2400"/>
                  <a:pt x="3592" y="2400"/>
                  <a:pt x="3584" y="2400"/>
                </a:cubicBezTo>
                <a:cubicBezTo>
                  <a:pt x="3555" y="2370"/>
                  <a:pt x="3525" y="2318"/>
                  <a:pt x="3525" y="2266"/>
                </a:cubicBezTo>
                <a:cubicBezTo>
                  <a:pt x="3525" y="2170"/>
                  <a:pt x="3606" y="2096"/>
                  <a:pt x="3703" y="2096"/>
                </a:cubicBezTo>
                <a:close/>
                <a:moveTo>
                  <a:pt x="3170" y="2733"/>
                </a:moveTo>
                <a:cubicBezTo>
                  <a:pt x="3266" y="2733"/>
                  <a:pt x="3347" y="2807"/>
                  <a:pt x="3347" y="2903"/>
                </a:cubicBezTo>
                <a:cubicBezTo>
                  <a:pt x="3347" y="2999"/>
                  <a:pt x="3266" y="3081"/>
                  <a:pt x="3170" y="3081"/>
                </a:cubicBezTo>
                <a:cubicBezTo>
                  <a:pt x="3073" y="3081"/>
                  <a:pt x="2992" y="2999"/>
                  <a:pt x="2992" y="2903"/>
                </a:cubicBezTo>
                <a:cubicBezTo>
                  <a:pt x="2992" y="2807"/>
                  <a:pt x="3073" y="2733"/>
                  <a:pt x="3170" y="2733"/>
                </a:cubicBezTo>
                <a:close/>
                <a:moveTo>
                  <a:pt x="185" y="1822"/>
                </a:moveTo>
                <a:cubicBezTo>
                  <a:pt x="185" y="1822"/>
                  <a:pt x="193" y="1829"/>
                  <a:pt x="193" y="1829"/>
                </a:cubicBezTo>
                <a:cubicBezTo>
                  <a:pt x="289" y="1874"/>
                  <a:pt x="430" y="1918"/>
                  <a:pt x="600" y="1955"/>
                </a:cubicBezTo>
                <a:cubicBezTo>
                  <a:pt x="941" y="2022"/>
                  <a:pt x="1400" y="2066"/>
                  <a:pt x="1896" y="2066"/>
                </a:cubicBezTo>
                <a:lnTo>
                  <a:pt x="1955" y="2066"/>
                </a:lnTo>
                <a:cubicBezTo>
                  <a:pt x="1940" y="2155"/>
                  <a:pt x="1925" y="2244"/>
                  <a:pt x="1925" y="2348"/>
                </a:cubicBezTo>
                <a:cubicBezTo>
                  <a:pt x="1925" y="2659"/>
                  <a:pt x="2051" y="2948"/>
                  <a:pt x="2251" y="3162"/>
                </a:cubicBezTo>
                <a:cubicBezTo>
                  <a:pt x="2133" y="3170"/>
                  <a:pt x="2014" y="3170"/>
                  <a:pt x="1896" y="3170"/>
                </a:cubicBezTo>
                <a:cubicBezTo>
                  <a:pt x="1415" y="3170"/>
                  <a:pt x="970" y="3133"/>
                  <a:pt x="637" y="3066"/>
                </a:cubicBezTo>
                <a:cubicBezTo>
                  <a:pt x="481" y="3036"/>
                  <a:pt x="356" y="2999"/>
                  <a:pt x="274" y="2955"/>
                </a:cubicBezTo>
                <a:cubicBezTo>
                  <a:pt x="230" y="2933"/>
                  <a:pt x="207" y="2918"/>
                  <a:pt x="193" y="2903"/>
                </a:cubicBezTo>
                <a:cubicBezTo>
                  <a:pt x="187" y="2898"/>
                  <a:pt x="186" y="2893"/>
                  <a:pt x="185" y="2893"/>
                </a:cubicBezTo>
                <a:cubicBezTo>
                  <a:pt x="185" y="2893"/>
                  <a:pt x="185" y="2894"/>
                  <a:pt x="185" y="2896"/>
                </a:cubicBezTo>
                <a:lnTo>
                  <a:pt x="185" y="1829"/>
                </a:lnTo>
                <a:lnTo>
                  <a:pt x="185" y="1822"/>
                </a:lnTo>
                <a:close/>
                <a:moveTo>
                  <a:pt x="2592" y="1689"/>
                </a:moveTo>
                <a:cubicBezTo>
                  <a:pt x="2392" y="1689"/>
                  <a:pt x="2236" y="1852"/>
                  <a:pt x="2236" y="2052"/>
                </a:cubicBezTo>
                <a:cubicBezTo>
                  <a:pt x="2236" y="2244"/>
                  <a:pt x="2392" y="2407"/>
                  <a:pt x="2592" y="2407"/>
                </a:cubicBezTo>
                <a:lnTo>
                  <a:pt x="2607" y="2407"/>
                </a:lnTo>
                <a:lnTo>
                  <a:pt x="2844" y="2755"/>
                </a:lnTo>
                <a:cubicBezTo>
                  <a:pt x="2829" y="2799"/>
                  <a:pt x="2814" y="2851"/>
                  <a:pt x="2814" y="2911"/>
                </a:cubicBezTo>
                <a:cubicBezTo>
                  <a:pt x="2814" y="3103"/>
                  <a:pt x="2970" y="3266"/>
                  <a:pt x="3170" y="3266"/>
                </a:cubicBezTo>
                <a:cubicBezTo>
                  <a:pt x="3369" y="3266"/>
                  <a:pt x="3525" y="3103"/>
                  <a:pt x="3525" y="2911"/>
                </a:cubicBezTo>
                <a:cubicBezTo>
                  <a:pt x="3525" y="2836"/>
                  <a:pt x="3510" y="2777"/>
                  <a:pt x="3473" y="2718"/>
                </a:cubicBezTo>
                <a:lnTo>
                  <a:pt x="3562" y="2599"/>
                </a:lnTo>
                <a:cubicBezTo>
                  <a:pt x="3606" y="2614"/>
                  <a:pt x="3651" y="2629"/>
                  <a:pt x="3703" y="2629"/>
                </a:cubicBezTo>
                <a:cubicBezTo>
                  <a:pt x="3903" y="2629"/>
                  <a:pt x="4058" y="2466"/>
                  <a:pt x="4058" y="2274"/>
                </a:cubicBezTo>
                <a:cubicBezTo>
                  <a:pt x="4058" y="2074"/>
                  <a:pt x="3903" y="1911"/>
                  <a:pt x="3703" y="1911"/>
                </a:cubicBezTo>
                <a:cubicBezTo>
                  <a:pt x="3510" y="1911"/>
                  <a:pt x="3347" y="2074"/>
                  <a:pt x="3347" y="2274"/>
                </a:cubicBezTo>
                <a:cubicBezTo>
                  <a:pt x="3347" y="2355"/>
                  <a:pt x="3377" y="2429"/>
                  <a:pt x="3421" y="2488"/>
                </a:cubicBezTo>
                <a:lnTo>
                  <a:pt x="3340" y="2592"/>
                </a:lnTo>
                <a:cubicBezTo>
                  <a:pt x="3288" y="2570"/>
                  <a:pt x="3236" y="2548"/>
                  <a:pt x="3170" y="2548"/>
                </a:cubicBezTo>
                <a:cubicBezTo>
                  <a:pt x="3095" y="2548"/>
                  <a:pt x="3029" y="2577"/>
                  <a:pt x="2970" y="2614"/>
                </a:cubicBezTo>
                <a:lnTo>
                  <a:pt x="2784" y="2348"/>
                </a:lnTo>
                <a:cubicBezTo>
                  <a:pt x="2881" y="2281"/>
                  <a:pt x="2947" y="2177"/>
                  <a:pt x="2947" y="2052"/>
                </a:cubicBezTo>
                <a:cubicBezTo>
                  <a:pt x="2947" y="1852"/>
                  <a:pt x="2792" y="1689"/>
                  <a:pt x="2592" y="1689"/>
                </a:cubicBezTo>
                <a:close/>
                <a:moveTo>
                  <a:pt x="3125" y="1326"/>
                </a:moveTo>
                <a:cubicBezTo>
                  <a:pt x="3688" y="1326"/>
                  <a:pt x="4147" y="1785"/>
                  <a:pt x="4147" y="2348"/>
                </a:cubicBezTo>
                <a:cubicBezTo>
                  <a:pt x="4147" y="2903"/>
                  <a:pt x="3688" y="3362"/>
                  <a:pt x="3125" y="3362"/>
                </a:cubicBezTo>
                <a:cubicBezTo>
                  <a:pt x="2562" y="3362"/>
                  <a:pt x="2103" y="2903"/>
                  <a:pt x="2103" y="2348"/>
                </a:cubicBezTo>
                <a:cubicBezTo>
                  <a:pt x="2103" y="1785"/>
                  <a:pt x="2562" y="1326"/>
                  <a:pt x="3125" y="1326"/>
                </a:cubicBezTo>
                <a:close/>
                <a:moveTo>
                  <a:pt x="1896" y="0"/>
                </a:moveTo>
                <a:cubicBezTo>
                  <a:pt x="1407" y="0"/>
                  <a:pt x="948" y="37"/>
                  <a:pt x="600" y="111"/>
                </a:cubicBezTo>
                <a:cubicBezTo>
                  <a:pt x="430" y="148"/>
                  <a:pt x="289" y="193"/>
                  <a:pt x="193" y="237"/>
                </a:cubicBezTo>
                <a:cubicBezTo>
                  <a:pt x="133" y="267"/>
                  <a:pt x="96" y="289"/>
                  <a:pt x="59" y="326"/>
                </a:cubicBezTo>
                <a:cubicBezTo>
                  <a:pt x="22" y="363"/>
                  <a:pt x="0" y="415"/>
                  <a:pt x="0" y="459"/>
                </a:cubicBezTo>
                <a:cubicBezTo>
                  <a:pt x="0" y="482"/>
                  <a:pt x="0" y="496"/>
                  <a:pt x="8" y="511"/>
                </a:cubicBezTo>
                <a:cubicBezTo>
                  <a:pt x="8" y="519"/>
                  <a:pt x="8" y="519"/>
                  <a:pt x="8" y="526"/>
                </a:cubicBezTo>
                <a:lnTo>
                  <a:pt x="8" y="2896"/>
                </a:lnTo>
                <a:cubicBezTo>
                  <a:pt x="8" y="2940"/>
                  <a:pt x="30" y="2992"/>
                  <a:pt x="67" y="3029"/>
                </a:cubicBezTo>
                <a:cubicBezTo>
                  <a:pt x="96" y="3066"/>
                  <a:pt x="141" y="3096"/>
                  <a:pt x="193" y="3118"/>
                </a:cubicBezTo>
                <a:cubicBezTo>
                  <a:pt x="296" y="3170"/>
                  <a:pt x="430" y="3207"/>
                  <a:pt x="600" y="3244"/>
                </a:cubicBezTo>
                <a:cubicBezTo>
                  <a:pt x="948" y="3318"/>
                  <a:pt x="1407" y="3355"/>
                  <a:pt x="1896" y="3355"/>
                </a:cubicBezTo>
                <a:cubicBezTo>
                  <a:pt x="2088" y="3355"/>
                  <a:pt x="2273" y="3347"/>
                  <a:pt x="2451" y="3340"/>
                </a:cubicBezTo>
                <a:cubicBezTo>
                  <a:pt x="2644" y="3466"/>
                  <a:pt x="2881" y="3547"/>
                  <a:pt x="3125" y="3547"/>
                </a:cubicBezTo>
                <a:cubicBezTo>
                  <a:pt x="3792" y="3547"/>
                  <a:pt x="4332" y="3007"/>
                  <a:pt x="4332" y="2348"/>
                </a:cubicBezTo>
                <a:cubicBezTo>
                  <a:pt x="4332" y="1926"/>
                  <a:pt x="4117" y="1563"/>
                  <a:pt x="3799" y="1348"/>
                </a:cubicBezTo>
                <a:lnTo>
                  <a:pt x="3799" y="459"/>
                </a:lnTo>
                <a:cubicBezTo>
                  <a:pt x="3799" y="415"/>
                  <a:pt x="3777" y="363"/>
                  <a:pt x="3732" y="326"/>
                </a:cubicBezTo>
                <a:cubicBezTo>
                  <a:pt x="3703" y="289"/>
                  <a:pt x="3658" y="267"/>
                  <a:pt x="3606" y="237"/>
                </a:cubicBezTo>
                <a:cubicBezTo>
                  <a:pt x="3503" y="193"/>
                  <a:pt x="3369" y="148"/>
                  <a:pt x="3192" y="111"/>
                </a:cubicBezTo>
                <a:cubicBezTo>
                  <a:pt x="2844" y="37"/>
                  <a:pt x="2385" y="0"/>
                  <a:pt x="1896"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61" name="Google Shape;661;p58"/>
          <p:cNvGrpSpPr/>
          <p:nvPr/>
        </p:nvGrpSpPr>
        <p:grpSpPr>
          <a:xfrm>
            <a:off x="5891527" y="1473108"/>
            <a:ext cx="480308" cy="464090"/>
            <a:chOff x="2340360" y="1521210"/>
            <a:chExt cx="380773" cy="367916"/>
          </a:xfrm>
        </p:grpSpPr>
        <p:pic>
          <p:nvPicPr>
            <p:cNvPr id="662" name="Google Shape;662;p58"/>
            <p:cNvPicPr preferRelativeResize="0"/>
            <p:nvPr/>
          </p:nvPicPr>
          <p:blipFill>
            <a:blip r:embed="rId12">
              <a:alphaModFix/>
            </a:blip>
            <a:stretch>
              <a:fillRect/>
            </a:stretch>
          </p:blipFill>
          <p:spPr>
            <a:xfrm>
              <a:off x="2340360" y="1521210"/>
              <a:ext cx="216756" cy="203105"/>
            </a:xfrm>
            <a:prstGeom prst="rect">
              <a:avLst/>
            </a:prstGeom>
            <a:noFill/>
            <a:ln>
              <a:noFill/>
            </a:ln>
          </p:spPr>
        </p:pic>
        <p:pic>
          <p:nvPicPr>
            <p:cNvPr id="663" name="Google Shape;663;p58"/>
            <p:cNvPicPr preferRelativeResize="0"/>
            <p:nvPr/>
          </p:nvPicPr>
          <p:blipFill rotWithShape="1">
            <a:blip r:embed="rId13">
              <a:alphaModFix/>
            </a:blip>
            <a:srcRect b="14947" l="17770" r="16488" t="15792"/>
            <a:stretch/>
          </p:blipFill>
          <p:spPr>
            <a:xfrm>
              <a:off x="2557117" y="1541803"/>
              <a:ext cx="164016" cy="161920"/>
            </a:xfrm>
            <a:prstGeom prst="rect">
              <a:avLst/>
            </a:prstGeom>
            <a:noFill/>
            <a:ln>
              <a:noFill/>
            </a:ln>
          </p:spPr>
        </p:pic>
        <p:pic>
          <p:nvPicPr>
            <p:cNvPr id="664" name="Google Shape;664;p58"/>
            <p:cNvPicPr preferRelativeResize="0"/>
            <p:nvPr/>
          </p:nvPicPr>
          <p:blipFill rotWithShape="1">
            <a:blip r:embed="rId14">
              <a:alphaModFix/>
            </a:blip>
            <a:srcRect b="36437" l="25638" r="29414" t="8852"/>
            <a:stretch/>
          </p:blipFill>
          <p:spPr>
            <a:xfrm>
              <a:off x="2432325" y="1724322"/>
              <a:ext cx="216755" cy="164804"/>
            </a:xfrm>
            <a:prstGeom prst="rect">
              <a:avLst/>
            </a:prstGeom>
            <a:noFill/>
            <a:ln>
              <a:noFill/>
            </a:ln>
          </p:spPr>
        </p:pic>
      </p:grpSp>
      <p:sp>
        <p:nvSpPr>
          <p:cNvPr id="665" name="Google Shape;665;p58"/>
          <p:cNvSpPr txBox="1"/>
          <p:nvPr/>
        </p:nvSpPr>
        <p:spPr>
          <a:xfrm>
            <a:off x="5891540" y="1867808"/>
            <a:ext cx="4803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800">
                <a:latin typeface="Public Sans"/>
                <a:ea typeface="Public Sans"/>
                <a:cs typeface="Public Sans"/>
                <a:sym typeface="Public Sans"/>
              </a:rPr>
              <a:t>LLMs</a:t>
            </a:r>
            <a:endParaRPr b="1" sz="800">
              <a:latin typeface="Public Sans"/>
              <a:ea typeface="Public Sans"/>
              <a:cs typeface="Public Sans"/>
              <a:sym typeface="Public Sans"/>
            </a:endParaRPr>
          </a:p>
        </p:txBody>
      </p:sp>
      <p:sp>
        <p:nvSpPr>
          <p:cNvPr id="666" name="Google Shape;666;p58"/>
          <p:cNvSpPr/>
          <p:nvPr/>
        </p:nvSpPr>
        <p:spPr>
          <a:xfrm>
            <a:off x="4132416" y="4096743"/>
            <a:ext cx="321150" cy="302775"/>
          </a:xfrm>
          <a:custGeom>
            <a:rect b="b" l="l" r="r" t="t"/>
            <a:pathLst>
              <a:path extrusionOk="0" h="4037" w="4282">
                <a:moveTo>
                  <a:pt x="1275" y="305"/>
                </a:moveTo>
                <a:cubicBezTo>
                  <a:pt x="1304" y="349"/>
                  <a:pt x="1341" y="416"/>
                  <a:pt x="1378" y="512"/>
                </a:cubicBezTo>
                <a:cubicBezTo>
                  <a:pt x="1401" y="586"/>
                  <a:pt x="1430" y="675"/>
                  <a:pt x="1445" y="764"/>
                </a:cubicBezTo>
                <a:cubicBezTo>
                  <a:pt x="1450" y="764"/>
                  <a:pt x="1455" y="764"/>
                  <a:pt x="1459" y="763"/>
                </a:cubicBezTo>
                <a:lnTo>
                  <a:pt x="1459" y="763"/>
                </a:lnTo>
                <a:cubicBezTo>
                  <a:pt x="1397" y="791"/>
                  <a:pt x="1336" y="818"/>
                  <a:pt x="1275" y="845"/>
                </a:cubicBezTo>
                <a:cubicBezTo>
                  <a:pt x="1213" y="818"/>
                  <a:pt x="1152" y="791"/>
                  <a:pt x="1091" y="764"/>
                </a:cubicBezTo>
                <a:lnTo>
                  <a:pt x="1091" y="764"/>
                </a:lnTo>
                <a:cubicBezTo>
                  <a:pt x="1093" y="764"/>
                  <a:pt x="1095" y="764"/>
                  <a:pt x="1097" y="764"/>
                </a:cubicBezTo>
                <a:cubicBezTo>
                  <a:pt x="1119" y="675"/>
                  <a:pt x="1141" y="586"/>
                  <a:pt x="1171" y="512"/>
                </a:cubicBezTo>
                <a:cubicBezTo>
                  <a:pt x="1208" y="416"/>
                  <a:pt x="1245" y="349"/>
                  <a:pt x="1275" y="305"/>
                </a:cubicBezTo>
                <a:close/>
                <a:moveTo>
                  <a:pt x="361" y="863"/>
                </a:moveTo>
                <a:cubicBezTo>
                  <a:pt x="402" y="863"/>
                  <a:pt x="459" y="868"/>
                  <a:pt x="534" y="882"/>
                </a:cubicBezTo>
                <a:cubicBezTo>
                  <a:pt x="667" y="904"/>
                  <a:pt x="816" y="949"/>
                  <a:pt x="964" y="1015"/>
                </a:cubicBezTo>
                <a:cubicBezTo>
                  <a:pt x="838" y="1089"/>
                  <a:pt x="719" y="1171"/>
                  <a:pt x="616" y="1252"/>
                </a:cubicBezTo>
                <a:cubicBezTo>
                  <a:pt x="549" y="1186"/>
                  <a:pt x="482" y="1126"/>
                  <a:pt x="430" y="1067"/>
                </a:cubicBezTo>
                <a:cubicBezTo>
                  <a:pt x="349" y="971"/>
                  <a:pt x="319" y="904"/>
                  <a:pt x="305" y="867"/>
                </a:cubicBezTo>
                <a:cubicBezTo>
                  <a:pt x="318" y="865"/>
                  <a:pt x="337" y="863"/>
                  <a:pt x="361" y="863"/>
                </a:cubicBezTo>
                <a:close/>
                <a:moveTo>
                  <a:pt x="2189" y="863"/>
                </a:moveTo>
                <a:cubicBezTo>
                  <a:pt x="2213" y="863"/>
                  <a:pt x="2231" y="865"/>
                  <a:pt x="2245" y="867"/>
                </a:cubicBezTo>
                <a:cubicBezTo>
                  <a:pt x="2230" y="904"/>
                  <a:pt x="2193" y="971"/>
                  <a:pt x="2119" y="1060"/>
                </a:cubicBezTo>
                <a:cubicBezTo>
                  <a:pt x="2067" y="1126"/>
                  <a:pt x="2000" y="1186"/>
                  <a:pt x="1934" y="1252"/>
                </a:cubicBezTo>
                <a:cubicBezTo>
                  <a:pt x="1823" y="1164"/>
                  <a:pt x="1704" y="1089"/>
                  <a:pt x="1578" y="1008"/>
                </a:cubicBezTo>
                <a:cubicBezTo>
                  <a:pt x="1734" y="949"/>
                  <a:pt x="1882" y="904"/>
                  <a:pt x="2015" y="882"/>
                </a:cubicBezTo>
                <a:cubicBezTo>
                  <a:pt x="2090" y="868"/>
                  <a:pt x="2148" y="863"/>
                  <a:pt x="2189" y="863"/>
                </a:cubicBezTo>
                <a:close/>
                <a:moveTo>
                  <a:pt x="1275" y="1252"/>
                </a:moveTo>
                <a:cubicBezTo>
                  <a:pt x="1178" y="1252"/>
                  <a:pt x="1097" y="1334"/>
                  <a:pt x="1097" y="1430"/>
                </a:cubicBezTo>
                <a:cubicBezTo>
                  <a:pt x="1097" y="1526"/>
                  <a:pt x="1178" y="1608"/>
                  <a:pt x="1275" y="1608"/>
                </a:cubicBezTo>
                <a:cubicBezTo>
                  <a:pt x="1371" y="1608"/>
                  <a:pt x="1452" y="1526"/>
                  <a:pt x="1452" y="1430"/>
                </a:cubicBezTo>
                <a:cubicBezTo>
                  <a:pt x="1452" y="1334"/>
                  <a:pt x="1371" y="1252"/>
                  <a:pt x="1275" y="1252"/>
                </a:cubicBezTo>
                <a:close/>
                <a:moveTo>
                  <a:pt x="1275" y="1156"/>
                </a:moveTo>
                <a:cubicBezTo>
                  <a:pt x="1312" y="1178"/>
                  <a:pt x="1356" y="1201"/>
                  <a:pt x="1393" y="1223"/>
                </a:cubicBezTo>
                <a:cubicBezTo>
                  <a:pt x="1504" y="1289"/>
                  <a:pt x="1615" y="1356"/>
                  <a:pt x="1712" y="1430"/>
                </a:cubicBezTo>
                <a:cubicBezTo>
                  <a:pt x="1615" y="1504"/>
                  <a:pt x="1504" y="1578"/>
                  <a:pt x="1393" y="1637"/>
                </a:cubicBezTo>
                <a:cubicBezTo>
                  <a:pt x="1356" y="1667"/>
                  <a:pt x="1312" y="1689"/>
                  <a:pt x="1275" y="1704"/>
                </a:cubicBezTo>
                <a:cubicBezTo>
                  <a:pt x="1230" y="1689"/>
                  <a:pt x="1193" y="1660"/>
                  <a:pt x="1156" y="1637"/>
                </a:cubicBezTo>
                <a:cubicBezTo>
                  <a:pt x="1038" y="1578"/>
                  <a:pt x="934" y="1504"/>
                  <a:pt x="838" y="1430"/>
                </a:cubicBezTo>
                <a:cubicBezTo>
                  <a:pt x="934" y="1356"/>
                  <a:pt x="1038" y="1289"/>
                  <a:pt x="1156" y="1223"/>
                </a:cubicBezTo>
                <a:cubicBezTo>
                  <a:pt x="1193" y="1201"/>
                  <a:pt x="1230" y="1178"/>
                  <a:pt x="1275" y="1156"/>
                </a:cubicBezTo>
                <a:close/>
                <a:moveTo>
                  <a:pt x="1934" y="1608"/>
                </a:moveTo>
                <a:cubicBezTo>
                  <a:pt x="2000" y="1674"/>
                  <a:pt x="2067" y="1734"/>
                  <a:pt x="2119" y="1800"/>
                </a:cubicBezTo>
                <a:cubicBezTo>
                  <a:pt x="2193" y="1889"/>
                  <a:pt x="2230" y="1956"/>
                  <a:pt x="2245" y="1993"/>
                </a:cubicBezTo>
                <a:cubicBezTo>
                  <a:pt x="2231" y="1996"/>
                  <a:pt x="2213" y="1997"/>
                  <a:pt x="2189" y="1997"/>
                </a:cubicBezTo>
                <a:cubicBezTo>
                  <a:pt x="2148" y="1997"/>
                  <a:pt x="2090" y="1992"/>
                  <a:pt x="2015" y="1978"/>
                </a:cubicBezTo>
                <a:cubicBezTo>
                  <a:pt x="1882" y="1956"/>
                  <a:pt x="1734" y="1911"/>
                  <a:pt x="1578" y="1852"/>
                </a:cubicBezTo>
                <a:cubicBezTo>
                  <a:pt x="1704" y="1771"/>
                  <a:pt x="1823" y="1697"/>
                  <a:pt x="1934" y="1608"/>
                </a:cubicBezTo>
                <a:close/>
                <a:moveTo>
                  <a:pt x="616" y="1615"/>
                </a:moveTo>
                <a:cubicBezTo>
                  <a:pt x="719" y="1697"/>
                  <a:pt x="838" y="1778"/>
                  <a:pt x="964" y="1852"/>
                </a:cubicBezTo>
                <a:cubicBezTo>
                  <a:pt x="816" y="1911"/>
                  <a:pt x="667" y="1963"/>
                  <a:pt x="534" y="1985"/>
                </a:cubicBezTo>
                <a:cubicBezTo>
                  <a:pt x="465" y="1994"/>
                  <a:pt x="411" y="1998"/>
                  <a:pt x="370" y="1998"/>
                </a:cubicBezTo>
                <a:cubicBezTo>
                  <a:pt x="342" y="1998"/>
                  <a:pt x="320" y="1996"/>
                  <a:pt x="305" y="1993"/>
                </a:cubicBezTo>
                <a:cubicBezTo>
                  <a:pt x="319" y="1956"/>
                  <a:pt x="349" y="1897"/>
                  <a:pt x="430" y="1800"/>
                </a:cubicBezTo>
                <a:cubicBezTo>
                  <a:pt x="482" y="1741"/>
                  <a:pt x="549" y="1674"/>
                  <a:pt x="616" y="1615"/>
                </a:cubicBezTo>
                <a:close/>
                <a:moveTo>
                  <a:pt x="1086" y="2100"/>
                </a:moveTo>
                <a:lnTo>
                  <a:pt x="1086" y="2100"/>
                </a:lnTo>
                <a:cubicBezTo>
                  <a:pt x="1082" y="2102"/>
                  <a:pt x="1079" y="2104"/>
                  <a:pt x="1075" y="2104"/>
                </a:cubicBezTo>
                <a:cubicBezTo>
                  <a:pt x="1079" y="2103"/>
                  <a:pt x="1082" y="2101"/>
                  <a:pt x="1086" y="2100"/>
                </a:cubicBezTo>
                <a:close/>
                <a:moveTo>
                  <a:pt x="1549" y="2134"/>
                </a:moveTo>
                <a:cubicBezTo>
                  <a:pt x="1571" y="2141"/>
                  <a:pt x="1586" y="2148"/>
                  <a:pt x="1600" y="2156"/>
                </a:cubicBezTo>
                <a:cubicBezTo>
                  <a:pt x="1586" y="2148"/>
                  <a:pt x="1563" y="2141"/>
                  <a:pt x="1549" y="2134"/>
                </a:cubicBezTo>
                <a:close/>
                <a:moveTo>
                  <a:pt x="1275" y="2015"/>
                </a:moveTo>
                <a:cubicBezTo>
                  <a:pt x="1341" y="2052"/>
                  <a:pt x="1408" y="2082"/>
                  <a:pt x="1467" y="2104"/>
                </a:cubicBezTo>
                <a:cubicBezTo>
                  <a:pt x="1460" y="2104"/>
                  <a:pt x="1452" y="2097"/>
                  <a:pt x="1445" y="2097"/>
                </a:cubicBezTo>
                <a:cubicBezTo>
                  <a:pt x="1430" y="2193"/>
                  <a:pt x="1401" y="2274"/>
                  <a:pt x="1378" y="2348"/>
                </a:cubicBezTo>
                <a:cubicBezTo>
                  <a:pt x="1341" y="2452"/>
                  <a:pt x="1304" y="2519"/>
                  <a:pt x="1275" y="2556"/>
                </a:cubicBezTo>
                <a:cubicBezTo>
                  <a:pt x="1245" y="2519"/>
                  <a:pt x="1208" y="2452"/>
                  <a:pt x="1171" y="2348"/>
                </a:cubicBezTo>
                <a:cubicBezTo>
                  <a:pt x="1141" y="2274"/>
                  <a:pt x="1119" y="2193"/>
                  <a:pt x="1097" y="2097"/>
                </a:cubicBezTo>
                <a:cubicBezTo>
                  <a:pt x="1097" y="2097"/>
                  <a:pt x="1096" y="2097"/>
                  <a:pt x="1096" y="2097"/>
                </a:cubicBezTo>
                <a:lnTo>
                  <a:pt x="1096" y="2097"/>
                </a:lnTo>
                <a:cubicBezTo>
                  <a:pt x="1156" y="2075"/>
                  <a:pt x="1215" y="2048"/>
                  <a:pt x="1275" y="2015"/>
                </a:cubicBezTo>
                <a:close/>
                <a:moveTo>
                  <a:pt x="1275" y="1"/>
                </a:moveTo>
                <a:cubicBezTo>
                  <a:pt x="1090" y="1"/>
                  <a:pt x="927" y="268"/>
                  <a:pt x="838" y="667"/>
                </a:cubicBezTo>
                <a:lnTo>
                  <a:pt x="867" y="682"/>
                </a:lnTo>
                <a:cubicBezTo>
                  <a:pt x="771" y="653"/>
                  <a:pt x="675" y="623"/>
                  <a:pt x="586" y="608"/>
                </a:cubicBezTo>
                <a:cubicBezTo>
                  <a:pt x="504" y="595"/>
                  <a:pt x="430" y="587"/>
                  <a:pt x="365" y="587"/>
                </a:cubicBezTo>
                <a:cubicBezTo>
                  <a:pt x="318" y="587"/>
                  <a:pt x="275" y="591"/>
                  <a:pt x="238" y="601"/>
                </a:cubicBezTo>
                <a:cubicBezTo>
                  <a:pt x="142" y="616"/>
                  <a:pt x="75" y="653"/>
                  <a:pt x="38" y="719"/>
                </a:cubicBezTo>
                <a:cubicBezTo>
                  <a:pt x="1" y="778"/>
                  <a:pt x="1" y="853"/>
                  <a:pt x="38" y="949"/>
                </a:cubicBezTo>
                <a:cubicBezTo>
                  <a:pt x="68" y="1038"/>
                  <a:pt x="127" y="1134"/>
                  <a:pt x="216" y="1245"/>
                </a:cubicBezTo>
                <a:cubicBezTo>
                  <a:pt x="275" y="1304"/>
                  <a:pt x="334" y="1371"/>
                  <a:pt x="401" y="1430"/>
                </a:cubicBezTo>
                <a:cubicBezTo>
                  <a:pt x="334" y="1497"/>
                  <a:pt x="275" y="1556"/>
                  <a:pt x="216" y="1623"/>
                </a:cubicBezTo>
                <a:cubicBezTo>
                  <a:pt x="127" y="1726"/>
                  <a:pt x="68" y="1830"/>
                  <a:pt x="38" y="1919"/>
                </a:cubicBezTo>
                <a:cubicBezTo>
                  <a:pt x="1" y="2008"/>
                  <a:pt x="1" y="2089"/>
                  <a:pt x="38" y="2148"/>
                </a:cubicBezTo>
                <a:cubicBezTo>
                  <a:pt x="75" y="2208"/>
                  <a:pt x="142" y="2252"/>
                  <a:pt x="238" y="2267"/>
                </a:cubicBezTo>
                <a:cubicBezTo>
                  <a:pt x="275" y="2274"/>
                  <a:pt x="319" y="2274"/>
                  <a:pt x="364" y="2274"/>
                </a:cubicBezTo>
                <a:cubicBezTo>
                  <a:pt x="430" y="2274"/>
                  <a:pt x="505" y="2267"/>
                  <a:pt x="586" y="2259"/>
                </a:cubicBezTo>
                <a:cubicBezTo>
                  <a:pt x="666" y="2246"/>
                  <a:pt x="752" y="2221"/>
                  <a:pt x="838" y="2194"/>
                </a:cubicBezTo>
                <a:lnTo>
                  <a:pt x="838" y="2194"/>
                </a:lnTo>
                <a:cubicBezTo>
                  <a:pt x="927" y="2601"/>
                  <a:pt x="1090" y="2867"/>
                  <a:pt x="1275" y="2867"/>
                </a:cubicBezTo>
                <a:cubicBezTo>
                  <a:pt x="1460" y="2867"/>
                  <a:pt x="1622" y="2593"/>
                  <a:pt x="1711" y="2194"/>
                </a:cubicBezTo>
                <a:lnTo>
                  <a:pt x="1711" y="2194"/>
                </a:lnTo>
                <a:cubicBezTo>
                  <a:pt x="1798" y="2220"/>
                  <a:pt x="1883" y="2240"/>
                  <a:pt x="1963" y="2259"/>
                </a:cubicBezTo>
                <a:cubicBezTo>
                  <a:pt x="2045" y="2267"/>
                  <a:pt x="2119" y="2274"/>
                  <a:pt x="2185" y="2274"/>
                </a:cubicBezTo>
                <a:cubicBezTo>
                  <a:pt x="2230" y="2274"/>
                  <a:pt x="2274" y="2274"/>
                  <a:pt x="2311" y="2267"/>
                </a:cubicBezTo>
                <a:cubicBezTo>
                  <a:pt x="2408" y="2252"/>
                  <a:pt x="2474" y="2208"/>
                  <a:pt x="2511" y="2148"/>
                </a:cubicBezTo>
                <a:cubicBezTo>
                  <a:pt x="2548" y="2089"/>
                  <a:pt x="2548" y="2008"/>
                  <a:pt x="2511" y="1919"/>
                </a:cubicBezTo>
                <a:cubicBezTo>
                  <a:pt x="2482" y="1830"/>
                  <a:pt x="2422" y="1726"/>
                  <a:pt x="2334" y="1623"/>
                </a:cubicBezTo>
                <a:cubicBezTo>
                  <a:pt x="2274" y="1556"/>
                  <a:pt x="2215" y="1497"/>
                  <a:pt x="2148" y="1430"/>
                </a:cubicBezTo>
                <a:cubicBezTo>
                  <a:pt x="2215" y="1371"/>
                  <a:pt x="2274" y="1304"/>
                  <a:pt x="2334" y="1245"/>
                </a:cubicBezTo>
                <a:lnTo>
                  <a:pt x="2326" y="1245"/>
                </a:lnTo>
                <a:cubicBezTo>
                  <a:pt x="2415" y="1134"/>
                  <a:pt x="2482" y="1038"/>
                  <a:pt x="2511" y="949"/>
                </a:cubicBezTo>
                <a:cubicBezTo>
                  <a:pt x="2541" y="853"/>
                  <a:pt x="2541" y="778"/>
                  <a:pt x="2504" y="719"/>
                </a:cubicBezTo>
                <a:cubicBezTo>
                  <a:pt x="2474" y="653"/>
                  <a:pt x="2408" y="616"/>
                  <a:pt x="2311" y="601"/>
                </a:cubicBezTo>
                <a:cubicBezTo>
                  <a:pt x="2271" y="591"/>
                  <a:pt x="2227" y="587"/>
                  <a:pt x="2179" y="587"/>
                </a:cubicBezTo>
                <a:cubicBezTo>
                  <a:pt x="2113" y="587"/>
                  <a:pt x="2041" y="595"/>
                  <a:pt x="1963" y="608"/>
                </a:cubicBezTo>
                <a:cubicBezTo>
                  <a:pt x="1880" y="622"/>
                  <a:pt x="1783" y="649"/>
                  <a:pt x="1692" y="677"/>
                </a:cubicBezTo>
                <a:lnTo>
                  <a:pt x="1692" y="677"/>
                </a:lnTo>
                <a:cubicBezTo>
                  <a:pt x="1698" y="674"/>
                  <a:pt x="1705" y="671"/>
                  <a:pt x="1712" y="667"/>
                </a:cubicBezTo>
                <a:cubicBezTo>
                  <a:pt x="1615" y="268"/>
                  <a:pt x="1460" y="1"/>
                  <a:pt x="1275" y="1"/>
                </a:cubicBezTo>
                <a:close/>
                <a:moveTo>
                  <a:pt x="1282" y="2970"/>
                </a:moveTo>
                <a:cubicBezTo>
                  <a:pt x="1208" y="2970"/>
                  <a:pt x="1141" y="3037"/>
                  <a:pt x="1141" y="3111"/>
                </a:cubicBezTo>
                <a:lnTo>
                  <a:pt x="1141" y="3903"/>
                </a:lnTo>
                <a:cubicBezTo>
                  <a:pt x="1141" y="3977"/>
                  <a:pt x="1208" y="4037"/>
                  <a:pt x="1282" y="4037"/>
                </a:cubicBezTo>
                <a:cubicBezTo>
                  <a:pt x="1356" y="4037"/>
                  <a:pt x="1423" y="3977"/>
                  <a:pt x="1423" y="3903"/>
                </a:cubicBezTo>
                <a:lnTo>
                  <a:pt x="1423" y="3111"/>
                </a:lnTo>
                <a:cubicBezTo>
                  <a:pt x="1423" y="3037"/>
                  <a:pt x="1356" y="2970"/>
                  <a:pt x="1282" y="2970"/>
                </a:cubicBezTo>
                <a:close/>
                <a:moveTo>
                  <a:pt x="2289" y="201"/>
                </a:moveTo>
                <a:cubicBezTo>
                  <a:pt x="2215" y="201"/>
                  <a:pt x="2148" y="260"/>
                  <a:pt x="2148" y="342"/>
                </a:cubicBezTo>
                <a:cubicBezTo>
                  <a:pt x="2148" y="416"/>
                  <a:pt x="2215" y="475"/>
                  <a:pt x="2289" y="475"/>
                </a:cubicBezTo>
                <a:cubicBezTo>
                  <a:pt x="3230" y="475"/>
                  <a:pt x="3481" y="1156"/>
                  <a:pt x="3837" y="2097"/>
                </a:cubicBezTo>
                <a:cubicBezTo>
                  <a:pt x="3866" y="2178"/>
                  <a:pt x="3896" y="2259"/>
                  <a:pt x="3926" y="2341"/>
                </a:cubicBezTo>
                <a:lnTo>
                  <a:pt x="3659" y="2341"/>
                </a:lnTo>
                <a:cubicBezTo>
                  <a:pt x="3578" y="2341"/>
                  <a:pt x="3518" y="2400"/>
                  <a:pt x="3518" y="2474"/>
                </a:cubicBezTo>
                <a:lnTo>
                  <a:pt x="3518" y="2948"/>
                </a:lnTo>
                <a:cubicBezTo>
                  <a:pt x="3518" y="3044"/>
                  <a:pt x="3481" y="3126"/>
                  <a:pt x="3422" y="3193"/>
                </a:cubicBezTo>
                <a:cubicBezTo>
                  <a:pt x="3355" y="3252"/>
                  <a:pt x="3274" y="3289"/>
                  <a:pt x="3185" y="3289"/>
                </a:cubicBezTo>
                <a:lnTo>
                  <a:pt x="2941" y="3289"/>
                </a:lnTo>
                <a:cubicBezTo>
                  <a:pt x="2867" y="3289"/>
                  <a:pt x="2808" y="3348"/>
                  <a:pt x="2808" y="3429"/>
                </a:cubicBezTo>
                <a:lnTo>
                  <a:pt x="2808" y="3903"/>
                </a:lnTo>
                <a:cubicBezTo>
                  <a:pt x="2808" y="3977"/>
                  <a:pt x="2867" y="4037"/>
                  <a:pt x="2941" y="4037"/>
                </a:cubicBezTo>
                <a:cubicBezTo>
                  <a:pt x="3022" y="4037"/>
                  <a:pt x="3082" y="3977"/>
                  <a:pt x="3082" y="3903"/>
                </a:cubicBezTo>
                <a:lnTo>
                  <a:pt x="3082" y="3563"/>
                </a:lnTo>
                <a:lnTo>
                  <a:pt x="3185" y="3563"/>
                </a:lnTo>
                <a:cubicBezTo>
                  <a:pt x="3348" y="3563"/>
                  <a:pt x="3504" y="3504"/>
                  <a:pt x="3615" y="3385"/>
                </a:cubicBezTo>
                <a:cubicBezTo>
                  <a:pt x="3733" y="3267"/>
                  <a:pt x="3800" y="3118"/>
                  <a:pt x="3800" y="2948"/>
                </a:cubicBezTo>
                <a:lnTo>
                  <a:pt x="3800" y="2615"/>
                </a:lnTo>
                <a:lnTo>
                  <a:pt x="4133" y="2615"/>
                </a:lnTo>
                <a:cubicBezTo>
                  <a:pt x="4177" y="2615"/>
                  <a:pt x="4222" y="2593"/>
                  <a:pt x="4244" y="2556"/>
                </a:cubicBezTo>
                <a:cubicBezTo>
                  <a:pt x="4274" y="2519"/>
                  <a:pt x="4281" y="2467"/>
                  <a:pt x="4259" y="2422"/>
                </a:cubicBezTo>
                <a:cubicBezTo>
                  <a:pt x="4200" y="2282"/>
                  <a:pt x="4148" y="2141"/>
                  <a:pt x="4096" y="2000"/>
                </a:cubicBezTo>
                <a:cubicBezTo>
                  <a:pt x="3748" y="1075"/>
                  <a:pt x="3422" y="201"/>
                  <a:pt x="2289" y="20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58"/>
          <p:cNvSpPr/>
          <p:nvPr/>
        </p:nvSpPr>
        <p:spPr>
          <a:xfrm>
            <a:off x="2890719" y="2988950"/>
            <a:ext cx="429600" cy="303300"/>
          </a:xfrm>
          <a:prstGeom prst="rightArrow">
            <a:avLst>
              <a:gd fmla="val 50000" name="adj1"/>
              <a:gd fmla="val 50000" name="adj2"/>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68" name="Google Shape;668;p58"/>
          <p:cNvGrpSpPr/>
          <p:nvPr/>
        </p:nvGrpSpPr>
        <p:grpSpPr>
          <a:xfrm>
            <a:off x="4077523" y="1492951"/>
            <a:ext cx="429627" cy="393020"/>
            <a:chOff x="238125" y="2160750"/>
            <a:chExt cx="2022725" cy="1850375"/>
          </a:xfrm>
        </p:grpSpPr>
        <p:sp>
          <p:nvSpPr>
            <p:cNvPr id="669" name="Google Shape;669;p58"/>
            <p:cNvSpPr/>
            <p:nvPr/>
          </p:nvSpPr>
          <p:spPr>
            <a:xfrm>
              <a:off x="238125" y="2838775"/>
              <a:ext cx="1073150" cy="1172350"/>
            </a:xfrm>
            <a:custGeom>
              <a:rect b="b" l="l" r="r" t="t"/>
              <a:pathLst>
                <a:path extrusionOk="0" h="46894" w="42926">
                  <a:moveTo>
                    <a:pt x="8585" y="1"/>
                  </a:moveTo>
                  <a:cubicBezTo>
                    <a:pt x="7122" y="1"/>
                    <a:pt x="5658" y="358"/>
                    <a:pt x="4293" y="1139"/>
                  </a:cubicBezTo>
                  <a:cubicBezTo>
                    <a:pt x="3024" y="1854"/>
                    <a:pt x="1919" y="2927"/>
                    <a:pt x="1138" y="4293"/>
                  </a:cubicBezTo>
                  <a:cubicBezTo>
                    <a:pt x="423" y="5561"/>
                    <a:pt x="0" y="7025"/>
                    <a:pt x="0" y="8586"/>
                  </a:cubicBezTo>
                  <a:cubicBezTo>
                    <a:pt x="0" y="10049"/>
                    <a:pt x="358" y="11512"/>
                    <a:pt x="1138" y="12878"/>
                  </a:cubicBezTo>
                  <a:cubicBezTo>
                    <a:pt x="1886" y="14147"/>
                    <a:pt x="2927" y="15220"/>
                    <a:pt x="4293" y="16000"/>
                  </a:cubicBezTo>
                  <a:cubicBezTo>
                    <a:pt x="5561" y="16748"/>
                    <a:pt x="7024" y="17171"/>
                    <a:pt x="8585" y="17171"/>
                  </a:cubicBezTo>
                  <a:cubicBezTo>
                    <a:pt x="9528" y="17171"/>
                    <a:pt x="10471" y="17008"/>
                    <a:pt x="11349" y="16716"/>
                  </a:cubicBezTo>
                  <a:cubicBezTo>
                    <a:pt x="13037" y="16146"/>
                    <a:pt x="14625" y="15868"/>
                    <a:pt x="16090" y="15868"/>
                  </a:cubicBezTo>
                  <a:cubicBezTo>
                    <a:pt x="18971" y="15868"/>
                    <a:pt x="21375" y="16944"/>
                    <a:pt x="23121" y="18992"/>
                  </a:cubicBezTo>
                  <a:cubicBezTo>
                    <a:pt x="25365" y="21561"/>
                    <a:pt x="25365" y="25301"/>
                    <a:pt x="23154" y="27902"/>
                  </a:cubicBezTo>
                  <a:cubicBezTo>
                    <a:pt x="21372" y="29945"/>
                    <a:pt x="18952" y="31029"/>
                    <a:pt x="16057" y="31029"/>
                  </a:cubicBezTo>
                  <a:cubicBezTo>
                    <a:pt x="14620" y="31029"/>
                    <a:pt x="13065" y="30762"/>
                    <a:pt x="11414" y="30211"/>
                  </a:cubicBezTo>
                  <a:cubicBezTo>
                    <a:pt x="10536" y="29886"/>
                    <a:pt x="9561" y="29723"/>
                    <a:pt x="8585" y="29723"/>
                  </a:cubicBezTo>
                  <a:cubicBezTo>
                    <a:pt x="7122" y="29723"/>
                    <a:pt x="5658" y="30114"/>
                    <a:pt x="4293" y="30894"/>
                  </a:cubicBezTo>
                  <a:cubicBezTo>
                    <a:pt x="3024" y="31609"/>
                    <a:pt x="1919" y="32683"/>
                    <a:pt x="1138" y="34016"/>
                  </a:cubicBezTo>
                  <a:cubicBezTo>
                    <a:pt x="423" y="35284"/>
                    <a:pt x="0" y="36748"/>
                    <a:pt x="0" y="38308"/>
                  </a:cubicBezTo>
                  <a:cubicBezTo>
                    <a:pt x="0" y="39772"/>
                    <a:pt x="358" y="41268"/>
                    <a:pt x="1138" y="42601"/>
                  </a:cubicBezTo>
                  <a:cubicBezTo>
                    <a:pt x="1886" y="43869"/>
                    <a:pt x="2927" y="44975"/>
                    <a:pt x="4293" y="45755"/>
                  </a:cubicBezTo>
                  <a:cubicBezTo>
                    <a:pt x="5561" y="46471"/>
                    <a:pt x="7024" y="46894"/>
                    <a:pt x="8585" y="46894"/>
                  </a:cubicBezTo>
                  <a:cubicBezTo>
                    <a:pt x="10049" y="46894"/>
                    <a:pt x="11512" y="46536"/>
                    <a:pt x="12878" y="45755"/>
                  </a:cubicBezTo>
                  <a:cubicBezTo>
                    <a:pt x="14146" y="45040"/>
                    <a:pt x="15252" y="43967"/>
                    <a:pt x="16032" y="42601"/>
                  </a:cubicBezTo>
                  <a:cubicBezTo>
                    <a:pt x="16487" y="41821"/>
                    <a:pt x="16813" y="40910"/>
                    <a:pt x="17008" y="39967"/>
                  </a:cubicBezTo>
                  <a:cubicBezTo>
                    <a:pt x="18217" y="33996"/>
                    <a:pt x="21828" y="30738"/>
                    <a:pt x="26871" y="30738"/>
                  </a:cubicBezTo>
                  <a:cubicBezTo>
                    <a:pt x="28337" y="30738"/>
                    <a:pt x="29925" y="31013"/>
                    <a:pt x="31609" y="31577"/>
                  </a:cubicBezTo>
                  <a:cubicBezTo>
                    <a:pt x="32455" y="31870"/>
                    <a:pt x="33398" y="32032"/>
                    <a:pt x="34341" y="32032"/>
                  </a:cubicBezTo>
                  <a:cubicBezTo>
                    <a:pt x="35804" y="32032"/>
                    <a:pt x="37267" y="31642"/>
                    <a:pt x="38633" y="30862"/>
                  </a:cubicBezTo>
                  <a:cubicBezTo>
                    <a:pt x="39902" y="30146"/>
                    <a:pt x="41007" y="29105"/>
                    <a:pt x="41788" y="27740"/>
                  </a:cubicBezTo>
                  <a:cubicBezTo>
                    <a:pt x="42503" y="26471"/>
                    <a:pt x="42926" y="25008"/>
                    <a:pt x="42926" y="23447"/>
                  </a:cubicBezTo>
                  <a:cubicBezTo>
                    <a:pt x="42926" y="21984"/>
                    <a:pt x="42568" y="20520"/>
                    <a:pt x="41788" y="19155"/>
                  </a:cubicBezTo>
                  <a:cubicBezTo>
                    <a:pt x="41040" y="17886"/>
                    <a:pt x="39999" y="16781"/>
                    <a:pt x="38633" y="16000"/>
                  </a:cubicBezTo>
                  <a:cubicBezTo>
                    <a:pt x="37365" y="15285"/>
                    <a:pt x="35902" y="14862"/>
                    <a:pt x="34341" y="14862"/>
                  </a:cubicBezTo>
                  <a:cubicBezTo>
                    <a:pt x="33430" y="14862"/>
                    <a:pt x="32487" y="14992"/>
                    <a:pt x="31577" y="15317"/>
                  </a:cubicBezTo>
                  <a:cubicBezTo>
                    <a:pt x="29899" y="15881"/>
                    <a:pt x="28320" y="16156"/>
                    <a:pt x="26860" y="16156"/>
                  </a:cubicBezTo>
                  <a:cubicBezTo>
                    <a:pt x="21839" y="16156"/>
                    <a:pt x="18242" y="12899"/>
                    <a:pt x="17008" y="6927"/>
                  </a:cubicBezTo>
                  <a:cubicBezTo>
                    <a:pt x="16845" y="6017"/>
                    <a:pt x="16520" y="5139"/>
                    <a:pt x="16032" y="4293"/>
                  </a:cubicBezTo>
                  <a:cubicBezTo>
                    <a:pt x="15284" y="3025"/>
                    <a:pt x="14244" y="1919"/>
                    <a:pt x="12878" y="1139"/>
                  </a:cubicBezTo>
                  <a:cubicBezTo>
                    <a:pt x="11610" y="423"/>
                    <a:pt x="10146" y="1"/>
                    <a:pt x="8585" y="1"/>
                  </a:cubicBezTo>
                  <a:close/>
                </a:path>
              </a:pathLst>
            </a:custGeom>
            <a:solidFill>
              <a:srgbClr val="0140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58"/>
            <p:cNvSpPr/>
            <p:nvPr/>
          </p:nvSpPr>
          <p:spPr>
            <a:xfrm>
              <a:off x="973050" y="2160750"/>
              <a:ext cx="1287800" cy="1343075"/>
            </a:xfrm>
            <a:custGeom>
              <a:rect b="b" l="l" r="r" t="t"/>
              <a:pathLst>
                <a:path extrusionOk="0" h="53723" w="51512">
                  <a:moveTo>
                    <a:pt x="25691" y="0"/>
                  </a:moveTo>
                  <a:cubicBezTo>
                    <a:pt x="10309" y="0"/>
                    <a:pt x="1" y="9041"/>
                    <a:pt x="1" y="26536"/>
                  </a:cubicBezTo>
                  <a:lnTo>
                    <a:pt x="1" y="38666"/>
                  </a:lnTo>
                  <a:cubicBezTo>
                    <a:pt x="1594" y="38016"/>
                    <a:pt x="3285" y="37690"/>
                    <a:pt x="4944" y="37690"/>
                  </a:cubicBezTo>
                  <a:cubicBezTo>
                    <a:pt x="6732" y="37690"/>
                    <a:pt x="8456" y="38048"/>
                    <a:pt x="10017" y="38731"/>
                  </a:cubicBezTo>
                  <a:lnTo>
                    <a:pt x="10017" y="26439"/>
                  </a:lnTo>
                  <a:cubicBezTo>
                    <a:pt x="10017" y="15057"/>
                    <a:pt x="16228" y="9268"/>
                    <a:pt x="25691" y="9268"/>
                  </a:cubicBezTo>
                  <a:cubicBezTo>
                    <a:pt x="35187" y="9268"/>
                    <a:pt x="41398" y="15057"/>
                    <a:pt x="41398" y="26439"/>
                  </a:cubicBezTo>
                  <a:lnTo>
                    <a:pt x="41398" y="53722"/>
                  </a:lnTo>
                  <a:lnTo>
                    <a:pt x="51414" y="53722"/>
                  </a:lnTo>
                  <a:lnTo>
                    <a:pt x="51414" y="26439"/>
                  </a:lnTo>
                  <a:cubicBezTo>
                    <a:pt x="51512" y="8846"/>
                    <a:pt x="41073" y="0"/>
                    <a:pt x="2569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4" name="Shape 674"/>
        <p:cNvGrpSpPr/>
        <p:nvPr/>
      </p:nvGrpSpPr>
      <p:grpSpPr>
        <a:xfrm>
          <a:off x="0" y="0"/>
          <a:ext cx="0" cy="0"/>
          <a:chOff x="0" y="0"/>
          <a:chExt cx="0" cy="0"/>
        </a:xfrm>
      </p:grpSpPr>
      <p:sp>
        <p:nvSpPr>
          <p:cNvPr id="675" name="Google Shape;675;p59"/>
          <p:cNvSpPr txBox="1"/>
          <p:nvPr>
            <p:ph type="title"/>
          </p:nvPr>
        </p:nvSpPr>
        <p:spPr>
          <a:xfrm>
            <a:off x="365750" y="274325"/>
            <a:ext cx="8412600" cy="548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3 Takeaways</a:t>
            </a:r>
            <a:endParaRPr/>
          </a:p>
        </p:txBody>
      </p:sp>
      <p:sp>
        <p:nvSpPr>
          <p:cNvPr id="676" name="Google Shape;676;p59"/>
          <p:cNvSpPr txBox="1"/>
          <p:nvPr>
            <p:ph idx="12" type="sldNum"/>
          </p:nvPr>
        </p:nvSpPr>
        <p:spPr>
          <a:xfrm>
            <a:off x="360650" y="4880150"/>
            <a:ext cx="3667800" cy="2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Neo4j Inc. All rights reserved 2023	</a:t>
            </a:r>
            <a:endParaRPr/>
          </a:p>
        </p:txBody>
      </p:sp>
      <p:sp>
        <p:nvSpPr>
          <p:cNvPr id="677" name="Google Shape;677;p59"/>
          <p:cNvSpPr txBox="1"/>
          <p:nvPr>
            <p:ph idx="2" type="sldNum"/>
          </p:nvPr>
        </p:nvSpPr>
        <p:spPr>
          <a:xfrm>
            <a:off x="0" y="4880150"/>
            <a:ext cx="265200" cy="2697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678" name="Google Shape;678;p59"/>
          <p:cNvSpPr/>
          <p:nvPr/>
        </p:nvSpPr>
        <p:spPr>
          <a:xfrm>
            <a:off x="1262407" y="1339888"/>
            <a:ext cx="515495" cy="515261"/>
          </a:xfrm>
          <a:custGeom>
            <a:rect b="b" l="l" r="r" t="t"/>
            <a:pathLst>
              <a:path extrusionOk="0" h="3572" w="3573">
                <a:moveTo>
                  <a:pt x="1786" y="0"/>
                </a:moveTo>
                <a:cubicBezTo>
                  <a:pt x="1477" y="0"/>
                  <a:pt x="1179" y="72"/>
                  <a:pt x="893" y="238"/>
                </a:cubicBezTo>
                <a:cubicBezTo>
                  <a:pt x="631" y="381"/>
                  <a:pt x="405" y="607"/>
                  <a:pt x="239" y="893"/>
                </a:cubicBezTo>
                <a:cubicBezTo>
                  <a:pt x="96" y="1155"/>
                  <a:pt x="0" y="1453"/>
                  <a:pt x="0" y="1786"/>
                </a:cubicBezTo>
                <a:cubicBezTo>
                  <a:pt x="0" y="2096"/>
                  <a:pt x="72" y="2393"/>
                  <a:pt x="239" y="2679"/>
                </a:cubicBezTo>
                <a:cubicBezTo>
                  <a:pt x="393" y="2941"/>
                  <a:pt x="608" y="3167"/>
                  <a:pt x="893" y="3334"/>
                </a:cubicBezTo>
                <a:cubicBezTo>
                  <a:pt x="1143" y="3477"/>
                  <a:pt x="1465" y="3572"/>
                  <a:pt x="1786" y="3572"/>
                </a:cubicBezTo>
                <a:cubicBezTo>
                  <a:pt x="2096" y="3572"/>
                  <a:pt x="2394" y="3489"/>
                  <a:pt x="2679" y="3334"/>
                </a:cubicBezTo>
                <a:cubicBezTo>
                  <a:pt x="2953" y="3179"/>
                  <a:pt x="3168" y="2953"/>
                  <a:pt x="3334" y="2679"/>
                </a:cubicBezTo>
                <a:cubicBezTo>
                  <a:pt x="3477" y="2405"/>
                  <a:pt x="3572" y="2107"/>
                  <a:pt x="3572" y="1786"/>
                </a:cubicBezTo>
                <a:cubicBezTo>
                  <a:pt x="3572" y="1465"/>
                  <a:pt x="3501" y="1167"/>
                  <a:pt x="3334" y="893"/>
                </a:cubicBezTo>
                <a:cubicBezTo>
                  <a:pt x="3179" y="619"/>
                  <a:pt x="2965" y="393"/>
                  <a:pt x="2679" y="238"/>
                </a:cubicBezTo>
                <a:cubicBezTo>
                  <a:pt x="2417" y="83"/>
                  <a:pt x="2120" y="0"/>
                  <a:pt x="178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59"/>
          <p:cNvSpPr/>
          <p:nvPr/>
        </p:nvSpPr>
        <p:spPr>
          <a:xfrm>
            <a:off x="1262402" y="3445244"/>
            <a:ext cx="2308833" cy="515405"/>
          </a:xfrm>
          <a:custGeom>
            <a:rect b="b" l="l" r="r" t="t"/>
            <a:pathLst>
              <a:path extrusionOk="0" h="3573" w="16003">
                <a:moveTo>
                  <a:pt x="1786" y="1"/>
                </a:moveTo>
                <a:cubicBezTo>
                  <a:pt x="1477" y="1"/>
                  <a:pt x="1179" y="72"/>
                  <a:pt x="893" y="239"/>
                </a:cubicBezTo>
                <a:cubicBezTo>
                  <a:pt x="619" y="393"/>
                  <a:pt x="405" y="620"/>
                  <a:pt x="238" y="893"/>
                </a:cubicBezTo>
                <a:cubicBezTo>
                  <a:pt x="84" y="1167"/>
                  <a:pt x="0" y="1465"/>
                  <a:pt x="0" y="1786"/>
                </a:cubicBezTo>
                <a:cubicBezTo>
                  <a:pt x="0" y="2108"/>
                  <a:pt x="72" y="2406"/>
                  <a:pt x="238" y="2679"/>
                </a:cubicBezTo>
                <a:cubicBezTo>
                  <a:pt x="381" y="2953"/>
                  <a:pt x="607" y="3179"/>
                  <a:pt x="893" y="3334"/>
                </a:cubicBezTo>
                <a:cubicBezTo>
                  <a:pt x="1155" y="3489"/>
                  <a:pt x="1453" y="3572"/>
                  <a:pt x="1786" y="3572"/>
                </a:cubicBezTo>
                <a:cubicBezTo>
                  <a:pt x="2096" y="3572"/>
                  <a:pt x="2393" y="3501"/>
                  <a:pt x="2679" y="3334"/>
                </a:cubicBezTo>
                <a:cubicBezTo>
                  <a:pt x="2846" y="3251"/>
                  <a:pt x="3001" y="3108"/>
                  <a:pt x="3120" y="2965"/>
                </a:cubicBezTo>
                <a:cubicBezTo>
                  <a:pt x="3667" y="2346"/>
                  <a:pt x="4275" y="2036"/>
                  <a:pt x="4880" y="2036"/>
                </a:cubicBezTo>
                <a:cubicBezTo>
                  <a:pt x="5486" y="2036"/>
                  <a:pt x="6090" y="2346"/>
                  <a:pt x="6632" y="2965"/>
                </a:cubicBezTo>
                <a:cubicBezTo>
                  <a:pt x="6775" y="3108"/>
                  <a:pt x="6918" y="3251"/>
                  <a:pt x="7096" y="3334"/>
                </a:cubicBezTo>
                <a:cubicBezTo>
                  <a:pt x="7370" y="3489"/>
                  <a:pt x="7668" y="3572"/>
                  <a:pt x="7989" y="3572"/>
                </a:cubicBezTo>
                <a:cubicBezTo>
                  <a:pt x="8311" y="3572"/>
                  <a:pt x="8608" y="3501"/>
                  <a:pt x="8882" y="3334"/>
                </a:cubicBezTo>
                <a:cubicBezTo>
                  <a:pt x="9049" y="3251"/>
                  <a:pt x="9204" y="3108"/>
                  <a:pt x="9335" y="2965"/>
                </a:cubicBezTo>
                <a:cubicBezTo>
                  <a:pt x="9878" y="2345"/>
                  <a:pt x="10487" y="2035"/>
                  <a:pt x="11097" y="2035"/>
                </a:cubicBezTo>
                <a:cubicBezTo>
                  <a:pt x="11704" y="2035"/>
                  <a:pt x="12313" y="2342"/>
                  <a:pt x="12859" y="2953"/>
                </a:cubicBezTo>
                <a:cubicBezTo>
                  <a:pt x="12990" y="3096"/>
                  <a:pt x="13145" y="3227"/>
                  <a:pt x="13323" y="3322"/>
                </a:cubicBezTo>
                <a:cubicBezTo>
                  <a:pt x="13585" y="3465"/>
                  <a:pt x="13883" y="3560"/>
                  <a:pt x="14216" y="3560"/>
                </a:cubicBezTo>
                <a:cubicBezTo>
                  <a:pt x="14526" y="3560"/>
                  <a:pt x="14823" y="3489"/>
                  <a:pt x="15109" y="3322"/>
                </a:cubicBezTo>
                <a:cubicBezTo>
                  <a:pt x="15371" y="3168"/>
                  <a:pt x="15597" y="2953"/>
                  <a:pt x="15764" y="2668"/>
                </a:cubicBezTo>
                <a:cubicBezTo>
                  <a:pt x="15907" y="2394"/>
                  <a:pt x="16002" y="2096"/>
                  <a:pt x="16002" y="1775"/>
                </a:cubicBezTo>
                <a:cubicBezTo>
                  <a:pt x="16002" y="1513"/>
                  <a:pt x="15931" y="1191"/>
                  <a:pt x="15764" y="917"/>
                </a:cubicBezTo>
                <a:cubicBezTo>
                  <a:pt x="15609" y="643"/>
                  <a:pt x="15395" y="417"/>
                  <a:pt x="15109" y="262"/>
                </a:cubicBezTo>
                <a:cubicBezTo>
                  <a:pt x="14835" y="108"/>
                  <a:pt x="14538" y="24"/>
                  <a:pt x="14216" y="24"/>
                </a:cubicBezTo>
                <a:cubicBezTo>
                  <a:pt x="13907" y="24"/>
                  <a:pt x="13609" y="96"/>
                  <a:pt x="13323" y="262"/>
                </a:cubicBezTo>
                <a:cubicBezTo>
                  <a:pt x="13157" y="358"/>
                  <a:pt x="12990" y="477"/>
                  <a:pt x="12859" y="632"/>
                </a:cubicBezTo>
                <a:cubicBezTo>
                  <a:pt x="12317" y="1251"/>
                  <a:pt x="11710" y="1560"/>
                  <a:pt x="11103" y="1560"/>
                </a:cubicBezTo>
                <a:cubicBezTo>
                  <a:pt x="10496" y="1560"/>
                  <a:pt x="9888" y="1251"/>
                  <a:pt x="9347" y="632"/>
                </a:cubicBezTo>
                <a:cubicBezTo>
                  <a:pt x="9228" y="477"/>
                  <a:pt x="9061" y="358"/>
                  <a:pt x="8906" y="262"/>
                </a:cubicBezTo>
                <a:cubicBezTo>
                  <a:pt x="8632" y="108"/>
                  <a:pt x="8335" y="24"/>
                  <a:pt x="8013" y="24"/>
                </a:cubicBezTo>
                <a:cubicBezTo>
                  <a:pt x="7692" y="24"/>
                  <a:pt x="7394" y="96"/>
                  <a:pt x="7120" y="262"/>
                </a:cubicBezTo>
                <a:cubicBezTo>
                  <a:pt x="6953" y="358"/>
                  <a:pt x="6787" y="477"/>
                  <a:pt x="6656" y="632"/>
                </a:cubicBezTo>
                <a:cubicBezTo>
                  <a:pt x="6108" y="1251"/>
                  <a:pt x="5501" y="1560"/>
                  <a:pt x="4895" y="1560"/>
                </a:cubicBezTo>
                <a:cubicBezTo>
                  <a:pt x="4289" y="1560"/>
                  <a:pt x="3685" y="1251"/>
                  <a:pt x="3143" y="632"/>
                </a:cubicBezTo>
                <a:cubicBezTo>
                  <a:pt x="3001" y="477"/>
                  <a:pt x="2858" y="346"/>
                  <a:pt x="2679" y="239"/>
                </a:cubicBezTo>
                <a:cubicBezTo>
                  <a:pt x="2405" y="96"/>
                  <a:pt x="2108" y="1"/>
                  <a:pt x="178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59"/>
          <p:cNvSpPr/>
          <p:nvPr/>
        </p:nvSpPr>
        <p:spPr>
          <a:xfrm>
            <a:off x="1262409" y="2392496"/>
            <a:ext cx="1413895" cy="515405"/>
          </a:xfrm>
          <a:custGeom>
            <a:rect b="b" l="l" r="r" t="t"/>
            <a:pathLst>
              <a:path extrusionOk="0" h="3573" w="9800">
                <a:moveTo>
                  <a:pt x="1786" y="0"/>
                </a:moveTo>
                <a:cubicBezTo>
                  <a:pt x="1477" y="0"/>
                  <a:pt x="1179" y="84"/>
                  <a:pt x="893" y="239"/>
                </a:cubicBezTo>
                <a:cubicBezTo>
                  <a:pt x="632" y="393"/>
                  <a:pt x="405" y="620"/>
                  <a:pt x="239" y="893"/>
                </a:cubicBezTo>
                <a:cubicBezTo>
                  <a:pt x="96" y="1167"/>
                  <a:pt x="0" y="1465"/>
                  <a:pt x="0" y="1786"/>
                </a:cubicBezTo>
                <a:cubicBezTo>
                  <a:pt x="0" y="2108"/>
                  <a:pt x="84" y="2405"/>
                  <a:pt x="239" y="2679"/>
                </a:cubicBezTo>
                <a:cubicBezTo>
                  <a:pt x="393" y="2953"/>
                  <a:pt x="620" y="3179"/>
                  <a:pt x="893" y="3334"/>
                </a:cubicBezTo>
                <a:cubicBezTo>
                  <a:pt x="1167" y="3489"/>
                  <a:pt x="1465" y="3572"/>
                  <a:pt x="1786" y="3572"/>
                </a:cubicBezTo>
                <a:cubicBezTo>
                  <a:pt x="2108" y="3572"/>
                  <a:pt x="2406" y="3501"/>
                  <a:pt x="2679" y="3334"/>
                </a:cubicBezTo>
                <a:cubicBezTo>
                  <a:pt x="2846" y="3251"/>
                  <a:pt x="3013" y="3108"/>
                  <a:pt x="3132" y="2965"/>
                </a:cubicBezTo>
                <a:cubicBezTo>
                  <a:pt x="3674" y="2346"/>
                  <a:pt x="4281" y="2036"/>
                  <a:pt x="4888" y="2036"/>
                </a:cubicBezTo>
                <a:cubicBezTo>
                  <a:pt x="5495" y="2036"/>
                  <a:pt x="6102" y="2346"/>
                  <a:pt x="6644" y="2965"/>
                </a:cubicBezTo>
                <a:cubicBezTo>
                  <a:pt x="6775" y="3108"/>
                  <a:pt x="6930" y="3251"/>
                  <a:pt x="7109" y="3334"/>
                </a:cubicBezTo>
                <a:cubicBezTo>
                  <a:pt x="7370" y="3489"/>
                  <a:pt x="7668" y="3572"/>
                  <a:pt x="8001" y="3572"/>
                </a:cubicBezTo>
                <a:cubicBezTo>
                  <a:pt x="8311" y="3572"/>
                  <a:pt x="8609" y="3501"/>
                  <a:pt x="8894" y="3334"/>
                </a:cubicBezTo>
                <a:cubicBezTo>
                  <a:pt x="9156" y="3191"/>
                  <a:pt x="9383" y="2965"/>
                  <a:pt x="9549" y="2679"/>
                </a:cubicBezTo>
                <a:cubicBezTo>
                  <a:pt x="9692" y="2417"/>
                  <a:pt x="9787" y="2120"/>
                  <a:pt x="9787" y="1786"/>
                </a:cubicBezTo>
                <a:cubicBezTo>
                  <a:pt x="9799" y="1489"/>
                  <a:pt x="9728" y="1191"/>
                  <a:pt x="9561" y="917"/>
                </a:cubicBezTo>
                <a:cubicBezTo>
                  <a:pt x="9406" y="643"/>
                  <a:pt x="9192" y="417"/>
                  <a:pt x="8906" y="262"/>
                </a:cubicBezTo>
                <a:cubicBezTo>
                  <a:pt x="8644" y="108"/>
                  <a:pt x="8347" y="24"/>
                  <a:pt x="8013" y="24"/>
                </a:cubicBezTo>
                <a:cubicBezTo>
                  <a:pt x="7704" y="24"/>
                  <a:pt x="7406" y="96"/>
                  <a:pt x="7120" y="262"/>
                </a:cubicBezTo>
                <a:cubicBezTo>
                  <a:pt x="6954" y="358"/>
                  <a:pt x="6799" y="477"/>
                  <a:pt x="6656" y="631"/>
                </a:cubicBezTo>
                <a:cubicBezTo>
                  <a:pt x="6114" y="1251"/>
                  <a:pt x="5507" y="1560"/>
                  <a:pt x="4900" y="1560"/>
                </a:cubicBezTo>
                <a:cubicBezTo>
                  <a:pt x="4293" y="1560"/>
                  <a:pt x="3685" y="1251"/>
                  <a:pt x="3144" y="631"/>
                </a:cubicBezTo>
                <a:cubicBezTo>
                  <a:pt x="3013" y="477"/>
                  <a:pt x="2858" y="346"/>
                  <a:pt x="2679" y="239"/>
                </a:cubicBezTo>
                <a:cubicBezTo>
                  <a:pt x="2417" y="96"/>
                  <a:pt x="2120" y="0"/>
                  <a:pt x="178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59"/>
          <p:cNvSpPr txBox="1"/>
          <p:nvPr/>
        </p:nvSpPr>
        <p:spPr>
          <a:xfrm>
            <a:off x="1262400" y="1350263"/>
            <a:ext cx="515400" cy="492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3200">
                <a:solidFill>
                  <a:schemeClr val="accent6"/>
                </a:solidFill>
                <a:latin typeface="Public Sans Thin"/>
                <a:ea typeface="Public Sans Thin"/>
                <a:cs typeface="Public Sans Thin"/>
                <a:sym typeface="Public Sans Thin"/>
              </a:rPr>
              <a:t>1</a:t>
            </a:r>
            <a:endParaRPr sz="3200">
              <a:solidFill>
                <a:schemeClr val="accent6"/>
              </a:solidFill>
              <a:latin typeface="Public Sans Thin"/>
              <a:ea typeface="Public Sans Thin"/>
              <a:cs typeface="Public Sans Thin"/>
              <a:sym typeface="Public Sans Thin"/>
            </a:endParaRPr>
          </a:p>
        </p:txBody>
      </p:sp>
      <p:sp>
        <p:nvSpPr>
          <p:cNvPr id="682" name="Google Shape;682;p59"/>
          <p:cNvSpPr txBox="1"/>
          <p:nvPr/>
        </p:nvSpPr>
        <p:spPr>
          <a:xfrm>
            <a:off x="2152725" y="2402988"/>
            <a:ext cx="515400" cy="492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3200">
                <a:solidFill>
                  <a:schemeClr val="accent6"/>
                </a:solidFill>
                <a:latin typeface="Public Sans Thin"/>
                <a:ea typeface="Public Sans Thin"/>
                <a:cs typeface="Public Sans Thin"/>
                <a:sym typeface="Public Sans Thin"/>
              </a:rPr>
              <a:t>2</a:t>
            </a:r>
            <a:endParaRPr sz="3200">
              <a:solidFill>
                <a:schemeClr val="accent6"/>
              </a:solidFill>
              <a:latin typeface="Public Sans Thin"/>
              <a:ea typeface="Public Sans Thin"/>
              <a:cs typeface="Public Sans Thin"/>
              <a:sym typeface="Public Sans Thin"/>
            </a:endParaRPr>
          </a:p>
        </p:txBody>
      </p:sp>
      <p:sp>
        <p:nvSpPr>
          <p:cNvPr id="683" name="Google Shape;683;p59"/>
          <p:cNvSpPr txBox="1"/>
          <p:nvPr/>
        </p:nvSpPr>
        <p:spPr>
          <a:xfrm>
            <a:off x="3048650" y="3455688"/>
            <a:ext cx="515400" cy="492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3200">
                <a:solidFill>
                  <a:schemeClr val="accent6"/>
                </a:solidFill>
                <a:latin typeface="Public Sans Thin"/>
                <a:ea typeface="Public Sans Thin"/>
                <a:cs typeface="Public Sans Thin"/>
                <a:sym typeface="Public Sans Thin"/>
              </a:rPr>
              <a:t>3</a:t>
            </a:r>
            <a:endParaRPr sz="3200">
              <a:solidFill>
                <a:schemeClr val="accent6"/>
              </a:solidFill>
              <a:latin typeface="Public Sans Thin"/>
              <a:ea typeface="Public Sans Thin"/>
              <a:cs typeface="Public Sans Thin"/>
              <a:sym typeface="Public Sans Thin"/>
            </a:endParaRPr>
          </a:p>
        </p:txBody>
      </p:sp>
      <p:sp>
        <p:nvSpPr>
          <p:cNvPr id="684" name="Google Shape;684;p59"/>
          <p:cNvSpPr txBox="1"/>
          <p:nvPr/>
        </p:nvSpPr>
        <p:spPr>
          <a:xfrm>
            <a:off x="2006500" y="1350730"/>
            <a:ext cx="6027600" cy="492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600">
                <a:solidFill>
                  <a:schemeClr val="accent2"/>
                </a:solidFill>
                <a:latin typeface="Public Sans Light"/>
                <a:ea typeface="Public Sans Light"/>
                <a:cs typeface="Public Sans Light"/>
                <a:sym typeface="Public Sans Light"/>
              </a:rPr>
              <a:t>Neo4j is </a:t>
            </a:r>
            <a:r>
              <a:rPr lang="en" sz="1600">
                <a:solidFill>
                  <a:schemeClr val="accent2"/>
                </a:solidFill>
                <a:latin typeface="Public Sans SemiBold"/>
                <a:ea typeface="Public Sans SemiBold"/>
                <a:cs typeface="Public Sans SemiBold"/>
                <a:sym typeface="Public Sans SemiBold"/>
              </a:rPr>
              <a:t>Cloud-first </a:t>
            </a:r>
            <a:r>
              <a:rPr lang="en" sz="1600">
                <a:solidFill>
                  <a:schemeClr val="accent2"/>
                </a:solidFill>
                <a:latin typeface="Public Sans Light"/>
                <a:ea typeface="Public Sans Light"/>
                <a:cs typeface="Public Sans Light"/>
                <a:sym typeface="Public Sans Light"/>
              </a:rPr>
              <a:t>and is </a:t>
            </a:r>
            <a:br>
              <a:rPr lang="en" sz="1600">
                <a:solidFill>
                  <a:schemeClr val="accent2"/>
                </a:solidFill>
                <a:latin typeface="Public Sans Light"/>
                <a:ea typeface="Public Sans Light"/>
                <a:cs typeface="Public Sans Light"/>
                <a:sym typeface="Public Sans Light"/>
              </a:rPr>
            </a:br>
            <a:r>
              <a:rPr lang="en" sz="1600">
                <a:solidFill>
                  <a:schemeClr val="accent2"/>
                </a:solidFill>
                <a:latin typeface="Public Sans Light"/>
                <a:ea typeface="Public Sans Light"/>
                <a:cs typeface="Public Sans Light"/>
                <a:sym typeface="Public Sans Light"/>
              </a:rPr>
              <a:t>a </a:t>
            </a:r>
            <a:r>
              <a:rPr lang="en" sz="1600">
                <a:solidFill>
                  <a:schemeClr val="accent2"/>
                </a:solidFill>
                <a:latin typeface="Public Sans SemiBold"/>
                <a:ea typeface="Public Sans SemiBold"/>
                <a:cs typeface="Public Sans SemiBold"/>
                <a:sym typeface="Public Sans SemiBold"/>
              </a:rPr>
              <a:t>first-class citizen</a:t>
            </a:r>
            <a:r>
              <a:rPr lang="en" sz="1600">
                <a:solidFill>
                  <a:schemeClr val="accent2"/>
                </a:solidFill>
                <a:latin typeface="Public Sans Light"/>
                <a:ea typeface="Public Sans Light"/>
                <a:cs typeface="Public Sans Light"/>
                <a:sym typeface="Public Sans Light"/>
              </a:rPr>
              <a:t> of the hyperscalers</a:t>
            </a:r>
            <a:endParaRPr sz="1600">
              <a:solidFill>
                <a:schemeClr val="accent2"/>
              </a:solidFill>
              <a:latin typeface="Public Sans Light"/>
              <a:ea typeface="Public Sans Light"/>
              <a:cs typeface="Public Sans Light"/>
              <a:sym typeface="Public Sans Light"/>
            </a:endParaRPr>
          </a:p>
        </p:txBody>
      </p:sp>
      <p:sp>
        <p:nvSpPr>
          <p:cNvPr id="685" name="Google Shape;685;p59"/>
          <p:cNvSpPr txBox="1"/>
          <p:nvPr/>
        </p:nvSpPr>
        <p:spPr>
          <a:xfrm>
            <a:off x="2905825" y="2403450"/>
            <a:ext cx="5128200" cy="492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600">
                <a:solidFill>
                  <a:schemeClr val="accent2"/>
                </a:solidFill>
                <a:latin typeface="Public Sans Light"/>
                <a:ea typeface="Public Sans Light"/>
                <a:cs typeface="Public Sans Light"/>
                <a:sym typeface="Public Sans Light"/>
              </a:rPr>
              <a:t>We are focused on </a:t>
            </a:r>
            <a:r>
              <a:rPr lang="en" sz="1600">
                <a:solidFill>
                  <a:schemeClr val="accent2"/>
                </a:solidFill>
                <a:latin typeface="Public Sans SemiBold"/>
                <a:ea typeface="Public Sans SemiBold"/>
                <a:cs typeface="Public Sans SemiBold"/>
                <a:sym typeface="Public Sans SemiBold"/>
              </a:rPr>
              <a:t>interoperability</a:t>
            </a:r>
            <a:r>
              <a:rPr lang="en" sz="1600">
                <a:solidFill>
                  <a:schemeClr val="accent2"/>
                </a:solidFill>
                <a:latin typeface="Public Sans Light"/>
                <a:ea typeface="Public Sans Light"/>
                <a:cs typeface="Public Sans Light"/>
                <a:sym typeface="Public Sans Light"/>
              </a:rPr>
              <a:t> and integrated ecosystem (not thinking in silos)</a:t>
            </a:r>
            <a:endParaRPr sz="1600">
              <a:solidFill>
                <a:schemeClr val="accent2"/>
              </a:solidFill>
              <a:latin typeface="Public Sans Light"/>
              <a:ea typeface="Public Sans Light"/>
              <a:cs typeface="Public Sans Light"/>
              <a:sym typeface="Public Sans Light"/>
            </a:endParaRPr>
          </a:p>
        </p:txBody>
      </p:sp>
      <p:sp>
        <p:nvSpPr>
          <p:cNvPr id="686" name="Google Shape;686;p59"/>
          <p:cNvSpPr txBox="1"/>
          <p:nvPr/>
        </p:nvSpPr>
        <p:spPr>
          <a:xfrm>
            <a:off x="3805150" y="3461750"/>
            <a:ext cx="4228800" cy="492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600">
                <a:solidFill>
                  <a:schemeClr val="accent2"/>
                </a:solidFill>
                <a:latin typeface="Public Sans Light"/>
                <a:ea typeface="Public Sans Light"/>
                <a:cs typeface="Public Sans Light"/>
                <a:sym typeface="Public Sans Light"/>
              </a:rPr>
              <a:t>Graph Technology is </a:t>
            </a:r>
            <a:r>
              <a:rPr lang="en" sz="1600">
                <a:solidFill>
                  <a:schemeClr val="accent2"/>
                </a:solidFill>
                <a:latin typeface="Public Sans SemiBold"/>
                <a:ea typeface="Public Sans SemiBold"/>
                <a:cs typeface="Public Sans SemiBold"/>
                <a:sym typeface="Public Sans SemiBold"/>
              </a:rPr>
              <a:t>solving business problems </a:t>
            </a:r>
            <a:r>
              <a:rPr lang="en" sz="1600">
                <a:solidFill>
                  <a:schemeClr val="accent2"/>
                </a:solidFill>
                <a:latin typeface="Public Sans Light"/>
                <a:ea typeface="Public Sans Light"/>
                <a:cs typeface="Public Sans Light"/>
                <a:sym typeface="Public Sans Light"/>
              </a:rPr>
              <a:t>across every industry</a:t>
            </a:r>
            <a:endParaRPr sz="1600">
              <a:solidFill>
                <a:schemeClr val="accent2"/>
              </a:solidFill>
              <a:latin typeface="Public Sans Light"/>
              <a:ea typeface="Public Sans Light"/>
              <a:cs typeface="Public Sans Light"/>
              <a:sym typeface="Public Sans Ligh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60"/>
          <p:cNvSpPr txBox="1"/>
          <p:nvPr>
            <p:ph type="title"/>
          </p:nvPr>
        </p:nvSpPr>
        <p:spPr>
          <a:xfrm>
            <a:off x="365750" y="274325"/>
            <a:ext cx="8412600" cy="548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What’s changed</a:t>
            </a:r>
            <a:endParaRPr/>
          </a:p>
        </p:txBody>
      </p:sp>
      <p:sp>
        <p:nvSpPr>
          <p:cNvPr id="692" name="Google Shape;692;p60"/>
          <p:cNvSpPr txBox="1"/>
          <p:nvPr>
            <p:ph idx="1" type="body"/>
          </p:nvPr>
        </p:nvSpPr>
        <p:spPr>
          <a:xfrm>
            <a:off x="925700" y="1086721"/>
            <a:ext cx="2876400" cy="894300"/>
          </a:xfrm>
          <a:prstGeom prst="rect">
            <a:avLst/>
          </a:prstGeom>
        </p:spPr>
        <p:txBody>
          <a:bodyPr anchorCtr="0" anchor="t" bIns="0" lIns="0" spcFirstLastPara="1" rIns="0" wrap="square" tIns="0">
            <a:noAutofit/>
          </a:bodyPr>
          <a:lstStyle/>
          <a:p>
            <a:pPr indent="0" lvl="0" marL="0" rtl="0" algn="ctr">
              <a:spcBef>
                <a:spcPts val="0"/>
              </a:spcBef>
              <a:spcAft>
                <a:spcPts val="1200"/>
              </a:spcAft>
              <a:buNone/>
            </a:pPr>
            <a:r>
              <a:rPr lang="en" sz="4800">
                <a:solidFill>
                  <a:srgbClr val="999999"/>
                </a:solidFill>
                <a:latin typeface="Public Sans Thin"/>
                <a:ea typeface="Public Sans Thin"/>
                <a:cs typeface="Public Sans Thin"/>
                <a:sym typeface="Public Sans Thin"/>
              </a:rPr>
              <a:t>2022</a:t>
            </a:r>
            <a:endParaRPr sz="4800">
              <a:solidFill>
                <a:srgbClr val="999999"/>
              </a:solidFill>
              <a:latin typeface="Public Sans Thin"/>
              <a:ea typeface="Public Sans Thin"/>
              <a:cs typeface="Public Sans Thin"/>
              <a:sym typeface="Public Sans Thin"/>
            </a:endParaRPr>
          </a:p>
        </p:txBody>
      </p:sp>
      <p:sp>
        <p:nvSpPr>
          <p:cNvPr id="693" name="Google Shape;693;p60"/>
          <p:cNvSpPr txBox="1"/>
          <p:nvPr>
            <p:ph idx="12" type="sldNum"/>
          </p:nvPr>
        </p:nvSpPr>
        <p:spPr>
          <a:xfrm>
            <a:off x="360650" y="4880150"/>
            <a:ext cx="3667800" cy="2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Neo4j Inc. All rights reserved 2023	</a:t>
            </a:r>
            <a:endParaRPr/>
          </a:p>
        </p:txBody>
      </p:sp>
      <p:sp>
        <p:nvSpPr>
          <p:cNvPr id="694" name="Google Shape;694;p60"/>
          <p:cNvSpPr txBox="1"/>
          <p:nvPr>
            <p:ph idx="2" type="sldNum"/>
          </p:nvPr>
        </p:nvSpPr>
        <p:spPr>
          <a:xfrm>
            <a:off x="0" y="4880150"/>
            <a:ext cx="265200" cy="2697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695" name="Google Shape;695;p60"/>
          <p:cNvSpPr txBox="1"/>
          <p:nvPr>
            <p:ph idx="1" type="body"/>
          </p:nvPr>
        </p:nvSpPr>
        <p:spPr>
          <a:xfrm>
            <a:off x="4834150" y="1086721"/>
            <a:ext cx="2876400" cy="894300"/>
          </a:xfrm>
          <a:prstGeom prst="rect">
            <a:avLst/>
          </a:prstGeom>
        </p:spPr>
        <p:txBody>
          <a:bodyPr anchorCtr="0" anchor="t" bIns="0" lIns="0" spcFirstLastPara="1" rIns="0" wrap="square" tIns="0">
            <a:noAutofit/>
          </a:bodyPr>
          <a:lstStyle/>
          <a:p>
            <a:pPr indent="0" lvl="0" marL="0" rtl="0" algn="ctr">
              <a:spcBef>
                <a:spcPts val="0"/>
              </a:spcBef>
              <a:spcAft>
                <a:spcPts val="1200"/>
              </a:spcAft>
              <a:buNone/>
            </a:pPr>
            <a:r>
              <a:rPr lang="en" sz="4800">
                <a:latin typeface="Public Sans Thin"/>
                <a:ea typeface="Public Sans Thin"/>
                <a:cs typeface="Public Sans Thin"/>
                <a:sym typeface="Public Sans Thin"/>
              </a:rPr>
              <a:t>2023</a:t>
            </a:r>
            <a:endParaRPr sz="4800">
              <a:latin typeface="Public Sans Thin"/>
              <a:ea typeface="Public Sans Thin"/>
              <a:cs typeface="Public Sans Thin"/>
              <a:sym typeface="Public Sans Thin"/>
            </a:endParaRPr>
          </a:p>
        </p:txBody>
      </p:sp>
      <p:sp>
        <p:nvSpPr>
          <p:cNvPr id="696" name="Google Shape;696;p60"/>
          <p:cNvSpPr/>
          <p:nvPr/>
        </p:nvSpPr>
        <p:spPr>
          <a:xfrm>
            <a:off x="925700" y="1846623"/>
            <a:ext cx="2876400" cy="6999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Public Sans SemiBold"/>
                <a:ea typeface="Public Sans SemiBold"/>
                <a:cs typeface="Public Sans SemiBold"/>
                <a:sym typeface="Public Sans SemiBold"/>
              </a:rPr>
              <a:t>cloud-too</a:t>
            </a:r>
            <a:endParaRPr sz="1600">
              <a:solidFill>
                <a:schemeClr val="dk1"/>
              </a:solidFill>
              <a:latin typeface="Public Sans SemiBold"/>
              <a:ea typeface="Public Sans SemiBold"/>
              <a:cs typeface="Public Sans SemiBold"/>
              <a:sym typeface="Public Sans SemiBold"/>
            </a:endParaRPr>
          </a:p>
        </p:txBody>
      </p:sp>
      <p:sp>
        <p:nvSpPr>
          <p:cNvPr id="697" name="Google Shape;697;p60"/>
          <p:cNvSpPr/>
          <p:nvPr/>
        </p:nvSpPr>
        <p:spPr>
          <a:xfrm>
            <a:off x="925700" y="2650720"/>
            <a:ext cx="2876400" cy="6999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Public Sans SemiBold"/>
                <a:ea typeface="Public Sans SemiBold"/>
                <a:cs typeface="Public Sans SemiBold"/>
                <a:sym typeface="Public Sans SemiBold"/>
              </a:rPr>
              <a:t>CSP</a:t>
            </a:r>
            <a:endParaRPr sz="1600">
              <a:solidFill>
                <a:schemeClr val="dk1"/>
              </a:solidFill>
              <a:latin typeface="Public Sans SemiBold"/>
              <a:ea typeface="Public Sans SemiBold"/>
              <a:cs typeface="Public Sans SemiBold"/>
              <a:sym typeface="Public Sans SemiBold"/>
            </a:endParaRPr>
          </a:p>
          <a:p>
            <a:pPr indent="0" lvl="0" marL="0" rtl="0" algn="ctr">
              <a:spcBef>
                <a:spcPts val="0"/>
              </a:spcBef>
              <a:spcAft>
                <a:spcPts val="0"/>
              </a:spcAft>
              <a:buNone/>
            </a:pPr>
            <a:r>
              <a:rPr lang="en" sz="1600">
                <a:solidFill>
                  <a:schemeClr val="dk1"/>
                </a:solidFill>
                <a:latin typeface="Public Sans SemiBold"/>
                <a:ea typeface="Public Sans SemiBold"/>
                <a:cs typeface="Public Sans SemiBold"/>
                <a:sym typeface="Public Sans SemiBold"/>
              </a:rPr>
              <a:t>compatible</a:t>
            </a:r>
            <a:endParaRPr sz="1600">
              <a:solidFill>
                <a:schemeClr val="dk1"/>
              </a:solidFill>
              <a:latin typeface="Public Sans SemiBold"/>
              <a:ea typeface="Public Sans SemiBold"/>
              <a:cs typeface="Public Sans SemiBold"/>
              <a:sym typeface="Public Sans SemiBold"/>
            </a:endParaRPr>
          </a:p>
        </p:txBody>
      </p:sp>
      <p:sp>
        <p:nvSpPr>
          <p:cNvPr id="698" name="Google Shape;698;p60"/>
          <p:cNvSpPr/>
          <p:nvPr/>
        </p:nvSpPr>
        <p:spPr>
          <a:xfrm>
            <a:off x="925700" y="3458224"/>
            <a:ext cx="2876400" cy="6999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Public Sans SemiBold"/>
                <a:ea typeface="Public Sans SemiBold"/>
                <a:cs typeface="Public Sans SemiBold"/>
                <a:sym typeface="Public Sans SemiBold"/>
              </a:rPr>
              <a:t>Maturing</a:t>
            </a:r>
            <a:endParaRPr sz="1600">
              <a:solidFill>
                <a:schemeClr val="dk1"/>
              </a:solidFill>
              <a:latin typeface="Public Sans SemiBold"/>
              <a:ea typeface="Public Sans SemiBold"/>
              <a:cs typeface="Public Sans SemiBold"/>
              <a:sym typeface="Public Sans SemiBold"/>
            </a:endParaRPr>
          </a:p>
          <a:p>
            <a:pPr indent="0" lvl="0" marL="0" rtl="0" algn="ctr">
              <a:spcBef>
                <a:spcPts val="0"/>
              </a:spcBef>
              <a:spcAft>
                <a:spcPts val="0"/>
              </a:spcAft>
              <a:buNone/>
            </a:pPr>
            <a:r>
              <a:rPr lang="en" sz="1600">
                <a:solidFill>
                  <a:schemeClr val="dk1"/>
                </a:solidFill>
                <a:latin typeface="Public Sans SemiBold"/>
                <a:ea typeface="Public Sans SemiBold"/>
                <a:cs typeface="Public Sans SemiBold"/>
                <a:sym typeface="Public Sans SemiBold"/>
              </a:rPr>
              <a:t>features</a:t>
            </a:r>
            <a:endParaRPr sz="1600">
              <a:solidFill>
                <a:schemeClr val="dk1"/>
              </a:solidFill>
              <a:latin typeface="Public Sans SemiBold"/>
              <a:ea typeface="Public Sans SemiBold"/>
              <a:cs typeface="Public Sans SemiBold"/>
              <a:sym typeface="Public Sans SemiBold"/>
            </a:endParaRPr>
          </a:p>
        </p:txBody>
      </p:sp>
      <p:sp>
        <p:nvSpPr>
          <p:cNvPr id="699" name="Google Shape;699;p60"/>
          <p:cNvSpPr/>
          <p:nvPr/>
        </p:nvSpPr>
        <p:spPr>
          <a:xfrm>
            <a:off x="4834150" y="1846623"/>
            <a:ext cx="2876400" cy="699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Public Sans Light"/>
                <a:ea typeface="Public Sans Light"/>
                <a:cs typeface="Public Sans Light"/>
                <a:sym typeface="Public Sans Light"/>
              </a:rPr>
              <a:t>Cloud first</a:t>
            </a:r>
            <a:endParaRPr sz="1600">
              <a:solidFill>
                <a:schemeClr val="dk1"/>
              </a:solidFill>
              <a:latin typeface="Public Sans Light"/>
              <a:ea typeface="Public Sans Light"/>
              <a:cs typeface="Public Sans Light"/>
              <a:sym typeface="Public Sans Light"/>
            </a:endParaRPr>
          </a:p>
          <a:p>
            <a:pPr indent="0" lvl="0" marL="0" rtl="0" algn="ctr">
              <a:spcBef>
                <a:spcPts val="0"/>
              </a:spcBef>
              <a:spcAft>
                <a:spcPts val="0"/>
              </a:spcAft>
              <a:buNone/>
            </a:pPr>
            <a:r>
              <a:rPr lang="en" sz="1600">
                <a:solidFill>
                  <a:schemeClr val="dk1"/>
                </a:solidFill>
                <a:latin typeface="Public Sans SemiBold"/>
                <a:ea typeface="Public Sans SemiBold"/>
                <a:cs typeface="Public Sans SemiBold"/>
                <a:sym typeface="Public Sans SemiBold"/>
              </a:rPr>
              <a:t>product &amp; GTM</a:t>
            </a:r>
            <a:endParaRPr sz="1600">
              <a:solidFill>
                <a:schemeClr val="dk1"/>
              </a:solidFill>
              <a:latin typeface="Public Sans SemiBold"/>
              <a:ea typeface="Public Sans SemiBold"/>
              <a:cs typeface="Public Sans SemiBold"/>
              <a:sym typeface="Public Sans SemiBold"/>
            </a:endParaRPr>
          </a:p>
        </p:txBody>
      </p:sp>
      <p:sp>
        <p:nvSpPr>
          <p:cNvPr id="700" name="Google Shape;700;p60"/>
          <p:cNvSpPr/>
          <p:nvPr/>
        </p:nvSpPr>
        <p:spPr>
          <a:xfrm>
            <a:off x="4834150" y="2650720"/>
            <a:ext cx="2876400" cy="699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Public Sans SemiBold"/>
                <a:ea typeface="Public Sans SemiBold"/>
                <a:cs typeface="Public Sans SemiBold"/>
                <a:sym typeface="Public Sans SemiBold"/>
              </a:rPr>
              <a:t>CSP integrated GTM partner of choice</a:t>
            </a:r>
            <a:endParaRPr sz="1600">
              <a:solidFill>
                <a:schemeClr val="dk1"/>
              </a:solidFill>
              <a:latin typeface="Public Sans SemiBold"/>
              <a:ea typeface="Public Sans SemiBold"/>
              <a:cs typeface="Public Sans SemiBold"/>
              <a:sym typeface="Public Sans SemiBold"/>
            </a:endParaRPr>
          </a:p>
        </p:txBody>
      </p:sp>
      <p:sp>
        <p:nvSpPr>
          <p:cNvPr id="701" name="Google Shape;701;p60"/>
          <p:cNvSpPr/>
          <p:nvPr/>
        </p:nvSpPr>
        <p:spPr>
          <a:xfrm>
            <a:off x="4834150" y="3458224"/>
            <a:ext cx="2876400" cy="699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dk1"/>
                </a:solidFill>
                <a:latin typeface="Public Sans SemiBold"/>
                <a:ea typeface="Public Sans SemiBold"/>
                <a:cs typeface="Public Sans SemiBold"/>
                <a:sym typeface="Public Sans SemiBold"/>
              </a:rPr>
              <a:t>Scalable</a:t>
            </a:r>
            <a:endParaRPr sz="1600">
              <a:solidFill>
                <a:schemeClr val="dk1"/>
              </a:solidFill>
              <a:latin typeface="Public Sans SemiBold"/>
              <a:ea typeface="Public Sans SemiBold"/>
              <a:cs typeface="Public Sans SemiBold"/>
              <a:sym typeface="Public Sans SemiBold"/>
            </a:endParaRPr>
          </a:p>
          <a:p>
            <a:pPr indent="0" lvl="0" marL="0" rtl="0" algn="ctr">
              <a:spcBef>
                <a:spcPts val="0"/>
              </a:spcBef>
              <a:spcAft>
                <a:spcPts val="0"/>
              </a:spcAft>
              <a:buNone/>
            </a:pPr>
            <a:r>
              <a:rPr lang="en" sz="1600">
                <a:solidFill>
                  <a:schemeClr val="dk1"/>
                </a:solidFill>
                <a:latin typeface="Public Sans SemiBold"/>
                <a:ea typeface="Public Sans SemiBold"/>
                <a:cs typeface="Public Sans SemiBold"/>
                <a:sym typeface="Public Sans SemiBold"/>
              </a:rPr>
              <a:t>performance</a:t>
            </a:r>
            <a:endParaRPr sz="1600">
              <a:solidFill>
                <a:schemeClr val="dk1"/>
              </a:solidFill>
              <a:latin typeface="Public Sans SemiBold"/>
              <a:ea typeface="Public Sans SemiBold"/>
              <a:cs typeface="Public Sans SemiBold"/>
              <a:sym typeface="Public Sans SemiBold"/>
            </a:endParaRPr>
          </a:p>
        </p:txBody>
      </p:sp>
      <p:sp>
        <p:nvSpPr>
          <p:cNvPr id="702" name="Google Shape;702;p60"/>
          <p:cNvSpPr/>
          <p:nvPr/>
        </p:nvSpPr>
        <p:spPr>
          <a:xfrm>
            <a:off x="4103319" y="2849023"/>
            <a:ext cx="429600" cy="303300"/>
          </a:xfrm>
          <a:prstGeom prst="rightArrow">
            <a:avLst>
              <a:gd fmla="val 5000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p61"/>
          <p:cNvSpPr txBox="1"/>
          <p:nvPr>
            <p:ph type="ctrTitle"/>
          </p:nvPr>
        </p:nvSpPr>
        <p:spPr>
          <a:xfrm>
            <a:off x="909908" y="1605476"/>
            <a:ext cx="7498200" cy="17460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b="1" lang="en">
                <a:latin typeface="Syne"/>
                <a:ea typeface="Syne"/>
                <a:cs typeface="Syne"/>
                <a:sym typeface="Syne"/>
              </a:rPr>
              <a:t>Images</a:t>
            </a:r>
            <a:endParaRPr b="1">
              <a:latin typeface="Syne"/>
              <a:ea typeface="Syne"/>
              <a:cs typeface="Syne"/>
              <a:sym typeface="Syne"/>
            </a:endParaRPr>
          </a:p>
        </p:txBody>
      </p:sp>
      <p:sp>
        <p:nvSpPr>
          <p:cNvPr id="708" name="Google Shape;708;p61"/>
          <p:cNvSpPr txBox="1"/>
          <p:nvPr>
            <p:ph idx="1" type="subTitle"/>
          </p:nvPr>
        </p:nvSpPr>
        <p:spPr>
          <a:xfrm>
            <a:off x="922717" y="3457429"/>
            <a:ext cx="4206300" cy="883500"/>
          </a:xfrm>
          <a:prstGeom prst="rect">
            <a:avLst/>
          </a:prstGeom>
        </p:spPr>
        <p:txBody>
          <a:bodyPr anchorCtr="0" anchor="t" bIns="0" lIns="0" spcFirstLastPara="1" rIns="0" wrap="square" tIns="0">
            <a:noAutofit/>
          </a:bodyPr>
          <a:lstStyle/>
          <a:p>
            <a:pPr indent="0" lvl="0" marL="0" rtl="0" algn="l">
              <a:spcBef>
                <a:spcPts val="0"/>
              </a:spcBef>
              <a:spcAft>
                <a:spcPts val="1200"/>
              </a:spcAft>
              <a:buNone/>
            </a:pPr>
            <a:r>
              <a:rPr lang="en"/>
              <a:t>They are mighty</a:t>
            </a:r>
            <a:endParaRPr/>
          </a:p>
        </p:txBody>
      </p:sp>
      <p:sp>
        <p:nvSpPr>
          <p:cNvPr id="709" name="Google Shape;709;p61"/>
          <p:cNvSpPr txBox="1"/>
          <p:nvPr>
            <p:ph idx="12" type="sldNum"/>
          </p:nvPr>
        </p:nvSpPr>
        <p:spPr>
          <a:xfrm>
            <a:off x="360650" y="4880150"/>
            <a:ext cx="3667800" cy="2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Neo4j Inc. All rights reserved 2023	</a:t>
            </a:r>
            <a:endParaRPr/>
          </a:p>
        </p:txBody>
      </p:sp>
      <p:sp>
        <p:nvSpPr>
          <p:cNvPr id="710" name="Google Shape;710;p61"/>
          <p:cNvSpPr txBox="1"/>
          <p:nvPr>
            <p:ph idx="2" type="sldNum"/>
          </p:nvPr>
        </p:nvSpPr>
        <p:spPr>
          <a:xfrm>
            <a:off x="0" y="4880150"/>
            <a:ext cx="265200" cy="2697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62"/>
          <p:cNvSpPr txBox="1"/>
          <p:nvPr>
            <p:ph type="title"/>
          </p:nvPr>
        </p:nvSpPr>
        <p:spPr>
          <a:xfrm>
            <a:off x="365750" y="274325"/>
            <a:ext cx="8412600" cy="548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Presenting one screenshot on dark</a:t>
            </a:r>
            <a:endParaRPr/>
          </a:p>
        </p:txBody>
      </p:sp>
      <p:sp>
        <p:nvSpPr>
          <p:cNvPr id="716" name="Google Shape;716;p62"/>
          <p:cNvSpPr txBox="1"/>
          <p:nvPr>
            <p:ph idx="1" type="body"/>
          </p:nvPr>
        </p:nvSpPr>
        <p:spPr>
          <a:xfrm>
            <a:off x="365750" y="1188725"/>
            <a:ext cx="3105900" cy="3430800"/>
          </a:xfrm>
          <a:prstGeom prst="rect">
            <a:avLst/>
          </a:prstGeom>
        </p:spPr>
        <p:txBody>
          <a:bodyPr anchorCtr="0" anchor="t" bIns="0" lIns="0" spcFirstLastPara="1" rIns="0" wrap="square" tIns="0">
            <a:noAutofit/>
          </a:bodyPr>
          <a:lstStyle/>
          <a:p>
            <a:pPr indent="0" lvl="0" marL="0" rtl="0" algn="l">
              <a:spcBef>
                <a:spcPts val="0"/>
              </a:spcBef>
              <a:spcAft>
                <a:spcPts val="1200"/>
              </a:spcAft>
              <a:buNone/>
            </a:pPr>
            <a:r>
              <a:rPr lang="en"/>
              <a:t>Screenshots are an important part of the communication of Neo4j and all its products. On dark background the should have a bright outline.</a:t>
            </a:r>
            <a:endParaRPr/>
          </a:p>
        </p:txBody>
      </p:sp>
      <p:sp>
        <p:nvSpPr>
          <p:cNvPr id="717" name="Google Shape;717;p62"/>
          <p:cNvSpPr txBox="1"/>
          <p:nvPr>
            <p:ph idx="12" type="sldNum"/>
          </p:nvPr>
        </p:nvSpPr>
        <p:spPr>
          <a:xfrm>
            <a:off x="360650" y="4880150"/>
            <a:ext cx="3667800" cy="2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Neo4j Inc. All rights reserved 2023	</a:t>
            </a:r>
            <a:endParaRPr/>
          </a:p>
        </p:txBody>
      </p:sp>
      <p:sp>
        <p:nvSpPr>
          <p:cNvPr id="718" name="Google Shape;718;p62"/>
          <p:cNvSpPr txBox="1"/>
          <p:nvPr>
            <p:ph idx="2" type="sldNum"/>
          </p:nvPr>
        </p:nvSpPr>
        <p:spPr>
          <a:xfrm>
            <a:off x="0" y="4880150"/>
            <a:ext cx="265200" cy="2697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pic>
        <p:nvPicPr>
          <p:cNvPr id="719" name="Google Shape;719;p62"/>
          <p:cNvPicPr preferRelativeResize="0"/>
          <p:nvPr/>
        </p:nvPicPr>
        <p:blipFill>
          <a:blip r:embed="rId3">
            <a:alphaModFix/>
          </a:blip>
          <a:stretch>
            <a:fillRect/>
          </a:stretch>
        </p:blipFill>
        <p:spPr>
          <a:xfrm>
            <a:off x="4289954" y="1291921"/>
            <a:ext cx="4185076" cy="2286176"/>
          </a:xfrm>
          <a:prstGeom prst="rect">
            <a:avLst/>
          </a:prstGeom>
          <a:noFill/>
          <a:ln cap="flat" cmpd="sng" w="28575">
            <a:solidFill>
              <a:schemeClr val="accent4"/>
            </a:solidFill>
            <a:prstDash val="solid"/>
            <a:round/>
            <a:headEnd len="sm" w="sm" type="none"/>
            <a:tailEnd len="sm" w="sm" type="none"/>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63"/>
          <p:cNvSpPr txBox="1"/>
          <p:nvPr>
            <p:ph type="title"/>
          </p:nvPr>
        </p:nvSpPr>
        <p:spPr>
          <a:xfrm>
            <a:off x="365750" y="274325"/>
            <a:ext cx="8412600" cy="548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Presenting one screenshot on bright</a:t>
            </a:r>
            <a:endParaRPr/>
          </a:p>
        </p:txBody>
      </p:sp>
      <p:sp>
        <p:nvSpPr>
          <p:cNvPr id="725" name="Google Shape;725;p63"/>
          <p:cNvSpPr txBox="1"/>
          <p:nvPr>
            <p:ph idx="1" type="body"/>
          </p:nvPr>
        </p:nvSpPr>
        <p:spPr>
          <a:xfrm>
            <a:off x="365750" y="1188725"/>
            <a:ext cx="3100500" cy="3430800"/>
          </a:xfrm>
          <a:prstGeom prst="rect">
            <a:avLst/>
          </a:prstGeom>
        </p:spPr>
        <p:txBody>
          <a:bodyPr anchorCtr="0" anchor="t" bIns="0" lIns="0" spcFirstLastPara="1" rIns="0" wrap="square" tIns="0">
            <a:noAutofit/>
          </a:bodyPr>
          <a:lstStyle/>
          <a:p>
            <a:pPr indent="0" lvl="0" marL="0" rtl="0" algn="l">
              <a:spcBef>
                <a:spcPts val="0"/>
              </a:spcBef>
              <a:spcAft>
                <a:spcPts val="1200"/>
              </a:spcAft>
              <a:buNone/>
            </a:pPr>
            <a:r>
              <a:rPr lang="en"/>
              <a:t>Screenshots are an important part of the communication of Neo4j and all its products. On bright background the should have a dark outline.</a:t>
            </a:r>
            <a:endParaRPr/>
          </a:p>
        </p:txBody>
      </p:sp>
      <p:sp>
        <p:nvSpPr>
          <p:cNvPr id="726" name="Google Shape;726;p63"/>
          <p:cNvSpPr txBox="1"/>
          <p:nvPr>
            <p:ph idx="12" type="sldNum"/>
          </p:nvPr>
        </p:nvSpPr>
        <p:spPr>
          <a:xfrm>
            <a:off x="360650" y="4880150"/>
            <a:ext cx="3667800" cy="2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Neo4j Inc. All rights reserved 2023	</a:t>
            </a:r>
            <a:endParaRPr/>
          </a:p>
        </p:txBody>
      </p:sp>
      <p:sp>
        <p:nvSpPr>
          <p:cNvPr id="727" name="Google Shape;727;p63"/>
          <p:cNvSpPr txBox="1"/>
          <p:nvPr>
            <p:ph idx="2" type="sldNum"/>
          </p:nvPr>
        </p:nvSpPr>
        <p:spPr>
          <a:xfrm>
            <a:off x="0" y="4880150"/>
            <a:ext cx="265200" cy="2697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pic>
        <p:nvPicPr>
          <p:cNvPr id="728" name="Google Shape;728;p63"/>
          <p:cNvPicPr preferRelativeResize="0"/>
          <p:nvPr/>
        </p:nvPicPr>
        <p:blipFill>
          <a:blip r:embed="rId3">
            <a:alphaModFix/>
          </a:blip>
          <a:stretch>
            <a:fillRect/>
          </a:stretch>
        </p:blipFill>
        <p:spPr>
          <a:xfrm>
            <a:off x="4289954" y="1291921"/>
            <a:ext cx="4185076" cy="2286176"/>
          </a:xfrm>
          <a:prstGeom prst="rect">
            <a:avLst/>
          </a:prstGeom>
          <a:noFill/>
          <a:ln cap="flat" cmpd="sng" w="28575">
            <a:solidFill>
              <a:schemeClr val="accent2"/>
            </a:solidFill>
            <a:prstDash val="solid"/>
            <a:round/>
            <a:headEnd len="sm" w="sm" type="none"/>
            <a:tailEnd len="sm" w="sm" type="none"/>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64"/>
          <p:cNvSpPr txBox="1"/>
          <p:nvPr>
            <p:ph type="title"/>
          </p:nvPr>
        </p:nvSpPr>
        <p:spPr>
          <a:xfrm>
            <a:off x="365750" y="274325"/>
            <a:ext cx="8412600" cy="548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Presenting many screenshots</a:t>
            </a:r>
            <a:endParaRPr/>
          </a:p>
        </p:txBody>
      </p:sp>
      <p:sp>
        <p:nvSpPr>
          <p:cNvPr id="734" name="Google Shape;734;p64"/>
          <p:cNvSpPr txBox="1"/>
          <p:nvPr>
            <p:ph idx="1" type="body"/>
          </p:nvPr>
        </p:nvSpPr>
        <p:spPr>
          <a:xfrm>
            <a:off x="365750" y="1188725"/>
            <a:ext cx="2114700" cy="3430800"/>
          </a:xfrm>
          <a:prstGeom prst="rect">
            <a:avLst/>
          </a:prstGeom>
        </p:spPr>
        <p:txBody>
          <a:bodyPr anchorCtr="0" anchor="t" bIns="0" lIns="0" spcFirstLastPara="1" rIns="0" wrap="square" tIns="0">
            <a:noAutofit/>
          </a:bodyPr>
          <a:lstStyle/>
          <a:p>
            <a:pPr indent="0" lvl="0" marL="0" rtl="0" algn="l">
              <a:spcBef>
                <a:spcPts val="0"/>
              </a:spcBef>
              <a:spcAft>
                <a:spcPts val="1200"/>
              </a:spcAft>
              <a:buNone/>
            </a:pPr>
            <a:r>
              <a:rPr lang="en"/>
              <a:t>The outline also helps to unify more than one screenshot. If the don’t have the same ratio just leave a little white space around them and the outline is doing the job. This applies both for bright and dark slides.</a:t>
            </a:r>
            <a:endParaRPr/>
          </a:p>
        </p:txBody>
      </p:sp>
      <p:sp>
        <p:nvSpPr>
          <p:cNvPr id="735" name="Google Shape;735;p64"/>
          <p:cNvSpPr txBox="1"/>
          <p:nvPr>
            <p:ph idx="12" type="sldNum"/>
          </p:nvPr>
        </p:nvSpPr>
        <p:spPr>
          <a:xfrm>
            <a:off x="360650" y="4880150"/>
            <a:ext cx="3667800" cy="2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Neo4j Inc. All rights reserved 2023	</a:t>
            </a:r>
            <a:endParaRPr/>
          </a:p>
        </p:txBody>
      </p:sp>
      <p:sp>
        <p:nvSpPr>
          <p:cNvPr id="736" name="Google Shape;736;p64"/>
          <p:cNvSpPr txBox="1"/>
          <p:nvPr>
            <p:ph idx="2" type="sldNum"/>
          </p:nvPr>
        </p:nvSpPr>
        <p:spPr>
          <a:xfrm>
            <a:off x="0" y="4880150"/>
            <a:ext cx="265200" cy="2697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pic>
        <p:nvPicPr>
          <p:cNvPr id="737" name="Google Shape;737;p64"/>
          <p:cNvPicPr preferRelativeResize="0"/>
          <p:nvPr/>
        </p:nvPicPr>
        <p:blipFill>
          <a:blip r:embed="rId3">
            <a:alphaModFix/>
          </a:blip>
          <a:stretch>
            <a:fillRect/>
          </a:stretch>
        </p:blipFill>
        <p:spPr>
          <a:xfrm>
            <a:off x="2906030" y="3087871"/>
            <a:ext cx="2587652" cy="1450426"/>
          </a:xfrm>
          <a:prstGeom prst="rect">
            <a:avLst/>
          </a:prstGeom>
          <a:noFill/>
          <a:ln>
            <a:noFill/>
          </a:ln>
        </p:spPr>
      </p:pic>
      <p:sp>
        <p:nvSpPr>
          <p:cNvPr id="738" name="Google Shape;738;p64"/>
          <p:cNvSpPr/>
          <p:nvPr/>
        </p:nvSpPr>
        <p:spPr>
          <a:xfrm>
            <a:off x="2659749" y="1188725"/>
            <a:ext cx="2957400" cy="1612500"/>
          </a:xfrm>
          <a:prstGeom prst="rect">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64"/>
          <p:cNvSpPr/>
          <p:nvPr/>
        </p:nvSpPr>
        <p:spPr>
          <a:xfrm>
            <a:off x="5820697" y="1188725"/>
            <a:ext cx="2957400" cy="1612500"/>
          </a:xfrm>
          <a:prstGeom prst="rect">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64"/>
          <p:cNvSpPr/>
          <p:nvPr/>
        </p:nvSpPr>
        <p:spPr>
          <a:xfrm>
            <a:off x="2659749" y="3006952"/>
            <a:ext cx="2957400" cy="1612500"/>
          </a:xfrm>
          <a:prstGeom prst="rect">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64"/>
          <p:cNvSpPr/>
          <p:nvPr/>
        </p:nvSpPr>
        <p:spPr>
          <a:xfrm>
            <a:off x="5820697" y="3006952"/>
            <a:ext cx="2957400" cy="1612500"/>
          </a:xfrm>
          <a:prstGeom prst="rect">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42" name="Google Shape;742;p64"/>
          <p:cNvPicPr preferRelativeResize="0"/>
          <p:nvPr/>
        </p:nvPicPr>
        <p:blipFill>
          <a:blip r:embed="rId4">
            <a:alphaModFix/>
          </a:blip>
          <a:stretch>
            <a:fillRect/>
          </a:stretch>
        </p:blipFill>
        <p:spPr>
          <a:xfrm>
            <a:off x="2818458" y="1245306"/>
            <a:ext cx="2596701" cy="1477581"/>
          </a:xfrm>
          <a:prstGeom prst="rect">
            <a:avLst/>
          </a:prstGeom>
          <a:noFill/>
          <a:ln>
            <a:noFill/>
          </a:ln>
        </p:spPr>
      </p:pic>
      <p:pic>
        <p:nvPicPr>
          <p:cNvPr id="743" name="Google Shape;743;p64"/>
          <p:cNvPicPr preferRelativeResize="0"/>
          <p:nvPr/>
        </p:nvPicPr>
        <p:blipFill>
          <a:blip r:embed="rId5">
            <a:alphaModFix/>
          </a:blip>
          <a:stretch>
            <a:fillRect/>
          </a:stretch>
        </p:blipFill>
        <p:spPr>
          <a:xfrm>
            <a:off x="5919974" y="1228193"/>
            <a:ext cx="2833045" cy="1547601"/>
          </a:xfrm>
          <a:prstGeom prst="rect">
            <a:avLst/>
          </a:prstGeom>
          <a:noFill/>
          <a:ln>
            <a:noFill/>
          </a:ln>
        </p:spPr>
      </p:pic>
      <p:pic>
        <p:nvPicPr>
          <p:cNvPr id="744" name="Google Shape;744;p64"/>
          <p:cNvPicPr preferRelativeResize="0"/>
          <p:nvPr/>
        </p:nvPicPr>
        <p:blipFill>
          <a:blip r:embed="rId6">
            <a:alphaModFix/>
          </a:blip>
          <a:stretch>
            <a:fillRect/>
          </a:stretch>
        </p:blipFill>
        <p:spPr>
          <a:xfrm>
            <a:off x="6031213" y="3122880"/>
            <a:ext cx="2574124" cy="138041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
        <p:nvSpPr>
          <p:cNvPr id="749" name="Google Shape;749;p65"/>
          <p:cNvSpPr txBox="1"/>
          <p:nvPr>
            <p:ph type="title"/>
          </p:nvPr>
        </p:nvSpPr>
        <p:spPr>
          <a:xfrm>
            <a:off x="365750" y="274325"/>
            <a:ext cx="3657600" cy="548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Image on white</a:t>
            </a:r>
            <a:endParaRPr/>
          </a:p>
        </p:txBody>
      </p:sp>
      <p:sp>
        <p:nvSpPr>
          <p:cNvPr id="750" name="Google Shape;750;p65"/>
          <p:cNvSpPr txBox="1"/>
          <p:nvPr>
            <p:ph idx="1" type="body"/>
          </p:nvPr>
        </p:nvSpPr>
        <p:spPr>
          <a:xfrm>
            <a:off x="365750" y="1188725"/>
            <a:ext cx="3657600" cy="3430800"/>
          </a:xfrm>
          <a:prstGeom prst="rect">
            <a:avLst/>
          </a:prstGeom>
        </p:spPr>
        <p:txBody>
          <a:bodyPr anchorCtr="0" anchor="t" bIns="0" lIns="0" spcFirstLastPara="1" rIns="0" wrap="square" tIns="0">
            <a:noAutofit/>
          </a:bodyPr>
          <a:lstStyle/>
          <a:p>
            <a:pPr indent="0" lvl="0" marL="0" rtl="0" algn="l">
              <a:spcBef>
                <a:spcPts val="0"/>
              </a:spcBef>
              <a:spcAft>
                <a:spcPts val="1200"/>
              </a:spcAft>
              <a:buNone/>
            </a:pPr>
            <a:r>
              <a:rPr lang="en"/>
              <a:t>An image with a good contrast to the background does not necessarily need an outline.</a:t>
            </a:r>
            <a:endParaRPr/>
          </a:p>
        </p:txBody>
      </p:sp>
      <p:pic>
        <p:nvPicPr>
          <p:cNvPr id="751" name="Google Shape;751;p65"/>
          <p:cNvPicPr preferRelativeResize="0"/>
          <p:nvPr/>
        </p:nvPicPr>
        <p:blipFill rotWithShape="1">
          <a:blip r:embed="rId3">
            <a:alphaModFix/>
          </a:blip>
          <a:srcRect b="17791" l="9182" r="0" t="12658"/>
          <a:stretch/>
        </p:blipFill>
        <p:spPr>
          <a:xfrm>
            <a:off x="4933950" y="366725"/>
            <a:ext cx="3844400" cy="4390400"/>
          </a:xfrm>
          <a:prstGeom prst="rect">
            <a:avLst/>
          </a:prstGeom>
          <a:noFill/>
          <a:ln>
            <a:noFill/>
          </a:ln>
        </p:spPr>
      </p:pic>
      <p:sp>
        <p:nvSpPr>
          <p:cNvPr id="752" name="Google Shape;752;p65"/>
          <p:cNvSpPr txBox="1"/>
          <p:nvPr>
            <p:ph idx="12" type="sldNum"/>
          </p:nvPr>
        </p:nvSpPr>
        <p:spPr>
          <a:xfrm>
            <a:off x="360650" y="4880150"/>
            <a:ext cx="3667800" cy="2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Neo4j Inc. All rights reserved 2023	</a:t>
            </a:r>
            <a:endParaRPr/>
          </a:p>
        </p:txBody>
      </p:sp>
      <p:sp>
        <p:nvSpPr>
          <p:cNvPr id="753" name="Google Shape;753;p65"/>
          <p:cNvSpPr txBox="1"/>
          <p:nvPr>
            <p:ph idx="2" type="sldNum"/>
          </p:nvPr>
        </p:nvSpPr>
        <p:spPr>
          <a:xfrm>
            <a:off x="0" y="4880150"/>
            <a:ext cx="265200" cy="2697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757" name="Shape 757"/>
        <p:cNvGrpSpPr/>
        <p:nvPr/>
      </p:nvGrpSpPr>
      <p:grpSpPr>
        <a:xfrm>
          <a:off x="0" y="0"/>
          <a:ext cx="0" cy="0"/>
          <a:chOff x="0" y="0"/>
          <a:chExt cx="0" cy="0"/>
        </a:xfrm>
      </p:grpSpPr>
      <p:sp>
        <p:nvSpPr>
          <p:cNvPr id="758" name="Google Shape;758;p66"/>
          <p:cNvSpPr txBox="1"/>
          <p:nvPr>
            <p:ph type="title"/>
          </p:nvPr>
        </p:nvSpPr>
        <p:spPr>
          <a:xfrm>
            <a:off x="365750" y="274325"/>
            <a:ext cx="3657600" cy="548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Image on color</a:t>
            </a:r>
            <a:endParaRPr/>
          </a:p>
        </p:txBody>
      </p:sp>
      <p:sp>
        <p:nvSpPr>
          <p:cNvPr id="759" name="Google Shape;759;p66"/>
          <p:cNvSpPr txBox="1"/>
          <p:nvPr>
            <p:ph idx="1" type="body"/>
          </p:nvPr>
        </p:nvSpPr>
        <p:spPr>
          <a:xfrm>
            <a:off x="365750" y="1188725"/>
            <a:ext cx="3657600" cy="3430800"/>
          </a:xfrm>
          <a:prstGeom prst="rect">
            <a:avLst/>
          </a:prstGeom>
        </p:spPr>
        <p:txBody>
          <a:bodyPr anchorCtr="0" anchor="t" bIns="0" lIns="0" spcFirstLastPara="1" rIns="0" wrap="square" tIns="0">
            <a:noAutofit/>
          </a:bodyPr>
          <a:lstStyle/>
          <a:p>
            <a:pPr indent="0" lvl="0" marL="0" rtl="0" algn="l">
              <a:spcBef>
                <a:spcPts val="0"/>
              </a:spcBef>
              <a:spcAft>
                <a:spcPts val="1200"/>
              </a:spcAft>
              <a:buNone/>
            </a:pPr>
            <a:r>
              <a:rPr lang="en"/>
              <a:t>If the contrast between image and background is weak an outline helps.</a:t>
            </a:r>
            <a:endParaRPr/>
          </a:p>
        </p:txBody>
      </p:sp>
      <p:pic>
        <p:nvPicPr>
          <p:cNvPr id="760" name="Google Shape;760;p66"/>
          <p:cNvPicPr preferRelativeResize="0"/>
          <p:nvPr/>
        </p:nvPicPr>
        <p:blipFill rotWithShape="1">
          <a:blip r:embed="rId3">
            <a:alphaModFix/>
          </a:blip>
          <a:srcRect b="17791" l="9182" r="0" t="12658"/>
          <a:stretch/>
        </p:blipFill>
        <p:spPr>
          <a:xfrm>
            <a:off x="4933950" y="366725"/>
            <a:ext cx="3844400" cy="4390400"/>
          </a:xfrm>
          <a:prstGeom prst="rect">
            <a:avLst/>
          </a:prstGeom>
          <a:noFill/>
          <a:ln cap="flat" cmpd="sng" w="28575">
            <a:solidFill>
              <a:schemeClr val="lt2"/>
            </a:solidFill>
            <a:prstDash val="solid"/>
            <a:round/>
            <a:headEnd len="sm" w="sm" type="none"/>
            <a:tailEnd len="sm" w="sm" type="none"/>
          </a:ln>
        </p:spPr>
      </p:pic>
      <p:sp>
        <p:nvSpPr>
          <p:cNvPr id="761" name="Google Shape;761;p66"/>
          <p:cNvSpPr txBox="1"/>
          <p:nvPr>
            <p:ph idx="12" type="sldNum"/>
          </p:nvPr>
        </p:nvSpPr>
        <p:spPr>
          <a:xfrm>
            <a:off x="360650" y="4880150"/>
            <a:ext cx="3667800" cy="2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chemeClr val="dk1"/>
                </a:solidFill>
              </a:rPr>
              <a:t>Neo4j Inc. All rights reserved 2023	</a:t>
            </a:r>
            <a:endParaRPr>
              <a:solidFill>
                <a:schemeClr val="dk1"/>
              </a:solidFill>
            </a:endParaRPr>
          </a:p>
        </p:txBody>
      </p:sp>
      <p:sp>
        <p:nvSpPr>
          <p:cNvPr id="762" name="Google Shape;762;p66"/>
          <p:cNvSpPr txBox="1"/>
          <p:nvPr>
            <p:ph idx="2" type="sldNum"/>
          </p:nvPr>
        </p:nvSpPr>
        <p:spPr>
          <a:xfrm>
            <a:off x="0" y="4880150"/>
            <a:ext cx="265200" cy="2697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pic>
        <p:nvPicPr>
          <p:cNvPr id="767" name="Google Shape;767;p67"/>
          <p:cNvPicPr preferRelativeResize="0"/>
          <p:nvPr/>
        </p:nvPicPr>
        <p:blipFill rotWithShape="1">
          <a:blip r:embed="rId3">
            <a:alphaModFix/>
          </a:blip>
          <a:srcRect b="7510" l="0" r="0" t="0"/>
          <a:stretch/>
        </p:blipFill>
        <p:spPr>
          <a:xfrm>
            <a:off x="0" y="0"/>
            <a:ext cx="9144003" cy="4757126"/>
          </a:xfrm>
          <a:prstGeom prst="rect">
            <a:avLst/>
          </a:prstGeom>
          <a:noFill/>
          <a:ln>
            <a:noFill/>
          </a:ln>
        </p:spPr>
      </p:pic>
      <p:sp>
        <p:nvSpPr>
          <p:cNvPr id="768" name="Google Shape;768;p67"/>
          <p:cNvSpPr txBox="1"/>
          <p:nvPr>
            <p:ph idx="12" type="sldNum"/>
          </p:nvPr>
        </p:nvSpPr>
        <p:spPr>
          <a:xfrm>
            <a:off x="360650" y="4880150"/>
            <a:ext cx="3667800" cy="2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Neo4j Inc. All rights reserved 2023	</a:t>
            </a:r>
            <a:endParaRPr/>
          </a:p>
        </p:txBody>
      </p:sp>
      <p:sp>
        <p:nvSpPr>
          <p:cNvPr id="769" name="Google Shape;769;p67"/>
          <p:cNvSpPr txBox="1"/>
          <p:nvPr>
            <p:ph idx="2" type="sldNum"/>
          </p:nvPr>
        </p:nvSpPr>
        <p:spPr>
          <a:xfrm>
            <a:off x="0" y="4880150"/>
            <a:ext cx="265200" cy="2697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770" name="Google Shape;770;p67"/>
          <p:cNvSpPr/>
          <p:nvPr/>
        </p:nvSpPr>
        <p:spPr>
          <a:xfrm>
            <a:off x="328029" y="789442"/>
            <a:ext cx="8487927" cy="3094629"/>
          </a:xfrm>
          <a:custGeom>
            <a:rect b="b" l="l" r="r" t="t"/>
            <a:pathLst>
              <a:path extrusionOk="0" h="3573" w="9800">
                <a:moveTo>
                  <a:pt x="1786" y="0"/>
                </a:moveTo>
                <a:cubicBezTo>
                  <a:pt x="1477" y="0"/>
                  <a:pt x="1179" y="84"/>
                  <a:pt x="893" y="239"/>
                </a:cubicBezTo>
                <a:cubicBezTo>
                  <a:pt x="632" y="393"/>
                  <a:pt x="405" y="620"/>
                  <a:pt x="239" y="893"/>
                </a:cubicBezTo>
                <a:cubicBezTo>
                  <a:pt x="96" y="1167"/>
                  <a:pt x="0" y="1465"/>
                  <a:pt x="0" y="1786"/>
                </a:cubicBezTo>
                <a:cubicBezTo>
                  <a:pt x="0" y="2108"/>
                  <a:pt x="84" y="2405"/>
                  <a:pt x="239" y="2679"/>
                </a:cubicBezTo>
                <a:cubicBezTo>
                  <a:pt x="393" y="2953"/>
                  <a:pt x="620" y="3179"/>
                  <a:pt x="893" y="3334"/>
                </a:cubicBezTo>
                <a:cubicBezTo>
                  <a:pt x="1167" y="3489"/>
                  <a:pt x="1465" y="3572"/>
                  <a:pt x="1786" y="3572"/>
                </a:cubicBezTo>
                <a:cubicBezTo>
                  <a:pt x="2108" y="3572"/>
                  <a:pt x="2406" y="3501"/>
                  <a:pt x="2679" y="3334"/>
                </a:cubicBezTo>
                <a:cubicBezTo>
                  <a:pt x="2846" y="3251"/>
                  <a:pt x="3013" y="3108"/>
                  <a:pt x="3132" y="2965"/>
                </a:cubicBezTo>
                <a:cubicBezTo>
                  <a:pt x="3674" y="2346"/>
                  <a:pt x="4281" y="2036"/>
                  <a:pt x="4888" y="2036"/>
                </a:cubicBezTo>
                <a:cubicBezTo>
                  <a:pt x="5495" y="2036"/>
                  <a:pt x="6102" y="2346"/>
                  <a:pt x="6644" y="2965"/>
                </a:cubicBezTo>
                <a:cubicBezTo>
                  <a:pt x="6775" y="3108"/>
                  <a:pt x="6930" y="3251"/>
                  <a:pt x="7109" y="3334"/>
                </a:cubicBezTo>
                <a:cubicBezTo>
                  <a:pt x="7370" y="3489"/>
                  <a:pt x="7668" y="3572"/>
                  <a:pt x="8001" y="3572"/>
                </a:cubicBezTo>
                <a:cubicBezTo>
                  <a:pt x="8311" y="3572"/>
                  <a:pt x="8609" y="3501"/>
                  <a:pt x="8894" y="3334"/>
                </a:cubicBezTo>
                <a:cubicBezTo>
                  <a:pt x="9156" y="3191"/>
                  <a:pt x="9383" y="2965"/>
                  <a:pt x="9549" y="2679"/>
                </a:cubicBezTo>
                <a:cubicBezTo>
                  <a:pt x="9692" y="2417"/>
                  <a:pt x="9787" y="2120"/>
                  <a:pt x="9787" y="1786"/>
                </a:cubicBezTo>
                <a:cubicBezTo>
                  <a:pt x="9799" y="1489"/>
                  <a:pt x="9728" y="1191"/>
                  <a:pt x="9561" y="917"/>
                </a:cubicBezTo>
                <a:cubicBezTo>
                  <a:pt x="9406" y="643"/>
                  <a:pt x="9192" y="417"/>
                  <a:pt x="8906" y="262"/>
                </a:cubicBezTo>
                <a:cubicBezTo>
                  <a:pt x="8644" y="108"/>
                  <a:pt x="8347" y="24"/>
                  <a:pt x="8013" y="24"/>
                </a:cubicBezTo>
                <a:cubicBezTo>
                  <a:pt x="7704" y="24"/>
                  <a:pt x="7406" y="96"/>
                  <a:pt x="7120" y="262"/>
                </a:cubicBezTo>
                <a:cubicBezTo>
                  <a:pt x="6954" y="358"/>
                  <a:pt x="6799" y="477"/>
                  <a:pt x="6656" y="631"/>
                </a:cubicBezTo>
                <a:cubicBezTo>
                  <a:pt x="6114" y="1251"/>
                  <a:pt x="5507" y="1560"/>
                  <a:pt x="4900" y="1560"/>
                </a:cubicBezTo>
                <a:cubicBezTo>
                  <a:pt x="4293" y="1560"/>
                  <a:pt x="3685" y="1251"/>
                  <a:pt x="3144" y="631"/>
                </a:cubicBezTo>
                <a:cubicBezTo>
                  <a:pt x="3013" y="477"/>
                  <a:pt x="2858" y="346"/>
                  <a:pt x="2679" y="239"/>
                </a:cubicBezTo>
                <a:cubicBezTo>
                  <a:pt x="2417" y="96"/>
                  <a:pt x="2120" y="0"/>
                  <a:pt x="1786" y="0"/>
                </a:cubicBezTo>
                <a:close/>
              </a:path>
            </a:pathLst>
          </a:custGeom>
          <a:no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p68"/>
          <p:cNvSpPr txBox="1"/>
          <p:nvPr>
            <p:ph type="ctrTitle"/>
          </p:nvPr>
        </p:nvSpPr>
        <p:spPr>
          <a:xfrm>
            <a:off x="909908" y="1605476"/>
            <a:ext cx="7498200" cy="17460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Tables</a:t>
            </a:r>
            <a:endParaRPr/>
          </a:p>
        </p:txBody>
      </p:sp>
      <p:sp>
        <p:nvSpPr>
          <p:cNvPr id="776" name="Google Shape;776;p68"/>
          <p:cNvSpPr txBox="1"/>
          <p:nvPr>
            <p:ph idx="1" type="subTitle"/>
          </p:nvPr>
        </p:nvSpPr>
        <p:spPr>
          <a:xfrm>
            <a:off x="922717" y="3457429"/>
            <a:ext cx="4206300" cy="883500"/>
          </a:xfrm>
          <a:prstGeom prst="rect">
            <a:avLst/>
          </a:prstGeom>
        </p:spPr>
        <p:txBody>
          <a:bodyPr anchorCtr="0" anchor="t" bIns="0" lIns="0" spcFirstLastPara="1" rIns="0" wrap="square" tIns="0">
            <a:noAutofit/>
          </a:bodyPr>
          <a:lstStyle/>
          <a:p>
            <a:pPr indent="0" lvl="0" marL="0" rtl="0" algn="l">
              <a:spcBef>
                <a:spcPts val="0"/>
              </a:spcBef>
              <a:spcAft>
                <a:spcPts val="1200"/>
              </a:spcAft>
              <a:buNone/>
            </a:pPr>
            <a:r>
              <a:rPr lang="en"/>
              <a:t>Hating them is ok. Even if you know you can not live without them.</a:t>
            </a:r>
            <a:endParaRPr/>
          </a:p>
        </p:txBody>
      </p:sp>
      <p:sp>
        <p:nvSpPr>
          <p:cNvPr id="777" name="Google Shape;777;p68"/>
          <p:cNvSpPr txBox="1"/>
          <p:nvPr>
            <p:ph idx="12" type="sldNum"/>
          </p:nvPr>
        </p:nvSpPr>
        <p:spPr>
          <a:xfrm>
            <a:off x="360650" y="4880150"/>
            <a:ext cx="3667800" cy="2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Neo4j Inc. All rights reserved 2023	</a:t>
            </a:r>
            <a:endParaRPr/>
          </a:p>
        </p:txBody>
      </p:sp>
      <p:sp>
        <p:nvSpPr>
          <p:cNvPr id="778" name="Google Shape;778;p68"/>
          <p:cNvSpPr txBox="1"/>
          <p:nvPr>
            <p:ph idx="2" type="sldNum"/>
          </p:nvPr>
        </p:nvSpPr>
        <p:spPr>
          <a:xfrm>
            <a:off x="0" y="4880150"/>
            <a:ext cx="265200" cy="2697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782" name="Shape 782"/>
        <p:cNvGrpSpPr/>
        <p:nvPr/>
      </p:nvGrpSpPr>
      <p:grpSpPr>
        <a:xfrm>
          <a:off x="0" y="0"/>
          <a:ext cx="0" cy="0"/>
          <a:chOff x="0" y="0"/>
          <a:chExt cx="0" cy="0"/>
        </a:xfrm>
      </p:grpSpPr>
      <p:sp>
        <p:nvSpPr>
          <p:cNvPr id="783" name="Google Shape;783;p69"/>
          <p:cNvSpPr txBox="1"/>
          <p:nvPr>
            <p:ph type="title"/>
          </p:nvPr>
        </p:nvSpPr>
        <p:spPr>
          <a:xfrm>
            <a:off x="365750" y="274325"/>
            <a:ext cx="8412600" cy="548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rgbClr val="FFFFFF"/>
                </a:solidFill>
              </a:rPr>
              <a:t>What a table!</a:t>
            </a:r>
            <a:endParaRPr>
              <a:solidFill>
                <a:srgbClr val="FFFFFF"/>
              </a:solidFill>
            </a:endParaRPr>
          </a:p>
        </p:txBody>
      </p:sp>
      <p:sp>
        <p:nvSpPr>
          <p:cNvPr id="784" name="Google Shape;784;p69"/>
          <p:cNvSpPr txBox="1"/>
          <p:nvPr>
            <p:ph idx="12" type="sldNum"/>
          </p:nvPr>
        </p:nvSpPr>
        <p:spPr>
          <a:xfrm>
            <a:off x="360650" y="4880150"/>
            <a:ext cx="3667800" cy="2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rgbClr val="FFFFFF"/>
                </a:solidFill>
              </a:rPr>
              <a:t>Neo4j Inc. All rights reserved 2023	</a:t>
            </a:r>
            <a:endParaRPr>
              <a:solidFill>
                <a:srgbClr val="FFFFFF"/>
              </a:solidFill>
            </a:endParaRPr>
          </a:p>
        </p:txBody>
      </p:sp>
      <p:sp>
        <p:nvSpPr>
          <p:cNvPr id="785" name="Google Shape;785;p69"/>
          <p:cNvSpPr txBox="1"/>
          <p:nvPr>
            <p:ph idx="2" type="sldNum"/>
          </p:nvPr>
        </p:nvSpPr>
        <p:spPr>
          <a:xfrm>
            <a:off x="0" y="4880150"/>
            <a:ext cx="265200" cy="2697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solidFill>
                  <a:srgbClr val="FFFFFF"/>
                </a:solidFill>
              </a:rPr>
              <a:t>‹#›</a:t>
            </a:fld>
            <a:endParaRPr>
              <a:solidFill>
                <a:srgbClr val="FFFFFF"/>
              </a:solidFill>
            </a:endParaRPr>
          </a:p>
        </p:txBody>
      </p:sp>
      <p:graphicFrame>
        <p:nvGraphicFramePr>
          <p:cNvPr id="786" name="Google Shape;786;p69"/>
          <p:cNvGraphicFramePr/>
          <p:nvPr/>
        </p:nvGraphicFramePr>
        <p:xfrm>
          <a:off x="365700" y="1188725"/>
          <a:ext cx="3000000" cy="3000000"/>
        </p:xfrm>
        <a:graphic>
          <a:graphicData uri="http://schemas.openxmlformats.org/drawingml/2006/table">
            <a:tbl>
              <a:tblPr>
                <a:noFill/>
                <a:tableStyleId>{A9B5369F-8D34-4FD4-AC5F-F262BE0903B9}</a:tableStyleId>
              </a:tblPr>
              <a:tblGrid>
                <a:gridCol w="2103150"/>
                <a:gridCol w="2103150"/>
                <a:gridCol w="2103150"/>
                <a:gridCol w="2103150"/>
              </a:tblGrid>
              <a:tr h="843800">
                <a:tc>
                  <a:txBody>
                    <a:bodyPr/>
                    <a:lstStyle/>
                    <a:p>
                      <a:pPr indent="0" lvl="0" marL="0" rtl="0" algn="l">
                        <a:spcBef>
                          <a:spcPts val="0"/>
                        </a:spcBef>
                        <a:spcAft>
                          <a:spcPts val="0"/>
                        </a:spcAft>
                        <a:buNone/>
                      </a:pPr>
                      <a:r>
                        <a:rPr lang="en" sz="1600">
                          <a:solidFill>
                            <a:schemeClr val="accent1"/>
                          </a:solidFill>
                          <a:latin typeface="Public Sans SemiBold"/>
                          <a:ea typeface="Public Sans SemiBold"/>
                          <a:cs typeface="Public Sans SemiBold"/>
                          <a:sym typeface="Public Sans SemiBold"/>
                        </a:rPr>
                        <a:t>This is</a:t>
                      </a:r>
                      <a:r>
                        <a:rPr lang="en" sz="1600">
                          <a:solidFill>
                            <a:schemeClr val="accent1"/>
                          </a:solidFill>
                          <a:latin typeface="Public Sans SemiBold"/>
                          <a:ea typeface="Public Sans SemiBold"/>
                          <a:cs typeface="Public Sans SemiBold"/>
                          <a:sym typeface="Public Sans SemiBold"/>
                        </a:rPr>
                        <a:t> </a:t>
                      </a:r>
                      <a:r>
                        <a:rPr lang="en" sz="1600">
                          <a:solidFill>
                            <a:schemeClr val="accent1"/>
                          </a:solidFill>
                          <a:latin typeface="Public Sans SemiBold"/>
                          <a:ea typeface="Public Sans SemiBold"/>
                          <a:cs typeface="Public Sans SemiBold"/>
                          <a:sym typeface="Public Sans SemiBold"/>
                        </a:rPr>
                        <a:t>a headline</a:t>
                      </a:r>
                      <a:endParaRPr sz="1600">
                        <a:solidFill>
                          <a:schemeClr val="accent1"/>
                        </a:solidFill>
                        <a:latin typeface="Public Sans SemiBold"/>
                        <a:ea typeface="Public Sans SemiBold"/>
                        <a:cs typeface="Public Sans SemiBold"/>
                        <a:sym typeface="Public Sans SemiBold"/>
                      </a:endParaRPr>
                    </a:p>
                  </a:txBody>
                  <a:tcPr marT="91425" marB="91425" marR="91425" marL="91425" anchor="ctr">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600">
                          <a:solidFill>
                            <a:schemeClr val="accent1"/>
                          </a:solidFill>
                          <a:latin typeface="Public Sans SemiBold"/>
                          <a:ea typeface="Public Sans SemiBold"/>
                          <a:cs typeface="Public Sans SemiBold"/>
                          <a:sym typeface="Public Sans SemiBold"/>
                        </a:rPr>
                        <a:t>Another headline, another column</a:t>
                      </a:r>
                      <a:endParaRPr sz="1600">
                        <a:solidFill>
                          <a:schemeClr val="accent1"/>
                        </a:solidFill>
                        <a:latin typeface="Public Sans SemiBold"/>
                        <a:ea typeface="Public Sans SemiBold"/>
                        <a:cs typeface="Public Sans SemiBold"/>
                        <a:sym typeface="Public Sans SemiBold"/>
                      </a:endParaRPr>
                    </a:p>
                  </a:txBody>
                  <a:tcPr marT="91425" marB="91425" marR="91425" marL="91425" anchor="ctr">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600">
                          <a:solidFill>
                            <a:schemeClr val="accent1"/>
                          </a:solidFill>
                          <a:latin typeface="Public Sans SemiBold"/>
                          <a:ea typeface="Public Sans SemiBold"/>
                          <a:cs typeface="Public Sans SemiBold"/>
                          <a:sym typeface="Public Sans SemiBold"/>
                        </a:rPr>
                        <a:t>There is this third headline, too</a:t>
                      </a:r>
                      <a:endParaRPr sz="1600">
                        <a:solidFill>
                          <a:schemeClr val="accent1"/>
                        </a:solidFill>
                        <a:latin typeface="Public Sans SemiBold"/>
                        <a:ea typeface="Public Sans SemiBold"/>
                        <a:cs typeface="Public Sans SemiBold"/>
                        <a:sym typeface="Public Sans SemiBold"/>
                      </a:endParaRPr>
                    </a:p>
                  </a:txBody>
                  <a:tcPr marT="91425" marB="91425" marR="91425" marL="91425" anchor="ctr">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600">
                          <a:solidFill>
                            <a:schemeClr val="accent1"/>
                          </a:solidFill>
                          <a:latin typeface="Public Sans SemiBold"/>
                          <a:ea typeface="Public Sans SemiBold"/>
                          <a:cs typeface="Public Sans SemiBold"/>
                          <a:sym typeface="Public Sans SemiBold"/>
                        </a:rPr>
                        <a:t>The final headline ready to be read</a:t>
                      </a:r>
                      <a:endParaRPr sz="1600">
                        <a:solidFill>
                          <a:schemeClr val="accent1"/>
                        </a:solidFill>
                        <a:latin typeface="Public Sans SemiBold"/>
                        <a:ea typeface="Public Sans SemiBold"/>
                        <a:cs typeface="Public Sans SemiBold"/>
                        <a:sym typeface="Public Sans SemiBold"/>
                      </a:endParaRPr>
                    </a:p>
                  </a:txBody>
                  <a:tcPr marT="91425" marB="91425" marR="91425" marL="91425" anchor="ctr">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chemeClr val="dk2"/>
                    </a:solidFill>
                  </a:tcPr>
                </a:tc>
              </a:tr>
              <a:tr h="843800">
                <a:tc>
                  <a:txBody>
                    <a:bodyPr/>
                    <a:lstStyle/>
                    <a:p>
                      <a:pPr indent="0" lvl="0" marL="0" rtl="0" algn="l">
                        <a:spcBef>
                          <a:spcPts val="0"/>
                        </a:spcBef>
                        <a:spcAft>
                          <a:spcPts val="0"/>
                        </a:spcAft>
                        <a:buNone/>
                      </a:pPr>
                      <a:r>
                        <a:rPr lang="en" sz="1200">
                          <a:solidFill>
                            <a:srgbClr val="FFFFFF"/>
                          </a:solidFill>
                          <a:latin typeface="Public Sans SemiBold"/>
                          <a:ea typeface="Public Sans SemiBold"/>
                          <a:cs typeface="Public Sans SemiBold"/>
                          <a:sym typeface="Public Sans SemiBold"/>
                        </a:rPr>
                        <a:t>Tables contain the wrong font when you create them.</a:t>
                      </a:r>
                      <a:endParaRPr sz="1200">
                        <a:solidFill>
                          <a:srgbClr val="FFFFFF"/>
                        </a:solidFill>
                        <a:latin typeface="Public Sans SemiBold"/>
                        <a:ea typeface="Public Sans SemiBold"/>
                        <a:cs typeface="Public Sans SemiBold"/>
                        <a:sym typeface="Public Sans SemiBold"/>
                      </a:endParaRPr>
                    </a:p>
                  </a:txBody>
                  <a:tcPr marT="91425" marB="91425" marR="91425" marL="91425" anchor="ctr">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chemeClr val="accent2"/>
                    </a:solidFill>
                  </a:tcPr>
                </a:tc>
                <a:tc>
                  <a:txBody>
                    <a:bodyPr/>
                    <a:lstStyle/>
                    <a:p>
                      <a:pPr indent="0" lvl="0" marL="0" rtl="0" algn="ctr">
                        <a:spcBef>
                          <a:spcPts val="0"/>
                        </a:spcBef>
                        <a:spcAft>
                          <a:spcPts val="0"/>
                        </a:spcAft>
                        <a:buNone/>
                      </a:pPr>
                      <a:r>
                        <a:rPr lang="en" sz="3200">
                          <a:solidFill>
                            <a:srgbClr val="FFA802"/>
                          </a:solidFill>
                          <a:latin typeface="Public Sans Thin"/>
                          <a:ea typeface="Public Sans Thin"/>
                          <a:cs typeface="Public Sans Thin"/>
                          <a:sym typeface="Public Sans Thin"/>
                        </a:rPr>
                        <a:t>10 ms</a:t>
                      </a:r>
                      <a:endParaRPr sz="3200">
                        <a:solidFill>
                          <a:srgbClr val="FFA802"/>
                        </a:solidFill>
                        <a:latin typeface="Public Sans Thin"/>
                        <a:ea typeface="Public Sans Thin"/>
                        <a:cs typeface="Public Sans Thin"/>
                        <a:sym typeface="Public Sans Thin"/>
                      </a:endParaRPr>
                    </a:p>
                  </a:txBody>
                  <a:tcPr marT="91425" marB="91425" marR="91425" marL="91425" anchor="ctr">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chemeClr val="accent2"/>
                    </a:solidFill>
                  </a:tcPr>
                </a:tc>
                <a:tc>
                  <a:txBody>
                    <a:bodyPr/>
                    <a:lstStyle/>
                    <a:p>
                      <a:pPr indent="-304800" lvl="0" marL="457200" rtl="0" algn="l">
                        <a:spcBef>
                          <a:spcPts val="0"/>
                        </a:spcBef>
                        <a:spcAft>
                          <a:spcPts val="0"/>
                        </a:spcAft>
                        <a:buClr>
                          <a:srgbClr val="FFFFFF"/>
                        </a:buClr>
                        <a:buSzPts val="1200"/>
                        <a:buFont typeface="Public Sans Light"/>
                        <a:buChar char="●"/>
                      </a:pPr>
                      <a:r>
                        <a:rPr lang="en" sz="1200">
                          <a:solidFill>
                            <a:srgbClr val="FFFFFF"/>
                          </a:solidFill>
                          <a:latin typeface="Public Sans Light"/>
                          <a:ea typeface="Public Sans Light"/>
                          <a:cs typeface="Public Sans Light"/>
                          <a:sym typeface="Public Sans Light"/>
                        </a:rPr>
                        <a:t>Even inside a table</a:t>
                      </a:r>
                      <a:endParaRPr sz="1200">
                        <a:solidFill>
                          <a:srgbClr val="FFFFFF"/>
                        </a:solidFill>
                        <a:latin typeface="Public Sans Light"/>
                        <a:ea typeface="Public Sans Light"/>
                        <a:cs typeface="Public Sans Light"/>
                        <a:sym typeface="Public Sans Light"/>
                      </a:endParaRPr>
                    </a:p>
                    <a:p>
                      <a:pPr indent="-304800" lvl="0" marL="457200" rtl="0" algn="l">
                        <a:spcBef>
                          <a:spcPts val="0"/>
                        </a:spcBef>
                        <a:spcAft>
                          <a:spcPts val="0"/>
                        </a:spcAft>
                        <a:buClr>
                          <a:srgbClr val="FFFFFF"/>
                        </a:buClr>
                        <a:buSzPts val="1200"/>
                        <a:buFont typeface="Public Sans Light"/>
                        <a:buChar char="●"/>
                      </a:pPr>
                      <a:r>
                        <a:rPr lang="en" sz="1200">
                          <a:solidFill>
                            <a:srgbClr val="FFFFFF"/>
                          </a:solidFill>
                          <a:latin typeface="Public Sans Light"/>
                          <a:ea typeface="Public Sans Light"/>
                          <a:cs typeface="Public Sans Light"/>
                          <a:sym typeface="Public Sans Light"/>
                        </a:rPr>
                        <a:t>there can be bullets</a:t>
                      </a:r>
                      <a:endParaRPr sz="1200">
                        <a:solidFill>
                          <a:srgbClr val="FFFFFF"/>
                        </a:solidFill>
                        <a:latin typeface="Public Sans Light"/>
                        <a:ea typeface="Public Sans Light"/>
                        <a:cs typeface="Public Sans Light"/>
                        <a:sym typeface="Public Sans Light"/>
                      </a:endParaRPr>
                    </a:p>
                  </a:txBody>
                  <a:tcPr marT="91425" marB="91425" marR="91425" marL="91425" anchor="ctr">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chemeClr val="accent2"/>
                    </a:solidFill>
                  </a:tcPr>
                </a:tc>
                <a:tc>
                  <a:txBody>
                    <a:bodyPr/>
                    <a:lstStyle/>
                    <a:p>
                      <a:pPr indent="0" lvl="0" marL="0" rtl="0" algn="l">
                        <a:spcBef>
                          <a:spcPts val="0"/>
                        </a:spcBef>
                        <a:spcAft>
                          <a:spcPts val="0"/>
                        </a:spcAft>
                        <a:buNone/>
                      </a:pPr>
                      <a:r>
                        <a:t/>
                      </a:r>
                      <a:endParaRPr sz="1200">
                        <a:solidFill>
                          <a:schemeClr val="dk1"/>
                        </a:solidFill>
                        <a:latin typeface="Public Sans Light"/>
                        <a:ea typeface="Public Sans Light"/>
                        <a:cs typeface="Public Sans Light"/>
                        <a:sym typeface="Public Sans Light"/>
                      </a:endParaRPr>
                    </a:p>
                  </a:txBody>
                  <a:tcPr marT="91425" marB="91425" marR="91425" marL="91425" anchor="ctr">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chemeClr val="accent2"/>
                    </a:solidFill>
                  </a:tcPr>
                </a:tc>
              </a:tr>
              <a:tr h="843800">
                <a:tc>
                  <a:txBody>
                    <a:bodyPr/>
                    <a:lstStyle/>
                    <a:p>
                      <a:pPr indent="0" lvl="0" marL="0" rtl="0" algn="l">
                        <a:spcBef>
                          <a:spcPts val="0"/>
                        </a:spcBef>
                        <a:spcAft>
                          <a:spcPts val="0"/>
                        </a:spcAft>
                        <a:buNone/>
                      </a:pPr>
                      <a:r>
                        <a:rPr lang="en" sz="1200">
                          <a:solidFill>
                            <a:srgbClr val="FFFFFF"/>
                          </a:solidFill>
                          <a:latin typeface="Public Sans SemiBold"/>
                          <a:ea typeface="Public Sans SemiBold"/>
                          <a:cs typeface="Public Sans SemiBold"/>
                          <a:sym typeface="Public Sans SemiBold"/>
                        </a:rPr>
                        <a:t>So it might be better to use this one and alter it.</a:t>
                      </a:r>
                      <a:endParaRPr sz="1200">
                        <a:solidFill>
                          <a:srgbClr val="FFFFFF"/>
                        </a:solidFill>
                        <a:latin typeface="Public Sans SemiBold"/>
                        <a:ea typeface="Public Sans SemiBold"/>
                        <a:cs typeface="Public Sans SemiBold"/>
                        <a:sym typeface="Public Sans SemiBold"/>
                      </a:endParaRPr>
                    </a:p>
                  </a:txBody>
                  <a:tcPr marT="91425" marB="91425" marR="91425" marL="91425" anchor="ctr">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chemeClr val="accent2"/>
                    </a:solidFill>
                  </a:tcPr>
                </a:tc>
                <a:tc>
                  <a:txBody>
                    <a:bodyPr/>
                    <a:lstStyle/>
                    <a:p>
                      <a:pPr indent="0" lvl="0" marL="0" rtl="0" algn="ctr">
                        <a:spcBef>
                          <a:spcPts val="0"/>
                        </a:spcBef>
                        <a:spcAft>
                          <a:spcPts val="0"/>
                        </a:spcAft>
                        <a:buNone/>
                      </a:pPr>
                      <a:r>
                        <a:rPr lang="en" sz="3200">
                          <a:solidFill>
                            <a:srgbClr val="F96746"/>
                          </a:solidFill>
                          <a:latin typeface="Public Sans Thin"/>
                          <a:ea typeface="Public Sans Thin"/>
                          <a:cs typeface="Public Sans Thin"/>
                          <a:sym typeface="Public Sans Thin"/>
                        </a:rPr>
                        <a:t>12 ms</a:t>
                      </a:r>
                      <a:endParaRPr sz="3200">
                        <a:solidFill>
                          <a:srgbClr val="F96746"/>
                        </a:solidFill>
                        <a:latin typeface="Public Sans Thin"/>
                        <a:ea typeface="Public Sans Thin"/>
                        <a:cs typeface="Public Sans Thin"/>
                        <a:sym typeface="Public Sans Thin"/>
                      </a:endParaRPr>
                    </a:p>
                  </a:txBody>
                  <a:tcPr marT="91425" marB="91425" marR="91425" marL="91425" anchor="ctr">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chemeClr val="accent2"/>
                    </a:solidFill>
                  </a:tcPr>
                </a:tc>
                <a:tc>
                  <a:txBody>
                    <a:bodyPr/>
                    <a:lstStyle/>
                    <a:p>
                      <a:pPr indent="0" lvl="0" marL="0" rtl="0" algn="l">
                        <a:spcBef>
                          <a:spcPts val="0"/>
                        </a:spcBef>
                        <a:spcAft>
                          <a:spcPts val="0"/>
                        </a:spcAft>
                        <a:buNone/>
                      </a:pPr>
                      <a:r>
                        <a:rPr lang="en" sz="1200">
                          <a:solidFill>
                            <a:srgbClr val="FFFFFF"/>
                          </a:solidFill>
                          <a:latin typeface="Public Sans Light"/>
                          <a:ea typeface="Public Sans Light"/>
                          <a:cs typeface="Public Sans Light"/>
                          <a:sym typeface="Public Sans Light"/>
                        </a:rPr>
                        <a:t>But don’t use them often in a table for the space is insufficient</a:t>
                      </a:r>
                      <a:endParaRPr sz="1200">
                        <a:solidFill>
                          <a:srgbClr val="FFFFFF"/>
                        </a:solidFill>
                        <a:latin typeface="Public Sans Light"/>
                        <a:ea typeface="Public Sans Light"/>
                        <a:cs typeface="Public Sans Light"/>
                        <a:sym typeface="Public Sans Light"/>
                      </a:endParaRPr>
                    </a:p>
                  </a:txBody>
                  <a:tcPr marT="91425" marB="91425" marR="91425" marL="91425" anchor="ctr">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chemeClr val="accent2"/>
                    </a:solidFill>
                  </a:tcPr>
                </a:tc>
                <a:tc>
                  <a:txBody>
                    <a:bodyPr/>
                    <a:lstStyle/>
                    <a:p>
                      <a:pPr indent="0" lvl="0" marL="0" rtl="0" algn="l">
                        <a:spcBef>
                          <a:spcPts val="0"/>
                        </a:spcBef>
                        <a:spcAft>
                          <a:spcPts val="0"/>
                        </a:spcAft>
                        <a:buNone/>
                      </a:pPr>
                      <a:r>
                        <a:t/>
                      </a:r>
                      <a:endParaRPr sz="1200">
                        <a:solidFill>
                          <a:schemeClr val="dk1"/>
                        </a:solidFill>
                        <a:latin typeface="Public Sans Light"/>
                        <a:ea typeface="Public Sans Light"/>
                        <a:cs typeface="Public Sans Light"/>
                        <a:sym typeface="Public Sans Light"/>
                      </a:endParaRPr>
                    </a:p>
                  </a:txBody>
                  <a:tcPr marT="91425" marB="91425" marR="91425" marL="91425" anchor="ctr">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chemeClr val="accent2"/>
                    </a:solidFill>
                  </a:tcPr>
                </a:tc>
              </a:tr>
              <a:tr h="899525">
                <a:tc>
                  <a:txBody>
                    <a:bodyPr/>
                    <a:lstStyle/>
                    <a:p>
                      <a:pPr indent="0" lvl="0" marL="0" rtl="0" algn="l">
                        <a:spcBef>
                          <a:spcPts val="0"/>
                        </a:spcBef>
                        <a:spcAft>
                          <a:spcPts val="0"/>
                        </a:spcAft>
                        <a:buNone/>
                      </a:pPr>
                      <a:r>
                        <a:rPr lang="en" sz="1200">
                          <a:solidFill>
                            <a:srgbClr val="FFFFFF"/>
                          </a:solidFill>
                          <a:latin typeface="Public Sans SemiBold"/>
                          <a:ea typeface="Public Sans SemiBold"/>
                          <a:cs typeface="Public Sans SemiBold"/>
                          <a:sym typeface="Public Sans SemiBold"/>
                        </a:rPr>
                        <a:t>With the right mouse button you can access functions to alter the table.</a:t>
                      </a:r>
                      <a:endParaRPr sz="1200">
                        <a:solidFill>
                          <a:srgbClr val="FFFFFF"/>
                        </a:solidFill>
                        <a:latin typeface="Public Sans SemiBold"/>
                        <a:ea typeface="Public Sans SemiBold"/>
                        <a:cs typeface="Public Sans SemiBold"/>
                        <a:sym typeface="Public Sans SemiBold"/>
                      </a:endParaRPr>
                    </a:p>
                  </a:txBody>
                  <a:tcPr marT="91425" marB="91425" marR="91425" marL="91425" anchor="ctr">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chemeClr val="accent2"/>
                    </a:solidFill>
                  </a:tcPr>
                </a:tc>
                <a:tc>
                  <a:txBody>
                    <a:bodyPr/>
                    <a:lstStyle/>
                    <a:p>
                      <a:pPr indent="0" lvl="0" marL="0" rtl="0" algn="ctr">
                        <a:spcBef>
                          <a:spcPts val="0"/>
                        </a:spcBef>
                        <a:spcAft>
                          <a:spcPts val="0"/>
                        </a:spcAft>
                        <a:buNone/>
                      </a:pPr>
                      <a:r>
                        <a:rPr lang="en" sz="3200">
                          <a:solidFill>
                            <a:srgbClr val="90CB62"/>
                          </a:solidFill>
                          <a:latin typeface="Public Sans Thin"/>
                          <a:ea typeface="Public Sans Thin"/>
                          <a:cs typeface="Public Sans Thin"/>
                          <a:sym typeface="Public Sans Thin"/>
                        </a:rPr>
                        <a:t>8 ms</a:t>
                      </a:r>
                      <a:endParaRPr sz="3200">
                        <a:solidFill>
                          <a:srgbClr val="90CB62"/>
                        </a:solidFill>
                        <a:latin typeface="Public Sans Thin"/>
                        <a:ea typeface="Public Sans Thin"/>
                        <a:cs typeface="Public Sans Thin"/>
                        <a:sym typeface="Public Sans Thin"/>
                      </a:endParaRPr>
                    </a:p>
                  </a:txBody>
                  <a:tcPr marT="91425" marB="91425" marR="91425" marL="91425" anchor="ctr">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chemeClr val="accent2"/>
                    </a:solidFill>
                  </a:tcPr>
                </a:tc>
                <a:tc>
                  <a:txBody>
                    <a:bodyPr/>
                    <a:lstStyle/>
                    <a:p>
                      <a:pPr indent="-304800" lvl="0" marL="457200" rtl="0" algn="l">
                        <a:spcBef>
                          <a:spcPts val="0"/>
                        </a:spcBef>
                        <a:spcAft>
                          <a:spcPts val="0"/>
                        </a:spcAft>
                        <a:buClr>
                          <a:srgbClr val="FFFFFF"/>
                        </a:buClr>
                        <a:buSzPts val="1200"/>
                        <a:buFont typeface="Public Sans Light"/>
                        <a:buChar char="●"/>
                      </a:pPr>
                      <a:r>
                        <a:rPr lang="en" sz="1200">
                          <a:solidFill>
                            <a:srgbClr val="FFFFFF"/>
                          </a:solidFill>
                          <a:latin typeface="Public Sans Light"/>
                          <a:ea typeface="Public Sans Light"/>
                          <a:cs typeface="Public Sans Light"/>
                          <a:sym typeface="Public Sans Light"/>
                        </a:rPr>
                        <a:t>One word</a:t>
                      </a:r>
                      <a:endParaRPr sz="1200">
                        <a:solidFill>
                          <a:srgbClr val="FFFFFF"/>
                        </a:solidFill>
                        <a:latin typeface="Public Sans Light"/>
                        <a:ea typeface="Public Sans Light"/>
                        <a:cs typeface="Public Sans Light"/>
                        <a:sym typeface="Public Sans Light"/>
                      </a:endParaRPr>
                    </a:p>
                    <a:p>
                      <a:pPr indent="-304800" lvl="0" marL="457200" rtl="0" algn="l">
                        <a:spcBef>
                          <a:spcPts val="0"/>
                        </a:spcBef>
                        <a:spcAft>
                          <a:spcPts val="0"/>
                        </a:spcAft>
                        <a:buClr>
                          <a:srgbClr val="FFFFFF"/>
                        </a:buClr>
                        <a:buSzPts val="1200"/>
                        <a:buFont typeface="Public Sans Light"/>
                        <a:buChar char="●"/>
                      </a:pPr>
                      <a:r>
                        <a:rPr lang="en" sz="1200">
                          <a:solidFill>
                            <a:srgbClr val="FFFFFF"/>
                          </a:solidFill>
                          <a:latin typeface="Public Sans Light"/>
                          <a:ea typeface="Public Sans Light"/>
                          <a:cs typeface="Public Sans Light"/>
                          <a:sym typeface="Public Sans Light"/>
                        </a:rPr>
                        <a:t>Another word</a:t>
                      </a:r>
                      <a:endParaRPr sz="1200">
                        <a:solidFill>
                          <a:srgbClr val="FFFFFF"/>
                        </a:solidFill>
                        <a:latin typeface="Public Sans Light"/>
                        <a:ea typeface="Public Sans Light"/>
                        <a:cs typeface="Public Sans Light"/>
                        <a:sym typeface="Public Sans Light"/>
                      </a:endParaRPr>
                    </a:p>
                    <a:p>
                      <a:pPr indent="-304800" lvl="0" marL="457200" rtl="0" algn="l">
                        <a:spcBef>
                          <a:spcPts val="0"/>
                        </a:spcBef>
                        <a:spcAft>
                          <a:spcPts val="0"/>
                        </a:spcAft>
                        <a:buClr>
                          <a:srgbClr val="FFFFFF"/>
                        </a:buClr>
                        <a:buSzPts val="1200"/>
                        <a:buFont typeface="Public Sans Light"/>
                        <a:buChar char="●"/>
                      </a:pPr>
                      <a:r>
                        <a:rPr lang="en" sz="1200">
                          <a:solidFill>
                            <a:srgbClr val="FFFFFF"/>
                          </a:solidFill>
                          <a:latin typeface="Public Sans Light"/>
                          <a:ea typeface="Public Sans Light"/>
                          <a:cs typeface="Public Sans Light"/>
                          <a:sym typeface="Public Sans Light"/>
                        </a:rPr>
                        <a:t>A third word</a:t>
                      </a:r>
                      <a:endParaRPr sz="1200">
                        <a:solidFill>
                          <a:srgbClr val="FFFFFF"/>
                        </a:solidFill>
                        <a:latin typeface="Public Sans Light"/>
                        <a:ea typeface="Public Sans Light"/>
                        <a:cs typeface="Public Sans Light"/>
                        <a:sym typeface="Public Sans Light"/>
                      </a:endParaRPr>
                    </a:p>
                  </a:txBody>
                  <a:tcPr marT="91425" marB="91425" marR="91425" marL="91425" anchor="ctr">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chemeClr val="accent2"/>
                    </a:solidFill>
                  </a:tcPr>
                </a:tc>
                <a:tc>
                  <a:txBody>
                    <a:bodyPr/>
                    <a:lstStyle/>
                    <a:p>
                      <a:pPr indent="0" lvl="0" marL="0" rtl="0" algn="l">
                        <a:spcBef>
                          <a:spcPts val="0"/>
                        </a:spcBef>
                        <a:spcAft>
                          <a:spcPts val="0"/>
                        </a:spcAft>
                        <a:buNone/>
                      </a:pPr>
                      <a:r>
                        <a:t/>
                      </a:r>
                      <a:endParaRPr sz="1200">
                        <a:solidFill>
                          <a:schemeClr val="dk1"/>
                        </a:solidFill>
                        <a:latin typeface="Public Sans Light"/>
                        <a:ea typeface="Public Sans Light"/>
                        <a:cs typeface="Public Sans Light"/>
                        <a:sym typeface="Public Sans Light"/>
                      </a:endParaRPr>
                    </a:p>
                  </a:txBody>
                  <a:tcPr marT="91425" marB="91425" marR="91425" marL="91425" anchor="ctr">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chemeClr val="accent2"/>
                    </a:solidFill>
                  </a:tcPr>
                </a:tc>
              </a:tr>
            </a:tbl>
          </a:graphicData>
        </a:graphic>
      </p:graphicFrame>
      <p:pic>
        <p:nvPicPr>
          <p:cNvPr id="787" name="Google Shape;787;p69"/>
          <p:cNvPicPr preferRelativeResize="0"/>
          <p:nvPr/>
        </p:nvPicPr>
        <p:blipFill>
          <a:blip r:embed="rId3">
            <a:alphaModFix/>
          </a:blip>
          <a:stretch>
            <a:fillRect/>
          </a:stretch>
        </p:blipFill>
        <p:spPr>
          <a:xfrm>
            <a:off x="7388645" y="3081971"/>
            <a:ext cx="632699" cy="447959"/>
          </a:xfrm>
          <a:prstGeom prst="rect">
            <a:avLst/>
          </a:prstGeom>
          <a:noFill/>
          <a:ln>
            <a:noFill/>
          </a:ln>
        </p:spPr>
      </p:pic>
      <p:pic>
        <p:nvPicPr>
          <p:cNvPr id="788" name="Google Shape;788;p69"/>
          <p:cNvPicPr preferRelativeResize="0"/>
          <p:nvPr/>
        </p:nvPicPr>
        <p:blipFill>
          <a:blip r:embed="rId4">
            <a:alphaModFix/>
          </a:blip>
          <a:stretch>
            <a:fillRect/>
          </a:stretch>
        </p:blipFill>
        <p:spPr>
          <a:xfrm>
            <a:off x="7480500" y="3897842"/>
            <a:ext cx="575050" cy="578200"/>
          </a:xfrm>
          <a:prstGeom prst="rect">
            <a:avLst/>
          </a:prstGeom>
          <a:noFill/>
          <a:ln>
            <a:noFill/>
          </a:ln>
        </p:spPr>
      </p:pic>
      <p:pic>
        <p:nvPicPr>
          <p:cNvPr id="789" name="Google Shape;789;p69"/>
          <p:cNvPicPr preferRelativeResize="0"/>
          <p:nvPr/>
        </p:nvPicPr>
        <p:blipFill>
          <a:blip r:embed="rId5">
            <a:alphaModFix/>
          </a:blip>
          <a:stretch>
            <a:fillRect/>
          </a:stretch>
        </p:blipFill>
        <p:spPr>
          <a:xfrm>
            <a:off x="7326543" y="2306388"/>
            <a:ext cx="756874" cy="30378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93" name="Shape 793"/>
        <p:cNvGrpSpPr/>
        <p:nvPr/>
      </p:nvGrpSpPr>
      <p:grpSpPr>
        <a:xfrm>
          <a:off x="0" y="0"/>
          <a:ext cx="0" cy="0"/>
          <a:chOff x="0" y="0"/>
          <a:chExt cx="0" cy="0"/>
        </a:xfrm>
      </p:grpSpPr>
      <p:sp>
        <p:nvSpPr>
          <p:cNvPr id="794" name="Google Shape;794;p70"/>
          <p:cNvSpPr txBox="1"/>
          <p:nvPr>
            <p:ph type="title"/>
          </p:nvPr>
        </p:nvSpPr>
        <p:spPr>
          <a:xfrm>
            <a:off x="365750" y="274325"/>
            <a:ext cx="8412600" cy="548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What a table!</a:t>
            </a:r>
            <a:endParaRPr/>
          </a:p>
        </p:txBody>
      </p:sp>
      <p:sp>
        <p:nvSpPr>
          <p:cNvPr id="795" name="Google Shape;795;p70"/>
          <p:cNvSpPr txBox="1"/>
          <p:nvPr>
            <p:ph idx="12" type="sldNum"/>
          </p:nvPr>
        </p:nvSpPr>
        <p:spPr>
          <a:xfrm>
            <a:off x="360650" y="4880150"/>
            <a:ext cx="3667800" cy="2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Neo4j Inc. All rights reserved 2023	</a:t>
            </a:r>
            <a:endParaRPr/>
          </a:p>
        </p:txBody>
      </p:sp>
      <p:sp>
        <p:nvSpPr>
          <p:cNvPr id="796" name="Google Shape;796;p70"/>
          <p:cNvSpPr txBox="1"/>
          <p:nvPr>
            <p:ph idx="2" type="sldNum"/>
          </p:nvPr>
        </p:nvSpPr>
        <p:spPr>
          <a:xfrm>
            <a:off x="0" y="4880150"/>
            <a:ext cx="265200" cy="2697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797" name="Google Shape;797;p70"/>
          <p:cNvGraphicFramePr/>
          <p:nvPr/>
        </p:nvGraphicFramePr>
        <p:xfrm>
          <a:off x="365700" y="1188725"/>
          <a:ext cx="3000000" cy="3000000"/>
        </p:xfrm>
        <a:graphic>
          <a:graphicData uri="http://schemas.openxmlformats.org/drawingml/2006/table">
            <a:tbl>
              <a:tblPr>
                <a:noFill/>
                <a:tableStyleId>{A9B5369F-8D34-4FD4-AC5F-F262BE0903B9}</a:tableStyleId>
              </a:tblPr>
              <a:tblGrid>
                <a:gridCol w="2103150"/>
                <a:gridCol w="2103150"/>
                <a:gridCol w="2103150"/>
                <a:gridCol w="2103150"/>
              </a:tblGrid>
              <a:tr h="843800">
                <a:tc>
                  <a:txBody>
                    <a:bodyPr/>
                    <a:lstStyle/>
                    <a:p>
                      <a:pPr indent="0" lvl="0" marL="0" rtl="0" algn="l">
                        <a:spcBef>
                          <a:spcPts val="0"/>
                        </a:spcBef>
                        <a:spcAft>
                          <a:spcPts val="0"/>
                        </a:spcAft>
                        <a:buNone/>
                      </a:pPr>
                      <a:r>
                        <a:rPr lang="en" sz="1600">
                          <a:solidFill>
                            <a:schemeClr val="dk1"/>
                          </a:solidFill>
                          <a:latin typeface="Public Sans SemiBold"/>
                          <a:ea typeface="Public Sans SemiBold"/>
                          <a:cs typeface="Public Sans SemiBold"/>
                          <a:sym typeface="Public Sans SemiBold"/>
                        </a:rPr>
                        <a:t>This is a headline</a:t>
                      </a:r>
                      <a:endParaRPr sz="1600">
                        <a:solidFill>
                          <a:schemeClr val="dk1"/>
                        </a:solidFill>
                        <a:latin typeface="Public Sans SemiBold"/>
                        <a:ea typeface="Public Sans SemiBold"/>
                        <a:cs typeface="Public Sans SemiBold"/>
                        <a:sym typeface="Public Sans SemiBold"/>
                      </a:endParaRPr>
                    </a:p>
                  </a:txBody>
                  <a:tcPr marT="91425" marB="91425" marR="91425" marL="91425" anchor="ctr">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D9D9D9"/>
                    </a:solidFill>
                  </a:tcPr>
                </a:tc>
                <a:tc>
                  <a:txBody>
                    <a:bodyPr/>
                    <a:lstStyle/>
                    <a:p>
                      <a:pPr indent="0" lvl="0" marL="0" rtl="0" algn="l">
                        <a:spcBef>
                          <a:spcPts val="0"/>
                        </a:spcBef>
                        <a:spcAft>
                          <a:spcPts val="0"/>
                        </a:spcAft>
                        <a:buNone/>
                      </a:pPr>
                      <a:r>
                        <a:rPr lang="en" sz="1600">
                          <a:solidFill>
                            <a:schemeClr val="dk1"/>
                          </a:solidFill>
                          <a:latin typeface="Public Sans SemiBold"/>
                          <a:ea typeface="Public Sans SemiBold"/>
                          <a:cs typeface="Public Sans SemiBold"/>
                          <a:sym typeface="Public Sans SemiBold"/>
                        </a:rPr>
                        <a:t>Another headline, another column</a:t>
                      </a:r>
                      <a:endParaRPr sz="1600">
                        <a:solidFill>
                          <a:schemeClr val="dk1"/>
                        </a:solidFill>
                        <a:latin typeface="Public Sans SemiBold"/>
                        <a:ea typeface="Public Sans SemiBold"/>
                        <a:cs typeface="Public Sans SemiBold"/>
                        <a:sym typeface="Public Sans SemiBold"/>
                      </a:endParaRPr>
                    </a:p>
                  </a:txBody>
                  <a:tcPr marT="91425" marB="91425" marR="91425" marL="91425" anchor="ctr">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D9D9D9"/>
                    </a:solidFill>
                  </a:tcPr>
                </a:tc>
                <a:tc>
                  <a:txBody>
                    <a:bodyPr/>
                    <a:lstStyle/>
                    <a:p>
                      <a:pPr indent="0" lvl="0" marL="0" rtl="0" algn="l">
                        <a:spcBef>
                          <a:spcPts val="0"/>
                        </a:spcBef>
                        <a:spcAft>
                          <a:spcPts val="0"/>
                        </a:spcAft>
                        <a:buNone/>
                      </a:pPr>
                      <a:r>
                        <a:rPr lang="en" sz="1600">
                          <a:solidFill>
                            <a:schemeClr val="dk1"/>
                          </a:solidFill>
                          <a:latin typeface="Public Sans SemiBold"/>
                          <a:ea typeface="Public Sans SemiBold"/>
                          <a:cs typeface="Public Sans SemiBold"/>
                          <a:sym typeface="Public Sans SemiBold"/>
                        </a:rPr>
                        <a:t>There is this third headline, too</a:t>
                      </a:r>
                      <a:endParaRPr sz="1600">
                        <a:solidFill>
                          <a:schemeClr val="dk1"/>
                        </a:solidFill>
                        <a:latin typeface="Public Sans SemiBold"/>
                        <a:ea typeface="Public Sans SemiBold"/>
                        <a:cs typeface="Public Sans SemiBold"/>
                        <a:sym typeface="Public Sans SemiBold"/>
                      </a:endParaRPr>
                    </a:p>
                  </a:txBody>
                  <a:tcPr marT="91425" marB="91425" marR="91425" marL="91425" anchor="ctr">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D9D9D9"/>
                    </a:solidFill>
                  </a:tcPr>
                </a:tc>
                <a:tc>
                  <a:txBody>
                    <a:bodyPr/>
                    <a:lstStyle/>
                    <a:p>
                      <a:pPr indent="0" lvl="0" marL="0" rtl="0" algn="l">
                        <a:spcBef>
                          <a:spcPts val="0"/>
                        </a:spcBef>
                        <a:spcAft>
                          <a:spcPts val="0"/>
                        </a:spcAft>
                        <a:buNone/>
                      </a:pPr>
                      <a:r>
                        <a:rPr lang="en" sz="1600">
                          <a:solidFill>
                            <a:schemeClr val="dk1"/>
                          </a:solidFill>
                          <a:latin typeface="Public Sans SemiBold"/>
                          <a:ea typeface="Public Sans SemiBold"/>
                          <a:cs typeface="Public Sans SemiBold"/>
                          <a:sym typeface="Public Sans SemiBold"/>
                        </a:rPr>
                        <a:t>The final headline ready to be read</a:t>
                      </a:r>
                      <a:endParaRPr sz="1600">
                        <a:solidFill>
                          <a:schemeClr val="dk1"/>
                        </a:solidFill>
                        <a:latin typeface="Public Sans SemiBold"/>
                        <a:ea typeface="Public Sans SemiBold"/>
                        <a:cs typeface="Public Sans SemiBold"/>
                        <a:sym typeface="Public Sans SemiBold"/>
                      </a:endParaRPr>
                    </a:p>
                  </a:txBody>
                  <a:tcPr marT="91425" marB="91425" marR="91425" marL="91425" anchor="ctr">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D9D9D9"/>
                    </a:solidFill>
                  </a:tcPr>
                </a:tc>
              </a:tr>
              <a:tr h="843800">
                <a:tc>
                  <a:txBody>
                    <a:bodyPr/>
                    <a:lstStyle/>
                    <a:p>
                      <a:pPr indent="0" lvl="0" marL="0" rtl="0" algn="l">
                        <a:spcBef>
                          <a:spcPts val="0"/>
                        </a:spcBef>
                        <a:spcAft>
                          <a:spcPts val="0"/>
                        </a:spcAft>
                        <a:buNone/>
                      </a:pPr>
                      <a:r>
                        <a:rPr lang="en" sz="1200">
                          <a:solidFill>
                            <a:schemeClr val="dk1"/>
                          </a:solidFill>
                          <a:latin typeface="Public Sans SemiBold"/>
                          <a:ea typeface="Public Sans SemiBold"/>
                          <a:cs typeface="Public Sans SemiBold"/>
                          <a:sym typeface="Public Sans SemiBold"/>
                        </a:rPr>
                        <a:t>Tables contain the wrong font when you create them.</a:t>
                      </a:r>
                      <a:endParaRPr sz="1200">
                        <a:solidFill>
                          <a:schemeClr val="dk1"/>
                        </a:solidFill>
                        <a:latin typeface="Public Sans SemiBold"/>
                        <a:ea typeface="Public Sans SemiBold"/>
                        <a:cs typeface="Public Sans SemiBold"/>
                        <a:sym typeface="Public Sans SemiBold"/>
                      </a:endParaRPr>
                    </a:p>
                  </a:txBody>
                  <a:tcPr marT="91425" marB="91425" marR="91425" marL="91425" anchor="ctr">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F3F3F3"/>
                    </a:solidFill>
                  </a:tcPr>
                </a:tc>
                <a:tc>
                  <a:txBody>
                    <a:bodyPr/>
                    <a:lstStyle/>
                    <a:p>
                      <a:pPr indent="0" lvl="0" marL="0" rtl="0" algn="ctr">
                        <a:spcBef>
                          <a:spcPts val="0"/>
                        </a:spcBef>
                        <a:spcAft>
                          <a:spcPts val="0"/>
                        </a:spcAft>
                        <a:buNone/>
                      </a:pPr>
                      <a:r>
                        <a:rPr lang="en" sz="3200">
                          <a:solidFill>
                            <a:srgbClr val="FFA802"/>
                          </a:solidFill>
                          <a:latin typeface="Public Sans Thin"/>
                          <a:ea typeface="Public Sans Thin"/>
                          <a:cs typeface="Public Sans Thin"/>
                          <a:sym typeface="Public Sans Thin"/>
                        </a:rPr>
                        <a:t>10 ms</a:t>
                      </a:r>
                      <a:endParaRPr sz="3200">
                        <a:solidFill>
                          <a:srgbClr val="FFA802"/>
                        </a:solidFill>
                        <a:latin typeface="Public Sans Thin"/>
                        <a:ea typeface="Public Sans Thin"/>
                        <a:cs typeface="Public Sans Thin"/>
                        <a:sym typeface="Public Sans Thin"/>
                      </a:endParaRPr>
                    </a:p>
                  </a:txBody>
                  <a:tcPr marT="91425" marB="91425" marR="91425" marL="91425" anchor="ctr">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F3F3F3"/>
                    </a:solidFill>
                  </a:tcPr>
                </a:tc>
                <a:tc>
                  <a:txBody>
                    <a:bodyPr/>
                    <a:lstStyle/>
                    <a:p>
                      <a:pPr indent="-304800" lvl="0" marL="457200" rtl="0" algn="l">
                        <a:spcBef>
                          <a:spcPts val="0"/>
                        </a:spcBef>
                        <a:spcAft>
                          <a:spcPts val="0"/>
                        </a:spcAft>
                        <a:buClr>
                          <a:schemeClr val="dk1"/>
                        </a:buClr>
                        <a:buSzPts val="1200"/>
                        <a:buFont typeface="Public Sans Light"/>
                        <a:buChar char="●"/>
                      </a:pPr>
                      <a:r>
                        <a:rPr lang="en" sz="1200">
                          <a:solidFill>
                            <a:schemeClr val="dk1"/>
                          </a:solidFill>
                          <a:latin typeface="Public Sans Light"/>
                          <a:ea typeface="Public Sans Light"/>
                          <a:cs typeface="Public Sans Light"/>
                          <a:sym typeface="Public Sans Light"/>
                        </a:rPr>
                        <a:t>Even inside a table</a:t>
                      </a:r>
                      <a:endParaRPr sz="1200">
                        <a:solidFill>
                          <a:schemeClr val="dk1"/>
                        </a:solidFill>
                        <a:latin typeface="Public Sans Light"/>
                        <a:ea typeface="Public Sans Light"/>
                        <a:cs typeface="Public Sans Light"/>
                        <a:sym typeface="Public Sans Light"/>
                      </a:endParaRPr>
                    </a:p>
                    <a:p>
                      <a:pPr indent="-304800" lvl="0" marL="457200" rtl="0" algn="l">
                        <a:spcBef>
                          <a:spcPts val="0"/>
                        </a:spcBef>
                        <a:spcAft>
                          <a:spcPts val="0"/>
                        </a:spcAft>
                        <a:buClr>
                          <a:schemeClr val="dk1"/>
                        </a:buClr>
                        <a:buSzPts val="1200"/>
                        <a:buFont typeface="Public Sans Light"/>
                        <a:buChar char="●"/>
                      </a:pPr>
                      <a:r>
                        <a:rPr lang="en" sz="1200">
                          <a:solidFill>
                            <a:schemeClr val="dk1"/>
                          </a:solidFill>
                          <a:latin typeface="Public Sans Light"/>
                          <a:ea typeface="Public Sans Light"/>
                          <a:cs typeface="Public Sans Light"/>
                          <a:sym typeface="Public Sans Light"/>
                        </a:rPr>
                        <a:t>there can be bullets</a:t>
                      </a:r>
                      <a:endParaRPr sz="1200">
                        <a:solidFill>
                          <a:schemeClr val="dk1"/>
                        </a:solidFill>
                        <a:latin typeface="Public Sans Light"/>
                        <a:ea typeface="Public Sans Light"/>
                        <a:cs typeface="Public Sans Light"/>
                        <a:sym typeface="Public Sans Light"/>
                      </a:endParaRPr>
                    </a:p>
                  </a:txBody>
                  <a:tcPr marT="91425" marB="91425" marR="91425" marL="91425" anchor="ctr">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F3F3F3"/>
                    </a:solidFill>
                  </a:tcPr>
                </a:tc>
                <a:tc>
                  <a:txBody>
                    <a:bodyPr/>
                    <a:lstStyle/>
                    <a:p>
                      <a:pPr indent="0" lvl="0" marL="0" rtl="0" algn="l">
                        <a:spcBef>
                          <a:spcPts val="0"/>
                        </a:spcBef>
                        <a:spcAft>
                          <a:spcPts val="0"/>
                        </a:spcAft>
                        <a:buNone/>
                      </a:pPr>
                      <a:r>
                        <a:t/>
                      </a:r>
                      <a:endParaRPr sz="1200">
                        <a:solidFill>
                          <a:schemeClr val="dk1"/>
                        </a:solidFill>
                        <a:latin typeface="Public Sans Light"/>
                        <a:ea typeface="Public Sans Light"/>
                        <a:cs typeface="Public Sans Light"/>
                        <a:sym typeface="Public Sans Light"/>
                      </a:endParaRPr>
                    </a:p>
                  </a:txBody>
                  <a:tcPr marT="91425" marB="91425" marR="91425" marL="91425" anchor="ctr">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chemeClr val="accent2"/>
                    </a:solidFill>
                  </a:tcPr>
                </a:tc>
              </a:tr>
              <a:tr h="843800">
                <a:tc>
                  <a:txBody>
                    <a:bodyPr/>
                    <a:lstStyle/>
                    <a:p>
                      <a:pPr indent="0" lvl="0" marL="0" rtl="0" algn="l">
                        <a:spcBef>
                          <a:spcPts val="0"/>
                        </a:spcBef>
                        <a:spcAft>
                          <a:spcPts val="0"/>
                        </a:spcAft>
                        <a:buNone/>
                      </a:pPr>
                      <a:r>
                        <a:rPr lang="en" sz="1200">
                          <a:solidFill>
                            <a:schemeClr val="dk1"/>
                          </a:solidFill>
                          <a:latin typeface="Public Sans SemiBold"/>
                          <a:ea typeface="Public Sans SemiBold"/>
                          <a:cs typeface="Public Sans SemiBold"/>
                          <a:sym typeface="Public Sans SemiBold"/>
                        </a:rPr>
                        <a:t>So it might be better to use this one and alter it.</a:t>
                      </a:r>
                      <a:endParaRPr sz="1200">
                        <a:solidFill>
                          <a:schemeClr val="dk1"/>
                        </a:solidFill>
                        <a:latin typeface="Public Sans SemiBold"/>
                        <a:ea typeface="Public Sans SemiBold"/>
                        <a:cs typeface="Public Sans SemiBold"/>
                        <a:sym typeface="Public Sans SemiBold"/>
                      </a:endParaRPr>
                    </a:p>
                  </a:txBody>
                  <a:tcPr marT="91425" marB="91425" marR="91425" marL="91425" anchor="ctr">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F3F3F3"/>
                    </a:solidFill>
                  </a:tcPr>
                </a:tc>
                <a:tc>
                  <a:txBody>
                    <a:bodyPr/>
                    <a:lstStyle/>
                    <a:p>
                      <a:pPr indent="0" lvl="0" marL="0" rtl="0" algn="ctr">
                        <a:spcBef>
                          <a:spcPts val="0"/>
                        </a:spcBef>
                        <a:spcAft>
                          <a:spcPts val="0"/>
                        </a:spcAft>
                        <a:buNone/>
                      </a:pPr>
                      <a:r>
                        <a:rPr lang="en" sz="3200">
                          <a:solidFill>
                            <a:srgbClr val="D43300"/>
                          </a:solidFill>
                          <a:latin typeface="Public Sans Thin"/>
                          <a:ea typeface="Public Sans Thin"/>
                          <a:cs typeface="Public Sans Thin"/>
                          <a:sym typeface="Public Sans Thin"/>
                        </a:rPr>
                        <a:t>12 ms</a:t>
                      </a:r>
                      <a:endParaRPr sz="3200">
                        <a:solidFill>
                          <a:srgbClr val="D43300"/>
                        </a:solidFill>
                        <a:latin typeface="Public Sans Thin"/>
                        <a:ea typeface="Public Sans Thin"/>
                        <a:cs typeface="Public Sans Thin"/>
                        <a:sym typeface="Public Sans Thin"/>
                      </a:endParaRPr>
                    </a:p>
                  </a:txBody>
                  <a:tcPr marT="91425" marB="91425" marR="91425" marL="91425" anchor="ctr">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F3F3F3"/>
                    </a:solidFill>
                  </a:tcPr>
                </a:tc>
                <a:tc>
                  <a:txBody>
                    <a:bodyPr/>
                    <a:lstStyle/>
                    <a:p>
                      <a:pPr indent="0" lvl="0" marL="0" rtl="0" algn="l">
                        <a:spcBef>
                          <a:spcPts val="0"/>
                        </a:spcBef>
                        <a:spcAft>
                          <a:spcPts val="0"/>
                        </a:spcAft>
                        <a:buNone/>
                      </a:pPr>
                      <a:r>
                        <a:rPr lang="en" sz="1200">
                          <a:solidFill>
                            <a:schemeClr val="dk1"/>
                          </a:solidFill>
                          <a:latin typeface="Public Sans Light"/>
                          <a:ea typeface="Public Sans Light"/>
                          <a:cs typeface="Public Sans Light"/>
                          <a:sym typeface="Public Sans Light"/>
                        </a:rPr>
                        <a:t>But don’t use them often in a table for the space is insufficient</a:t>
                      </a:r>
                      <a:endParaRPr sz="1200">
                        <a:solidFill>
                          <a:schemeClr val="dk1"/>
                        </a:solidFill>
                        <a:latin typeface="Public Sans Light"/>
                        <a:ea typeface="Public Sans Light"/>
                        <a:cs typeface="Public Sans Light"/>
                        <a:sym typeface="Public Sans Light"/>
                      </a:endParaRPr>
                    </a:p>
                  </a:txBody>
                  <a:tcPr marT="91425" marB="91425" marR="91425" marL="91425" anchor="ctr">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F3F3F3"/>
                    </a:solidFill>
                  </a:tcPr>
                </a:tc>
                <a:tc>
                  <a:txBody>
                    <a:bodyPr/>
                    <a:lstStyle/>
                    <a:p>
                      <a:pPr indent="0" lvl="0" marL="0" rtl="0" algn="l">
                        <a:spcBef>
                          <a:spcPts val="0"/>
                        </a:spcBef>
                        <a:spcAft>
                          <a:spcPts val="0"/>
                        </a:spcAft>
                        <a:buNone/>
                      </a:pPr>
                      <a:r>
                        <a:t/>
                      </a:r>
                      <a:endParaRPr sz="1200">
                        <a:solidFill>
                          <a:schemeClr val="dk1"/>
                        </a:solidFill>
                        <a:latin typeface="Public Sans Light"/>
                        <a:ea typeface="Public Sans Light"/>
                        <a:cs typeface="Public Sans Light"/>
                        <a:sym typeface="Public Sans Light"/>
                      </a:endParaRPr>
                    </a:p>
                  </a:txBody>
                  <a:tcPr marT="91425" marB="91425" marR="91425" marL="91425" anchor="ctr">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chemeClr val="accent2"/>
                    </a:solidFill>
                  </a:tcPr>
                </a:tc>
              </a:tr>
              <a:tr h="899525">
                <a:tc>
                  <a:txBody>
                    <a:bodyPr/>
                    <a:lstStyle/>
                    <a:p>
                      <a:pPr indent="0" lvl="0" marL="0" rtl="0" algn="l">
                        <a:spcBef>
                          <a:spcPts val="0"/>
                        </a:spcBef>
                        <a:spcAft>
                          <a:spcPts val="0"/>
                        </a:spcAft>
                        <a:buNone/>
                      </a:pPr>
                      <a:r>
                        <a:rPr lang="en" sz="1200">
                          <a:solidFill>
                            <a:schemeClr val="dk1"/>
                          </a:solidFill>
                          <a:latin typeface="Public Sans SemiBold"/>
                          <a:ea typeface="Public Sans SemiBold"/>
                          <a:cs typeface="Public Sans SemiBold"/>
                          <a:sym typeface="Public Sans SemiBold"/>
                        </a:rPr>
                        <a:t>With the right mouse button you can access functions to alter the table.</a:t>
                      </a:r>
                      <a:endParaRPr sz="1200">
                        <a:solidFill>
                          <a:schemeClr val="dk1"/>
                        </a:solidFill>
                        <a:latin typeface="Public Sans SemiBold"/>
                        <a:ea typeface="Public Sans SemiBold"/>
                        <a:cs typeface="Public Sans SemiBold"/>
                        <a:sym typeface="Public Sans SemiBold"/>
                      </a:endParaRPr>
                    </a:p>
                  </a:txBody>
                  <a:tcPr marT="91425" marB="91425" marR="91425" marL="91425" anchor="ctr">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F3F3F3"/>
                    </a:solidFill>
                  </a:tcPr>
                </a:tc>
                <a:tc>
                  <a:txBody>
                    <a:bodyPr/>
                    <a:lstStyle/>
                    <a:p>
                      <a:pPr indent="0" lvl="0" marL="0" rtl="0" algn="ctr">
                        <a:spcBef>
                          <a:spcPts val="0"/>
                        </a:spcBef>
                        <a:spcAft>
                          <a:spcPts val="0"/>
                        </a:spcAft>
                        <a:buNone/>
                      </a:pPr>
                      <a:r>
                        <a:rPr lang="en" sz="3200">
                          <a:solidFill>
                            <a:srgbClr val="90CB62"/>
                          </a:solidFill>
                          <a:latin typeface="Public Sans Thin"/>
                          <a:ea typeface="Public Sans Thin"/>
                          <a:cs typeface="Public Sans Thin"/>
                          <a:sym typeface="Public Sans Thin"/>
                        </a:rPr>
                        <a:t>8 ms</a:t>
                      </a:r>
                      <a:endParaRPr sz="3200">
                        <a:solidFill>
                          <a:srgbClr val="90CB62"/>
                        </a:solidFill>
                        <a:latin typeface="Public Sans Thin"/>
                        <a:ea typeface="Public Sans Thin"/>
                        <a:cs typeface="Public Sans Thin"/>
                        <a:sym typeface="Public Sans Thin"/>
                      </a:endParaRPr>
                    </a:p>
                  </a:txBody>
                  <a:tcPr marT="91425" marB="91425" marR="91425" marL="91425" anchor="ctr">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F3F3F3"/>
                    </a:solidFill>
                  </a:tcPr>
                </a:tc>
                <a:tc>
                  <a:txBody>
                    <a:bodyPr/>
                    <a:lstStyle/>
                    <a:p>
                      <a:pPr indent="-304800" lvl="0" marL="457200" rtl="0" algn="l">
                        <a:spcBef>
                          <a:spcPts val="0"/>
                        </a:spcBef>
                        <a:spcAft>
                          <a:spcPts val="0"/>
                        </a:spcAft>
                        <a:buClr>
                          <a:schemeClr val="dk1"/>
                        </a:buClr>
                        <a:buSzPts val="1200"/>
                        <a:buFont typeface="Public Sans Light"/>
                        <a:buChar char="●"/>
                      </a:pPr>
                      <a:r>
                        <a:rPr lang="en" sz="1200">
                          <a:solidFill>
                            <a:schemeClr val="dk1"/>
                          </a:solidFill>
                          <a:latin typeface="Public Sans Light"/>
                          <a:ea typeface="Public Sans Light"/>
                          <a:cs typeface="Public Sans Light"/>
                          <a:sym typeface="Public Sans Light"/>
                        </a:rPr>
                        <a:t>One word</a:t>
                      </a:r>
                      <a:endParaRPr sz="1200">
                        <a:solidFill>
                          <a:schemeClr val="dk1"/>
                        </a:solidFill>
                        <a:latin typeface="Public Sans Light"/>
                        <a:ea typeface="Public Sans Light"/>
                        <a:cs typeface="Public Sans Light"/>
                        <a:sym typeface="Public Sans Light"/>
                      </a:endParaRPr>
                    </a:p>
                    <a:p>
                      <a:pPr indent="-304800" lvl="0" marL="457200" rtl="0" algn="l">
                        <a:spcBef>
                          <a:spcPts val="0"/>
                        </a:spcBef>
                        <a:spcAft>
                          <a:spcPts val="0"/>
                        </a:spcAft>
                        <a:buClr>
                          <a:schemeClr val="dk1"/>
                        </a:buClr>
                        <a:buSzPts val="1200"/>
                        <a:buFont typeface="Public Sans Light"/>
                        <a:buChar char="●"/>
                      </a:pPr>
                      <a:r>
                        <a:rPr lang="en" sz="1200">
                          <a:solidFill>
                            <a:schemeClr val="dk1"/>
                          </a:solidFill>
                          <a:latin typeface="Public Sans Light"/>
                          <a:ea typeface="Public Sans Light"/>
                          <a:cs typeface="Public Sans Light"/>
                          <a:sym typeface="Public Sans Light"/>
                        </a:rPr>
                        <a:t>Another word</a:t>
                      </a:r>
                      <a:endParaRPr sz="1200">
                        <a:solidFill>
                          <a:schemeClr val="dk1"/>
                        </a:solidFill>
                        <a:latin typeface="Public Sans Light"/>
                        <a:ea typeface="Public Sans Light"/>
                        <a:cs typeface="Public Sans Light"/>
                        <a:sym typeface="Public Sans Light"/>
                      </a:endParaRPr>
                    </a:p>
                    <a:p>
                      <a:pPr indent="-304800" lvl="0" marL="457200" rtl="0" algn="l">
                        <a:spcBef>
                          <a:spcPts val="0"/>
                        </a:spcBef>
                        <a:spcAft>
                          <a:spcPts val="0"/>
                        </a:spcAft>
                        <a:buClr>
                          <a:schemeClr val="dk1"/>
                        </a:buClr>
                        <a:buSzPts val="1200"/>
                        <a:buFont typeface="Public Sans Light"/>
                        <a:buChar char="●"/>
                      </a:pPr>
                      <a:r>
                        <a:rPr lang="en" sz="1200">
                          <a:solidFill>
                            <a:schemeClr val="dk1"/>
                          </a:solidFill>
                          <a:latin typeface="Public Sans Light"/>
                          <a:ea typeface="Public Sans Light"/>
                          <a:cs typeface="Public Sans Light"/>
                          <a:sym typeface="Public Sans Light"/>
                        </a:rPr>
                        <a:t>A third word</a:t>
                      </a:r>
                      <a:endParaRPr sz="1200">
                        <a:solidFill>
                          <a:schemeClr val="dk1"/>
                        </a:solidFill>
                        <a:latin typeface="Public Sans Light"/>
                        <a:ea typeface="Public Sans Light"/>
                        <a:cs typeface="Public Sans Light"/>
                        <a:sym typeface="Public Sans Light"/>
                      </a:endParaRPr>
                    </a:p>
                  </a:txBody>
                  <a:tcPr marT="91425" marB="91425" marR="91425" marL="91425" anchor="ctr">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F3F3F3"/>
                    </a:solidFill>
                  </a:tcPr>
                </a:tc>
                <a:tc>
                  <a:txBody>
                    <a:bodyPr/>
                    <a:lstStyle/>
                    <a:p>
                      <a:pPr indent="0" lvl="0" marL="0" rtl="0" algn="l">
                        <a:spcBef>
                          <a:spcPts val="0"/>
                        </a:spcBef>
                        <a:spcAft>
                          <a:spcPts val="0"/>
                        </a:spcAft>
                        <a:buNone/>
                      </a:pPr>
                      <a:r>
                        <a:t/>
                      </a:r>
                      <a:endParaRPr sz="1200">
                        <a:solidFill>
                          <a:schemeClr val="dk1"/>
                        </a:solidFill>
                        <a:latin typeface="Public Sans Light"/>
                        <a:ea typeface="Public Sans Light"/>
                        <a:cs typeface="Public Sans Light"/>
                        <a:sym typeface="Public Sans Light"/>
                      </a:endParaRPr>
                    </a:p>
                  </a:txBody>
                  <a:tcPr marT="91425" marB="91425" marR="91425" marL="91425" anchor="ctr">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chemeClr val="accent2"/>
                    </a:solidFill>
                  </a:tcPr>
                </a:tc>
              </a:tr>
            </a:tbl>
          </a:graphicData>
        </a:graphic>
      </p:graphicFrame>
      <p:pic>
        <p:nvPicPr>
          <p:cNvPr id="798" name="Google Shape;798;p70"/>
          <p:cNvPicPr preferRelativeResize="0"/>
          <p:nvPr/>
        </p:nvPicPr>
        <p:blipFill>
          <a:blip r:embed="rId3">
            <a:alphaModFix/>
          </a:blip>
          <a:stretch>
            <a:fillRect/>
          </a:stretch>
        </p:blipFill>
        <p:spPr>
          <a:xfrm>
            <a:off x="7388645" y="3081971"/>
            <a:ext cx="632699" cy="447959"/>
          </a:xfrm>
          <a:prstGeom prst="rect">
            <a:avLst/>
          </a:prstGeom>
          <a:noFill/>
          <a:ln>
            <a:noFill/>
          </a:ln>
        </p:spPr>
      </p:pic>
      <p:pic>
        <p:nvPicPr>
          <p:cNvPr id="799" name="Google Shape;799;p70"/>
          <p:cNvPicPr preferRelativeResize="0"/>
          <p:nvPr/>
        </p:nvPicPr>
        <p:blipFill>
          <a:blip r:embed="rId4">
            <a:alphaModFix/>
          </a:blip>
          <a:stretch>
            <a:fillRect/>
          </a:stretch>
        </p:blipFill>
        <p:spPr>
          <a:xfrm>
            <a:off x="7480500" y="3897842"/>
            <a:ext cx="575050" cy="578200"/>
          </a:xfrm>
          <a:prstGeom prst="rect">
            <a:avLst/>
          </a:prstGeom>
          <a:noFill/>
          <a:ln>
            <a:noFill/>
          </a:ln>
        </p:spPr>
      </p:pic>
      <p:pic>
        <p:nvPicPr>
          <p:cNvPr id="800" name="Google Shape;800;p70"/>
          <p:cNvPicPr preferRelativeResize="0"/>
          <p:nvPr/>
        </p:nvPicPr>
        <p:blipFill>
          <a:blip r:embed="rId5">
            <a:alphaModFix/>
          </a:blip>
          <a:stretch>
            <a:fillRect/>
          </a:stretch>
        </p:blipFill>
        <p:spPr>
          <a:xfrm>
            <a:off x="7326543" y="2306388"/>
            <a:ext cx="756874" cy="30378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p71"/>
          <p:cNvSpPr txBox="1"/>
          <p:nvPr>
            <p:ph type="ctrTitle"/>
          </p:nvPr>
        </p:nvSpPr>
        <p:spPr>
          <a:xfrm>
            <a:off x="909908" y="1605476"/>
            <a:ext cx="7498200" cy="17460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b="1" lang="en">
                <a:latin typeface="Syne"/>
                <a:ea typeface="Syne"/>
                <a:cs typeface="Syne"/>
                <a:sym typeface="Syne"/>
              </a:rPr>
              <a:t>Type-O-Elements</a:t>
            </a:r>
            <a:endParaRPr b="1">
              <a:latin typeface="Syne"/>
              <a:ea typeface="Syne"/>
              <a:cs typeface="Syne"/>
              <a:sym typeface="Syne"/>
            </a:endParaRPr>
          </a:p>
        </p:txBody>
      </p:sp>
      <p:sp>
        <p:nvSpPr>
          <p:cNvPr id="806" name="Google Shape;806;p71"/>
          <p:cNvSpPr txBox="1"/>
          <p:nvPr>
            <p:ph idx="1" type="subTitle"/>
          </p:nvPr>
        </p:nvSpPr>
        <p:spPr>
          <a:xfrm>
            <a:off x="922717" y="3457429"/>
            <a:ext cx="4206300" cy="883500"/>
          </a:xfrm>
          <a:prstGeom prst="rect">
            <a:avLst/>
          </a:prstGeom>
        </p:spPr>
        <p:txBody>
          <a:bodyPr anchorCtr="0" anchor="t" bIns="0" lIns="0" spcFirstLastPara="1" rIns="0" wrap="square" tIns="0">
            <a:noAutofit/>
          </a:bodyPr>
          <a:lstStyle/>
          <a:p>
            <a:pPr indent="0" lvl="0" marL="0" rtl="0" algn="l">
              <a:spcBef>
                <a:spcPts val="0"/>
              </a:spcBef>
              <a:spcAft>
                <a:spcPts val="1200"/>
              </a:spcAft>
              <a:buNone/>
            </a:pPr>
            <a:r>
              <a:rPr lang="en"/>
              <a:t>Ready-to-use type elements</a:t>
            </a:r>
            <a:endParaRPr/>
          </a:p>
        </p:txBody>
      </p:sp>
      <p:sp>
        <p:nvSpPr>
          <p:cNvPr id="807" name="Google Shape;807;p71"/>
          <p:cNvSpPr txBox="1"/>
          <p:nvPr>
            <p:ph idx="12" type="sldNum"/>
          </p:nvPr>
        </p:nvSpPr>
        <p:spPr>
          <a:xfrm>
            <a:off x="360650" y="4880150"/>
            <a:ext cx="3667800" cy="2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Neo4j Inc. All rights reserved 2023	</a:t>
            </a:r>
            <a:endParaRPr/>
          </a:p>
        </p:txBody>
      </p:sp>
      <p:sp>
        <p:nvSpPr>
          <p:cNvPr id="808" name="Google Shape;808;p71"/>
          <p:cNvSpPr txBox="1"/>
          <p:nvPr>
            <p:ph idx="2" type="sldNum"/>
          </p:nvPr>
        </p:nvSpPr>
        <p:spPr>
          <a:xfrm>
            <a:off x="0" y="4880150"/>
            <a:ext cx="265200" cy="2697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812" name="Shape 812"/>
        <p:cNvGrpSpPr/>
        <p:nvPr/>
      </p:nvGrpSpPr>
      <p:grpSpPr>
        <a:xfrm>
          <a:off x="0" y="0"/>
          <a:ext cx="0" cy="0"/>
          <a:chOff x="0" y="0"/>
          <a:chExt cx="0" cy="0"/>
        </a:xfrm>
      </p:grpSpPr>
      <p:sp>
        <p:nvSpPr>
          <p:cNvPr id="813" name="Google Shape;813;p72"/>
          <p:cNvSpPr txBox="1"/>
          <p:nvPr>
            <p:ph type="title"/>
          </p:nvPr>
        </p:nvSpPr>
        <p:spPr>
          <a:xfrm>
            <a:off x="365750" y="274325"/>
            <a:ext cx="3657600" cy="548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Basic Typography</a:t>
            </a:r>
            <a:endParaRPr/>
          </a:p>
        </p:txBody>
      </p:sp>
      <p:sp>
        <p:nvSpPr>
          <p:cNvPr id="814" name="Google Shape;814;p72"/>
          <p:cNvSpPr txBox="1"/>
          <p:nvPr>
            <p:ph idx="12" type="sldNum"/>
          </p:nvPr>
        </p:nvSpPr>
        <p:spPr>
          <a:xfrm>
            <a:off x="360650" y="4880150"/>
            <a:ext cx="3667800" cy="2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Neo4j Inc. All rights reserved 2023	</a:t>
            </a:r>
            <a:endParaRPr/>
          </a:p>
        </p:txBody>
      </p:sp>
      <p:sp>
        <p:nvSpPr>
          <p:cNvPr id="815" name="Google Shape;815;p72"/>
          <p:cNvSpPr txBox="1"/>
          <p:nvPr>
            <p:ph idx="2" type="sldNum"/>
          </p:nvPr>
        </p:nvSpPr>
        <p:spPr>
          <a:xfrm>
            <a:off x="0" y="4880150"/>
            <a:ext cx="265200" cy="2697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816" name="Google Shape;816;p72"/>
          <p:cNvSpPr txBox="1"/>
          <p:nvPr/>
        </p:nvSpPr>
        <p:spPr>
          <a:xfrm>
            <a:off x="360650" y="1188725"/>
            <a:ext cx="3845700" cy="32631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 sz="1600">
                <a:latin typeface="Public Sans Light"/>
                <a:ea typeface="Public Sans Light"/>
                <a:cs typeface="Public Sans Light"/>
                <a:sym typeface="Public Sans Light"/>
              </a:rPr>
              <a:t>Public Sans</a:t>
            </a:r>
            <a:endParaRPr sz="1600">
              <a:latin typeface="Public Sans Light"/>
              <a:ea typeface="Public Sans Light"/>
              <a:cs typeface="Public Sans Light"/>
              <a:sym typeface="Public Sans Light"/>
            </a:endParaRPr>
          </a:p>
          <a:p>
            <a:pPr indent="0" lvl="0" marL="0" rtl="0" algn="l">
              <a:lnSpc>
                <a:spcPct val="100000"/>
              </a:lnSpc>
              <a:spcBef>
                <a:spcPts val="0"/>
              </a:spcBef>
              <a:spcAft>
                <a:spcPts val="0"/>
              </a:spcAft>
              <a:buNone/>
            </a:pPr>
            <a:r>
              <a:t/>
            </a:r>
            <a:endParaRPr sz="1600">
              <a:latin typeface="Public Sans Light"/>
              <a:ea typeface="Public Sans Light"/>
              <a:cs typeface="Public Sans Light"/>
              <a:sym typeface="Public Sans Light"/>
            </a:endParaRPr>
          </a:p>
          <a:p>
            <a:pPr indent="0" lvl="0" marL="0" rtl="0" algn="l">
              <a:lnSpc>
                <a:spcPct val="100000"/>
              </a:lnSpc>
              <a:spcBef>
                <a:spcPts val="0"/>
              </a:spcBef>
              <a:spcAft>
                <a:spcPts val="0"/>
              </a:spcAft>
              <a:buNone/>
            </a:pPr>
            <a:r>
              <a:rPr lang="en" sz="1600">
                <a:latin typeface="Public Sans Light"/>
                <a:ea typeface="Public Sans Light"/>
                <a:cs typeface="Public Sans Light"/>
                <a:sym typeface="Public Sans Light"/>
              </a:rPr>
              <a:t>Standard (Light, 16px)</a:t>
            </a:r>
            <a:br>
              <a:rPr lang="en" sz="1600">
                <a:latin typeface="Public Sans Light"/>
                <a:ea typeface="Public Sans Light"/>
                <a:cs typeface="Public Sans Light"/>
                <a:sym typeface="Public Sans Light"/>
              </a:rPr>
            </a:br>
            <a:r>
              <a:rPr lang="en" sz="1600">
                <a:latin typeface="Public Sans SemiBold"/>
                <a:ea typeface="Public Sans SemiBold"/>
                <a:cs typeface="Public Sans SemiBold"/>
                <a:sym typeface="Public Sans SemiBold"/>
              </a:rPr>
              <a:t>Standard bold (Semi Bold, 16px)</a:t>
            </a:r>
            <a:br>
              <a:rPr lang="en" sz="1600">
                <a:latin typeface="Public Sans Light"/>
                <a:ea typeface="Public Sans Light"/>
                <a:cs typeface="Public Sans Light"/>
                <a:sym typeface="Public Sans Light"/>
              </a:rPr>
            </a:br>
            <a:br>
              <a:rPr lang="en" sz="1600">
                <a:latin typeface="Public Sans Light"/>
                <a:ea typeface="Public Sans Light"/>
                <a:cs typeface="Public Sans Light"/>
                <a:sym typeface="Public Sans Light"/>
              </a:rPr>
            </a:br>
            <a:r>
              <a:rPr lang="en" sz="1200">
                <a:latin typeface="Public Sans Light"/>
                <a:ea typeface="Public Sans Light"/>
                <a:cs typeface="Public Sans Light"/>
                <a:sym typeface="Public Sans Light"/>
              </a:rPr>
              <a:t>Small (Light, 12px)</a:t>
            </a:r>
            <a:endParaRPr sz="1200">
              <a:latin typeface="Public Sans Light"/>
              <a:ea typeface="Public Sans Light"/>
              <a:cs typeface="Public Sans Light"/>
              <a:sym typeface="Public Sans Light"/>
            </a:endParaRPr>
          </a:p>
          <a:p>
            <a:pPr indent="0" lvl="0" marL="0" rtl="0" algn="l">
              <a:spcBef>
                <a:spcPts val="0"/>
              </a:spcBef>
              <a:spcAft>
                <a:spcPts val="0"/>
              </a:spcAft>
              <a:buNone/>
            </a:pPr>
            <a:r>
              <a:rPr lang="en" sz="1200">
                <a:latin typeface="Public Sans SemiBold"/>
                <a:ea typeface="Public Sans SemiBold"/>
                <a:cs typeface="Public Sans SemiBold"/>
                <a:sym typeface="Public Sans SemiBold"/>
              </a:rPr>
              <a:t>Small bold (Semi Bold, 12px)</a:t>
            </a:r>
            <a:endParaRPr sz="1200">
              <a:latin typeface="Public Sans SemiBold"/>
              <a:ea typeface="Public Sans SemiBold"/>
              <a:cs typeface="Public Sans SemiBold"/>
              <a:sym typeface="Public Sans SemiBold"/>
            </a:endParaRPr>
          </a:p>
          <a:p>
            <a:pPr indent="0" lvl="0" marL="0" rtl="0" algn="l">
              <a:spcBef>
                <a:spcPts val="0"/>
              </a:spcBef>
              <a:spcAft>
                <a:spcPts val="0"/>
              </a:spcAft>
              <a:buNone/>
            </a:pPr>
            <a:r>
              <a:t/>
            </a:r>
            <a:endParaRPr sz="1200">
              <a:latin typeface="Public Sans SemiBold"/>
              <a:ea typeface="Public Sans SemiBold"/>
              <a:cs typeface="Public Sans SemiBold"/>
              <a:sym typeface="Public Sans SemiBold"/>
            </a:endParaRPr>
          </a:p>
          <a:p>
            <a:pPr indent="0" lvl="0" marL="0" rtl="0" algn="l">
              <a:spcBef>
                <a:spcPts val="0"/>
              </a:spcBef>
              <a:spcAft>
                <a:spcPts val="0"/>
              </a:spcAft>
              <a:buNone/>
            </a:pPr>
            <a:r>
              <a:rPr lang="en" sz="800">
                <a:latin typeface="Public Sans"/>
                <a:ea typeface="Public Sans"/>
                <a:cs typeface="Public Sans"/>
                <a:sym typeface="Public Sans"/>
              </a:rPr>
              <a:t>Smallest (Normal, 8px)</a:t>
            </a:r>
            <a:endParaRPr sz="800">
              <a:latin typeface="Public Sans"/>
              <a:ea typeface="Public Sans"/>
              <a:cs typeface="Public Sans"/>
              <a:sym typeface="Public Sans"/>
            </a:endParaRPr>
          </a:p>
          <a:p>
            <a:pPr indent="0" lvl="0" marL="0" rtl="0" algn="l">
              <a:spcBef>
                <a:spcPts val="0"/>
              </a:spcBef>
              <a:spcAft>
                <a:spcPts val="0"/>
              </a:spcAft>
              <a:buNone/>
            </a:pPr>
            <a:r>
              <a:rPr b="1" lang="en" sz="800">
                <a:latin typeface="Public Sans"/>
                <a:ea typeface="Public Sans"/>
                <a:cs typeface="Public Sans"/>
                <a:sym typeface="Public Sans"/>
              </a:rPr>
              <a:t>Smallest (Bold, 8px)</a:t>
            </a:r>
            <a:endParaRPr b="1" sz="800">
              <a:latin typeface="Public Sans"/>
              <a:ea typeface="Public Sans"/>
              <a:cs typeface="Public Sans"/>
              <a:sym typeface="Public Sans"/>
            </a:endParaRPr>
          </a:p>
          <a:p>
            <a:pPr indent="0" lvl="0" marL="0" rtl="0" algn="l">
              <a:spcBef>
                <a:spcPts val="0"/>
              </a:spcBef>
              <a:spcAft>
                <a:spcPts val="0"/>
              </a:spcAft>
              <a:buNone/>
            </a:pPr>
            <a:r>
              <a:t/>
            </a:r>
            <a:endParaRPr b="1" sz="800">
              <a:latin typeface="Public Sans"/>
              <a:ea typeface="Public Sans"/>
              <a:cs typeface="Public Sans"/>
              <a:sym typeface="Public Sans"/>
            </a:endParaRPr>
          </a:p>
          <a:p>
            <a:pPr indent="0" lvl="0" marL="0" rtl="0" algn="l">
              <a:spcBef>
                <a:spcPts val="0"/>
              </a:spcBef>
              <a:spcAft>
                <a:spcPts val="0"/>
              </a:spcAft>
              <a:buNone/>
            </a:pPr>
            <a:r>
              <a:t/>
            </a:r>
            <a:endParaRPr b="1" sz="800">
              <a:latin typeface="Public Sans"/>
              <a:ea typeface="Public Sans"/>
              <a:cs typeface="Public Sans"/>
              <a:sym typeface="Public Sans"/>
            </a:endParaRPr>
          </a:p>
          <a:p>
            <a:pPr indent="0" lvl="0" marL="0" rtl="0" algn="l">
              <a:spcBef>
                <a:spcPts val="0"/>
              </a:spcBef>
              <a:spcAft>
                <a:spcPts val="0"/>
              </a:spcAft>
              <a:buNone/>
            </a:pPr>
            <a:r>
              <a:rPr lang="en" sz="3200">
                <a:latin typeface="Public Sans Thin"/>
                <a:ea typeface="Public Sans Thin"/>
                <a:cs typeface="Public Sans Thin"/>
                <a:sym typeface="Public Sans Thin"/>
              </a:rPr>
              <a:t>Big Number</a:t>
            </a:r>
            <a:r>
              <a:rPr lang="en" sz="3200">
                <a:latin typeface="Public Sans SemiBold"/>
                <a:ea typeface="Public Sans SemiBold"/>
                <a:cs typeface="Public Sans SemiBold"/>
                <a:sym typeface="Public Sans SemiBold"/>
              </a:rPr>
              <a:t> </a:t>
            </a:r>
            <a:br>
              <a:rPr lang="en" sz="3200">
                <a:latin typeface="Public Sans SemiBold"/>
                <a:ea typeface="Public Sans SemiBold"/>
                <a:cs typeface="Public Sans SemiBold"/>
                <a:sym typeface="Public Sans SemiBold"/>
              </a:rPr>
            </a:br>
            <a:r>
              <a:rPr lang="en" sz="1600">
                <a:latin typeface="Public Sans SemiBold"/>
                <a:ea typeface="Public Sans SemiBold"/>
                <a:cs typeface="Public Sans SemiBold"/>
                <a:sym typeface="Public Sans SemiBold"/>
              </a:rPr>
              <a:t>(Thin, 32px </a:t>
            </a:r>
            <a:br>
              <a:rPr lang="en" sz="1600">
                <a:latin typeface="Public Sans SemiBold"/>
                <a:ea typeface="Public Sans SemiBold"/>
                <a:cs typeface="Public Sans SemiBold"/>
                <a:sym typeface="Public Sans SemiBold"/>
              </a:rPr>
            </a:br>
            <a:r>
              <a:rPr lang="en" sz="1600">
                <a:latin typeface="Public Sans SemiBold"/>
                <a:ea typeface="Public Sans SemiBold"/>
                <a:cs typeface="Public Sans SemiBold"/>
                <a:sym typeface="Public Sans SemiBold"/>
              </a:rPr>
              <a:t>or 32 + multiples of 16)</a:t>
            </a:r>
            <a:endParaRPr sz="1600">
              <a:latin typeface="Public Sans SemiBold"/>
              <a:ea typeface="Public Sans SemiBold"/>
              <a:cs typeface="Public Sans SemiBold"/>
              <a:sym typeface="Public Sans SemiBold"/>
            </a:endParaRPr>
          </a:p>
        </p:txBody>
      </p:sp>
      <p:sp>
        <p:nvSpPr>
          <p:cNvPr id="817" name="Google Shape;817;p72"/>
          <p:cNvSpPr txBox="1"/>
          <p:nvPr>
            <p:ph idx="3" type="body"/>
          </p:nvPr>
        </p:nvSpPr>
        <p:spPr>
          <a:xfrm>
            <a:off x="4933950" y="1188725"/>
            <a:ext cx="3657600" cy="3430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t/>
            </a:r>
            <a:endParaRPr>
              <a:solidFill>
                <a:srgbClr val="000000"/>
              </a:solidFill>
              <a:latin typeface="Public Sans SemiBold"/>
              <a:ea typeface="Public Sans SemiBold"/>
              <a:cs typeface="Public Sans SemiBold"/>
              <a:sym typeface="Public Sans SemiBold"/>
            </a:endParaRPr>
          </a:p>
          <a:p>
            <a:pPr indent="0" lvl="0" marL="0" rtl="0" algn="l">
              <a:lnSpc>
                <a:spcPct val="100000"/>
              </a:lnSpc>
              <a:spcBef>
                <a:spcPts val="0"/>
              </a:spcBef>
              <a:spcAft>
                <a:spcPts val="0"/>
              </a:spcAft>
              <a:buNone/>
            </a:pPr>
            <a:r>
              <a:t/>
            </a:r>
            <a:endParaRPr>
              <a:solidFill>
                <a:srgbClr val="000000"/>
              </a:solidFill>
              <a:latin typeface="Public Sans SemiBold"/>
              <a:ea typeface="Public Sans SemiBold"/>
              <a:cs typeface="Public Sans SemiBold"/>
              <a:sym typeface="Public Sans SemiBold"/>
            </a:endParaRPr>
          </a:p>
          <a:p>
            <a:pPr indent="0" lvl="0" marL="0" rtl="0" algn="l">
              <a:lnSpc>
                <a:spcPct val="100000"/>
              </a:lnSpc>
              <a:spcBef>
                <a:spcPts val="0"/>
              </a:spcBef>
              <a:spcAft>
                <a:spcPts val="0"/>
              </a:spcAft>
              <a:buNone/>
            </a:pPr>
            <a:r>
              <a:rPr lang="en">
                <a:solidFill>
                  <a:schemeClr val="dk1"/>
                </a:solidFill>
              </a:rPr>
              <a:t>Looks somehow big?</a:t>
            </a:r>
            <a:br>
              <a:rPr lang="en">
                <a:solidFill>
                  <a:schemeClr val="dk1"/>
                </a:solidFill>
                <a:latin typeface="Public Sans SemiBold"/>
                <a:ea typeface="Public Sans SemiBold"/>
                <a:cs typeface="Public Sans SemiBold"/>
                <a:sym typeface="Public Sans SemiBold"/>
              </a:rPr>
            </a:br>
            <a:r>
              <a:rPr lang="en">
                <a:solidFill>
                  <a:schemeClr val="dk1"/>
                </a:solidFill>
                <a:latin typeface="Public Sans SemiBold"/>
                <a:ea typeface="Public Sans SemiBold"/>
                <a:cs typeface="Public Sans SemiBold"/>
                <a:sym typeface="Public Sans SemiBold"/>
              </a:rPr>
              <a:t>Readability is good for business!</a:t>
            </a:r>
            <a:endParaRPr>
              <a:solidFill>
                <a:schemeClr val="dk1"/>
              </a:solidFill>
              <a:latin typeface="Public Sans SemiBold"/>
              <a:ea typeface="Public Sans SemiBold"/>
              <a:cs typeface="Public Sans SemiBold"/>
              <a:sym typeface="Public Sans SemiBold"/>
            </a:endParaRPr>
          </a:p>
          <a:p>
            <a:pPr indent="0" lvl="0" marL="0" rtl="0" algn="l">
              <a:lnSpc>
                <a:spcPct val="100000"/>
              </a:lnSpc>
              <a:spcBef>
                <a:spcPts val="0"/>
              </a:spcBef>
              <a:spcAft>
                <a:spcPts val="0"/>
              </a:spcAft>
              <a:buNone/>
            </a:pPr>
            <a:r>
              <a:t/>
            </a:r>
            <a:endParaRPr>
              <a:solidFill>
                <a:schemeClr val="dk1"/>
              </a:solidFill>
              <a:latin typeface="Public Sans SemiBold"/>
              <a:ea typeface="Public Sans SemiBold"/>
              <a:cs typeface="Public Sans SemiBold"/>
              <a:sym typeface="Public Sans SemiBold"/>
            </a:endParaRPr>
          </a:p>
          <a:p>
            <a:pPr indent="0" lvl="0" marL="0" rtl="0" algn="l">
              <a:lnSpc>
                <a:spcPct val="100000"/>
              </a:lnSpc>
              <a:spcBef>
                <a:spcPts val="0"/>
              </a:spcBef>
              <a:spcAft>
                <a:spcPts val="0"/>
              </a:spcAft>
              <a:buNone/>
            </a:pPr>
            <a:r>
              <a:rPr lang="en" sz="1200">
                <a:solidFill>
                  <a:schemeClr val="dk1"/>
                </a:solidFill>
              </a:rPr>
              <a:t>Already hard to read under certain circumstances.</a:t>
            </a:r>
            <a:endParaRPr sz="1200">
              <a:solidFill>
                <a:schemeClr val="dk1"/>
              </a:solidFill>
            </a:endParaRPr>
          </a:p>
          <a:p>
            <a:pPr indent="0" lvl="0" marL="0" rtl="0" algn="l">
              <a:lnSpc>
                <a:spcPct val="100000"/>
              </a:lnSpc>
              <a:spcBef>
                <a:spcPts val="0"/>
              </a:spcBef>
              <a:spcAft>
                <a:spcPts val="0"/>
              </a:spcAft>
              <a:buNone/>
            </a:pPr>
            <a:r>
              <a:rPr lang="en" sz="1200">
                <a:solidFill>
                  <a:schemeClr val="dk1"/>
                </a:solidFill>
                <a:latin typeface="Public Sans SemiBold"/>
                <a:ea typeface="Public Sans SemiBold"/>
                <a:cs typeface="Public Sans SemiBold"/>
                <a:sym typeface="Public Sans SemiBold"/>
              </a:rPr>
              <a:t>Respect your audience!</a:t>
            </a:r>
            <a:endParaRPr sz="1200">
              <a:solidFill>
                <a:schemeClr val="dk1"/>
              </a:solidFill>
              <a:latin typeface="Public Sans SemiBold"/>
              <a:ea typeface="Public Sans SemiBold"/>
              <a:cs typeface="Public Sans SemiBold"/>
              <a:sym typeface="Public Sans SemiBold"/>
            </a:endParaRPr>
          </a:p>
          <a:p>
            <a:pPr indent="0" lvl="0" marL="0" rtl="0" algn="l">
              <a:lnSpc>
                <a:spcPct val="100000"/>
              </a:lnSpc>
              <a:spcBef>
                <a:spcPts val="0"/>
              </a:spcBef>
              <a:spcAft>
                <a:spcPts val="0"/>
              </a:spcAft>
              <a:buNone/>
            </a:pPr>
            <a:r>
              <a:t/>
            </a:r>
            <a:endParaRPr sz="1200">
              <a:solidFill>
                <a:schemeClr val="dk1"/>
              </a:solidFill>
            </a:endParaRPr>
          </a:p>
          <a:p>
            <a:pPr indent="0" lvl="0" marL="0" rtl="0" algn="l">
              <a:lnSpc>
                <a:spcPct val="100000"/>
              </a:lnSpc>
              <a:spcBef>
                <a:spcPts val="0"/>
              </a:spcBef>
              <a:spcAft>
                <a:spcPts val="0"/>
              </a:spcAft>
              <a:buNone/>
            </a:pPr>
            <a:r>
              <a:rPr lang="en" sz="800">
                <a:solidFill>
                  <a:schemeClr val="dk1"/>
                </a:solidFill>
                <a:latin typeface="Public Sans"/>
                <a:ea typeface="Public Sans"/>
                <a:cs typeface="Public Sans"/>
                <a:sym typeface="Public Sans"/>
              </a:rPr>
              <a:t>Only very very rare use. </a:t>
            </a:r>
            <a:br>
              <a:rPr lang="en" sz="800">
                <a:solidFill>
                  <a:schemeClr val="dk1"/>
                </a:solidFill>
                <a:latin typeface="Public Sans"/>
                <a:ea typeface="Public Sans"/>
                <a:cs typeface="Public Sans"/>
                <a:sym typeface="Public Sans"/>
              </a:rPr>
            </a:br>
            <a:r>
              <a:rPr lang="en" sz="800">
                <a:solidFill>
                  <a:schemeClr val="dk1"/>
                </a:solidFill>
                <a:latin typeface="Public Sans SemiBold"/>
                <a:ea typeface="Public Sans SemiBold"/>
                <a:cs typeface="Public Sans SemiBold"/>
                <a:sym typeface="Public Sans SemiBold"/>
              </a:rPr>
              <a:t>If something is important, never make it this small!</a:t>
            </a:r>
            <a:endParaRPr sz="800">
              <a:solidFill>
                <a:schemeClr val="dk1"/>
              </a:solidFill>
              <a:latin typeface="Public Sans SemiBold"/>
              <a:ea typeface="Public Sans SemiBold"/>
              <a:cs typeface="Public Sans SemiBold"/>
              <a:sym typeface="Public Sans SemiBold"/>
            </a:endParaRPr>
          </a:p>
          <a:p>
            <a:pPr indent="0" lvl="0" marL="0" rtl="0" algn="l">
              <a:lnSpc>
                <a:spcPct val="100000"/>
              </a:lnSpc>
              <a:spcBef>
                <a:spcPts val="0"/>
              </a:spcBef>
              <a:spcAft>
                <a:spcPts val="0"/>
              </a:spcAft>
              <a:buNone/>
            </a:pPr>
            <a:r>
              <a:rPr lang="en" sz="800">
                <a:solidFill>
                  <a:schemeClr val="dk1"/>
                </a:solidFill>
                <a:latin typeface="Public Sans"/>
                <a:ea typeface="Public Sans"/>
                <a:cs typeface="Public Sans"/>
                <a:sym typeface="Public Sans"/>
              </a:rPr>
              <a:t>It’s hard to read this? Aha!</a:t>
            </a:r>
            <a:endParaRPr sz="800">
              <a:solidFill>
                <a:schemeClr val="dk1"/>
              </a:solidFill>
              <a:latin typeface="Public Sans"/>
              <a:ea typeface="Public Sans"/>
              <a:cs typeface="Public Sans"/>
              <a:sym typeface="Public Sans"/>
            </a:endParaRPr>
          </a:p>
          <a:p>
            <a:pPr indent="0" lvl="0" marL="0" rtl="0" algn="l">
              <a:lnSpc>
                <a:spcPct val="100000"/>
              </a:lnSpc>
              <a:spcBef>
                <a:spcPts val="0"/>
              </a:spcBef>
              <a:spcAft>
                <a:spcPts val="0"/>
              </a:spcAft>
              <a:buNone/>
            </a:pPr>
            <a:r>
              <a:t/>
            </a:r>
            <a:endParaRPr sz="800">
              <a:solidFill>
                <a:schemeClr val="dk1"/>
              </a:solidFill>
              <a:latin typeface="Public Sans"/>
              <a:ea typeface="Public Sans"/>
              <a:cs typeface="Public Sans"/>
              <a:sym typeface="Public Sans"/>
            </a:endParaRPr>
          </a:p>
          <a:p>
            <a:pPr indent="0" lvl="0" marL="0" rtl="0" algn="l">
              <a:lnSpc>
                <a:spcPct val="100000"/>
              </a:lnSpc>
              <a:spcBef>
                <a:spcPts val="0"/>
              </a:spcBef>
              <a:spcAft>
                <a:spcPts val="0"/>
              </a:spcAft>
              <a:buNone/>
            </a:pPr>
            <a:r>
              <a:rPr lang="en" sz="3200">
                <a:solidFill>
                  <a:schemeClr val="dk1"/>
                </a:solidFill>
                <a:latin typeface="Public Sans Thin"/>
                <a:ea typeface="Public Sans Thin"/>
                <a:cs typeface="Public Sans Thin"/>
                <a:sym typeface="Public Sans Thin"/>
              </a:rPr>
              <a:t>99</a:t>
            </a:r>
            <a:r>
              <a:rPr lang="en">
                <a:solidFill>
                  <a:schemeClr val="dk1"/>
                </a:solidFill>
                <a:latin typeface="Public Sans"/>
                <a:ea typeface="Public Sans"/>
                <a:cs typeface="Public Sans"/>
                <a:sym typeface="Public Sans"/>
              </a:rPr>
              <a:t> </a:t>
            </a:r>
            <a:r>
              <a:rPr lang="en">
                <a:solidFill>
                  <a:schemeClr val="dk1"/>
                </a:solidFill>
                <a:latin typeface="Public Sans SemiBold"/>
                <a:ea typeface="Public Sans SemiBold"/>
                <a:cs typeface="Public Sans SemiBold"/>
                <a:sym typeface="Public Sans SemiBold"/>
              </a:rPr>
              <a:t>Slides</a:t>
            </a:r>
            <a:endParaRPr>
              <a:solidFill>
                <a:schemeClr val="dk1"/>
              </a:solidFill>
              <a:latin typeface="Public Sans SemiBold"/>
              <a:ea typeface="Public Sans SemiBold"/>
              <a:cs typeface="Public Sans SemiBold"/>
              <a:sym typeface="Public Sans SemiBold"/>
            </a:endParaRPr>
          </a:p>
          <a:p>
            <a:pPr indent="0" lvl="0" marL="0" rtl="0" algn="l">
              <a:lnSpc>
                <a:spcPct val="100000"/>
              </a:lnSpc>
              <a:spcBef>
                <a:spcPts val="0"/>
              </a:spcBef>
              <a:spcAft>
                <a:spcPts val="0"/>
              </a:spcAft>
              <a:buNone/>
            </a:pPr>
            <a:r>
              <a:rPr lang="en" sz="6400">
                <a:solidFill>
                  <a:schemeClr val="dk1"/>
                </a:solidFill>
                <a:latin typeface="Public Sans Thin"/>
                <a:ea typeface="Public Sans Thin"/>
                <a:cs typeface="Public Sans Thin"/>
                <a:sym typeface="Public Sans Thin"/>
              </a:rPr>
              <a:t>99</a:t>
            </a:r>
            <a:r>
              <a:rPr lang="en">
                <a:solidFill>
                  <a:schemeClr val="dk1"/>
                </a:solidFill>
                <a:latin typeface="Public Sans"/>
                <a:ea typeface="Public Sans"/>
                <a:cs typeface="Public Sans"/>
                <a:sym typeface="Public Sans"/>
              </a:rPr>
              <a:t> </a:t>
            </a:r>
            <a:r>
              <a:rPr lang="en">
                <a:solidFill>
                  <a:schemeClr val="dk1"/>
                </a:solidFill>
                <a:latin typeface="Public Sans SemiBold"/>
                <a:ea typeface="Public Sans SemiBold"/>
                <a:cs typeface="Public Sans SemiBold"/>
                <a:sym typeface="Public Sans SemiBold"/>
              </a:rPr>
              <a:t>Slides</a:t>
            </a:r>
            <a:endParaRPr>
              <a:solidFill>
                <a:schemeClr val="dk1"/>
              </a:solidFill>
              <a:latin typeface="Public Sans SemiBold"/>
              <a:ea typeface="Public Sans SemiBold"/>
              <a:cs typeface="Public Sans SemiBold"/>
              <a:sym typeface="Public Sans SemiBold"/>
            </a:endParaRPr>
          </a:p>
        </p:txBody>
      </p:sp>
      <p:sp>
        <p:nvSpPr>
          <p:cNvPr id="818" name="Google Shape;818;p72"/>
          <p:cNvSpPr txBox="1"/>
          <p:nvPr>
            <p:ph idx="3" type="body"/>
          </p:nvPr>
        </p:nvSpPr>
        <p:spPr>
          <a:xfrm>
            <a:off x="4933950" y="366725"/>
            <a:ext cx="3657600" cy="822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
                <a:solidFill>
                  <a:srgbClr val="F96746"/>
                </a:solidFill>
              </a:rPr>
              <a:t>Type </a:t>
            </a:r>
            <a:r>
              <a:rPr lang="en">
                <a:solidFill>
                  <a:srgbClr val="763F18"/>
                </a:solidFill>
              </a:rPr>
              <a:t>is</a:t>
            </a:r>
            <a:r>
              <a:rPr lang="en">
                <a:solidFill>
                  <a:srgbClr val="F96746"/>
                </a:solidFill>
              </a:rPr>
              <a:t> </a:t>
            </a:r>
            <a:r>
              <a:rPr lang="en">
                <a:solidFill>
                  <a:srgbClr val="FFA802"/>
                </a:solidFill>
              </a:rPr>
              <a:t>almost</a:t>
            </a:r>
            <a:r>
              <a:rPr lang="en">
                <a:solidFill>
                  <a:srgbClr val="F96746"/>
                </a:solidFill>
              </a:rPr>
              <a:t> </a:t>
            </a:r>
            <a:r>
              <a:rPr lang="en">
                <a:solidFill>
                  <a:srgbClr val="6FA646"/>
                </a:solidFill>
              </a:rPr>
              <a:t>always</a:t>
            </a:r>
            <a:r>
              <a:rPr lang="en">
                <a:solidFill>
                  <a:srgbClr val="F96746"/>
                </a:solidFill>
              </a:rPr>
              <a:t> </a:t>
            </a:r>
            <a:r>
              <a:rPr lang="en">
                <a:solidFill>
                  <a:srgbClr val="D43300"/>
                </a:solidFill>
              </a:rPr>
              <a:t>black</a:t>
            </a:r>
            <a:r>
              <a:rPr lang="en">
                <a:solidFill>
                  <a:srgbClr val="F96746"/>
                </a:solidFill>
              </a:rPr>
              <a:t> </a:t>
            </a:r>
            <a:r>
              <a:rPr lang="en">
                <a:solidFill>
                  <a:srgbClr val="AF7C4D"/>
                </a:solidFill>
              </a:rPr>
              <a:t>or</a:t>
            </a:r>
            <a:r>
              <a:rPr lang="en">
                <a:solidFill>
                  <a:srgbClr val="F96746"/>
                </a:solidFill>
              </a:rPr>
              <a:t> </a:t>
            </a:r>
            <a:r>
              <a:rPr lang="en">
                <a:solidFill>
                  <a:schemeClr val="accent2"/>
                </a:solidFill>
              </a:rPr>
              <a:t>white.</a:t>
            </a:r>
            <a:r>
              <a:rPr lang="en">
                <a:solidFill>
                  <a:srgbClr val="F96746"/>
                </a:solidFill>
              </a:rPr>
              <a:t> However, </a:t>
            </a:r>
            <a:r>
              <a:rPr lang="en">
                <a:solidFill>
                  <a:schemeClr val="accent3"/>
                </a:solidFill>
              </a:rPr>
              <a:t>there</a:t>
            </a:r>
            <a:r>
              <a:rPr lang="en">
                <a:solidFill>
                  <a:srgbClr val="F96746"/>
                </a:solidFill>
              </a:rPr>
              <a:t> </a:t>
            </a:r>
            <a:r>
              <a:rPr lang="en">
                <a:solidFill>
                  <a:schemeClr val="accent5"/>
                </a:solidFill>
              </a:rPr>
              <a:t>are</a:t>
            </a:r>
            <a:r>
              <a:rPr lang="en">
                <a:solidFill>
                  <a:srgbClr val="F96746"/>
                </a:solidFill>
              </a:rPr>
              <a:t> </a:t>
            </a:r>
            <a:r>
              <a:rPr lang="en">
                <a:solidFill>
                  <a:schemeClr val="accent6"/>
                </a:solidFill>
              </a:rPr>
              <a:t>exceptions.</a:t>
            </a:r>
            <a:r>
              <a:rPr lang="en">
                <a:solidFill>
                  <a:srgbClr val="F96746"/>
                </a:solidFill>
              </a:rPr>
              <a:t> </a:t>
            </a:r>
            <a:r>
              <a:rPr lang="en">
                <a:solidFill>
                  <a:srgbClr val="FFA802"/>
                </a:solidFill>
              </a:rPr>
              <a:t>Use</a:t>
            </a:r>
            <a:r>
              <a:rPr lang="en">
                <a:solidFill>
                  <a:srgbClr val="F96746"/>
                </a:solidFill>
              </a:rPr>
              <a:t> </a:t>
            </a:r>
            <a:r>
              <a:rPr lang="en">
                <a:solidFill>
                  <a:srgbClr val="145439"/>
                </a:solidFill>
              </a:rPr>
              <a:t>color</a:t>
            </a:r>
            <a:r>
              <a:rPr lang="en">
                <a:solidFill>
                  <a:srgbClr val="F96746"/>
                </a:solidFill>
              </a:rPr>
              <a:t> </a:t>
            </a:r>
            <a:r>
              <a:rPr lang="en">
                <a:solidFill>
                  <a:schemeClr val="dk2"/>
                </a:solidFill>
              </a:rPr>
              <a:t>carefully!</a:t>
            </a:r>
            <a:endParaRPr>
              <a:solidFill>
                <a:schemeClr val="dk2"/>
              </a:solidFill>
              <a:latin typeface="Public Sans SemiBold"/>
              <a:ea typeface="Public Sans SemiBold"/>
              <a:cs typeface="Public Sans SemiBold"/>
              <a:sym typeface="Public Sans SemiBo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822" name="Shape 822"/>
        <p:cNvGrpSpPr/>
        <p:nvPr/>
      </p:nvGrpSpPr>
      <p:grpSpPr>
        <a:xfrm>
          <a:off x="0" y="0"/>
          <a:ext cx="0" cy="0"/>
          <a:chOff x="0" y="0"/>
          <a:chExt cx="0" cy="0"/>
        </a:xfrm>
      </p:grpSpPr>
      <p:sp>
        <p:nvSpPr>
          <p:cNvPr id="823" name="Google Shape;823;p73"/>
          <p:cNvSpPr txBox="1"/>
          <p:nvPr>
            <p:ph type="title"/>
          </p:nvPr>
        </p:nvSpPr>
        <p:spPr>
          <a:xfrm>
            <a:off x="365750" y="274325"/>
            <a:ext cx="3657600" cy="548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Spacing</a:t>
            </a:r>
            <a:endParaRPr/>
          </a:p>
        </p:txBody>
      </p:sp>
      <p:sp>
        <p:nvSpPr>
          <p:cNvPr id="824" name="Google Shape;824;p73"/>
          <p:cNvSpPr txBox="1"/>
          <p:nvPr>
            <p:ph idx="12" type="sldNum"/>
          </p:nvPr>
        </p:nvSpPr>
        <p:spPr>
          <a:xfrm>
            <a:off x="360650" y="4880150"/>
            <a:ext cx="3667800" cy="2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Neo4j Inc. All rights reserved 2023	</a:t>
            </a:r>
            <a:endParaRPr/>
          </a:p>
        </p:txBody>
      </p:sp>
      <p:sp>
        <p:nvSpPr>
          <p:cNvPr id="825" name="Google Shape;825;p73"/>
          <p:cNvSpPr txBox="1"/>
          <p:nvPr>
            <p:ph idx="2" type="sldNum"/>
          </p:nvPr>
        </p:nvSpPr>
        <p:spPr>
          <a:xfrm>
            <a:off x="0" y="4880150"/>
            <a:ext cx="265200" cy="2697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cxnSp>
        <p:nvCxnSpPr>
          <p:cNvPr id="826" name="Google Shape;826;p73"/>
          <p:cNvCxnSpPr/>
          <p:nvPr/>
        </p:nvCxnSpPr>
        <p:spPr>
          <a:xfrm>
            <a:off x="399691" y="1373475"/>
            <a:ext cx="0" cy="184800"/>
          </a:xfrm>
          <a:prstGeom prst="straightConnector1">
            <a:avLst/>
          </a:prstGeom>
          <a:noFill/>
          <a:ln cap="flat" cmpd="sng" w="9525">
            <a:solidFill>
              <a:srgbClr val="D43300"/>
            </a:solidFill>
            <a:prstDash val="solid"/>
            <a:round/>
            <a:headEnd len="med" w="med" type="triangle"/>
            <a:tailEnd len="med" w="med" type="triangle"/>
          </a:ln>
        </p:spPr>
      </p:cxnSp>
      <p:cxnSp>
        <p:nvCxnSpPr>
          <p:cNvPr id="827" name="Google Shape;827;p73"/>
          <p:cNvCxnSpPr/>
          <p:nvPr/>
        </p:nvCxnSpPr>
        <p:spPr>
          <a:xfrm>
            <a:off x="399691" y="2316450"/>
            <a:ext cx="0" cy="274500"/>
          </a:xfrm>
          <a:prstGeom prst="straightConnector1">
            <a:avLst/>
          </a:prstGeom>
          <a:noFill/>
          <a:ln cap="flat" cmpd="sng" w="9525">
            <a:solidFill>
              <a:srgbClr val="D43300"/>
            </a:solidFill>
            <a:prstDash val="solid"/>
            <a:round/>
            <a:headEnd len="med" w="med" type="triangle"/>
            <a:tailEnd len="med" w="med" type="triangle"/>
          </a:ln>
        </p:spPr>
      </p:cxnSp>
      <p:sp>
        <p:nvSpPr>
          <p:cNvPr id="828" name="Google Shape;828;p73"/>
          <p:cNvSpPr txBox="1"/>
          <p:nvPr/>
        </p:nvSpPr>
        <p:spPr>
          <a:xfrm>
            <a:off x="519111" y="1188730"/>
            <a:ext cx="3657600" cy="2054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n" sz="1600">
                <a:latin typeface="Public Sans Light"/>
                <a:ea typeface="Public Sans Light"/>
                <a:cs typeface="Public Sans Light"/>
                <a:sym typeface="Public Sans Light"/>
              </a:rPr>
              <a:t>To increase line spacing use </a:t>
            </a:r>
            <a:r>
              <a:rPr lang="en" sz="1600">
                <a:latin typeface="Public Sans SemiBold"/>
                <a:ea typeface="Public Sans SemiBold"/>
                <a:cs typeface="Public Sans SemiBold"/>
                <a:sym typeface="Public Sans SemiBold"/>
              </a:rPr>
              <a:t>»1.15«</a:t>
            </a:r>
            <a:r>
              <a:rPr lang="en" sz="1600">
                <a:latin typeface="Public Sans Light"/>
                <a:ea typeface="Public Sans Light"/>
                <a:cs typeface="Public Sans Light"/>
                <a:sym typeface="Public Sans Light"/>
              </a:rPr>
              <a:t> </a:t>
            </a:r>
            <a:br>
              <a:rPr lang="en" sz="1600">
                <a:latin typeface="Public Sans Light"/>
                <a:ea typeface="Public Sans Light"/>
                <a:cs typeface="Public Sans Light"/>
                <a:sym typeface="Public Sans Light"/>
              </a:rPr>
            </a:br>
            <a:r>
              <a:rPr lang="en" sz="1600">
                <a:latin typeface="Public Sans Light"/>
                <a:ea typeface="Public Sans Light"/>
                <a:cs typeface="Public Sans Light"/>
                <a:sym typeface="Public Sans Light"/>
              </a:rPr>
              <a:t>or more from the dropdown menu.</a:t>
            </a:r>
            <a:endParaRPr sz="1600">
              <a:latin typeface="Public Sans Light"/>
              <a:ea typeface="Public Sans Light"/>
              <a:cs typeface="Public Sans Light"/>
              <a:sym typeface="Public Sans Light"/>
            </a:endParaRPr>
          </a:p>
          <a:p>
            <a:pPr indent="0" lvl="0" marL="0" rtl="0" algn="l">
              <a:lnSpc>
                <a:spcPct val="100000"/>
              </a:lnSpc>
              <a:spcBef>
                <a:spcPts val="1000"/>
              </a:spcBef>
              <a:spcAft>
                <a:spcPts val="0"/>
              </a:spcAft>
              <a:buNone/>
            </a:pPr>
            <a:r>
              <a:rPr lang="en" sz="1600">
                <a:latin typeface="Public Sans SemiBold"/>
                <a:ea typeface="Public Sans SemiBold"/>
                <a:cs typeface="Public Sans SemiBold"/>
                <a:sym typeface="Public Sans SemiBold"/>
              </a:rPr>
              <a:t>If you want to increase spacing between paragraphs:</a:t>
            </a:r>
            <a:endParaRPr sz="1600">
              <a:latin typeface="Public Sans SemiBold"/>
              <a:ea typeface="Public Sans SemiBold"/>
              <a:cs typeface="Public Sans SemiBold"/>
              <a:sym typeface="Public Sans SemiBold"/>
            </a:endParaRPr>
          </a:p>
          <a:p>
            <a:pPr indent="0" lvl="0" marL="0" rtl="0" algn="l">
              <a:lnSpc>
                <a:spcPct val="100000"/>
              </a:lnSpc>
              <a:spcBef>
                <a:spcPts val="1000"/>
              </a:spcBef>
              <a:spcAft>
                <a:spcPts val="1000"/>
              </a:spcAft>
              <a:buNone/>
            </a:pPr>
            <a:r>
              <a:rPr lang="en" sz="1600">
                <a:latin typeface="Public Sans Light"/>
                <a:ea typeface="Public Sans Light"/>
                <a:cs typeface="Public Sans Light"/>
                <a:sym typeface="Public Sans Light"/>
              </a:rPr>
              <a:t>use </a:t>
            </a:r>
            <a:r>
              <a:rPr lang="en" sz="1600">
                <a:latin typeface="Public Sans SemiBold"/>
                <a:ea typeface="Public Sans SemiBold"/>
                <a:cs typeface="Public Sans SemiBold"/>
                <a:sym typeface="Public Sans SemiBold"/>
              </a:rPr>
              <a:t>»add space before paragraph«</a:t>
            </a:r>
            <a:r>
              <a:rPr lang="en" sz="1600">
                <a:latin typeface="Public Sans Light"/>
                <a:ea typeface="Public Sans Light"/>
                <a:cs typeface="Public Sans Light"/>
                <a:sym typeface="Public Sans Light"/>
              </a:rPr>
              <a:t> instead (and »Remove …« if you want to get rid of the paragraph spacing).</a:t>
            </a:r>
            <a:endParaRPr sz="1600">
              <a:latin typeface="Public Sans Light"/>
              <a:ea typeface="Public Sans Light"/>
              <a:cs typeface="Public Sans Light"/>
              <a:sym typeface="Public Sans Light"/>
            </a:endParaRPr>
          </a:p>
        </p:txBody>
      </p:sp>
      <p:pic>
        <p:nvPicPr>
          <p:cNvPr id="829" name="Google Shape;829;p73"/>
          <p:cNvPicPr preferRelativeResize="0"/>
          <p:nvPr/>
        </p:nvPicPr>
        <p:blipFill>
          <a:blip r:embed="rId3">
            <a:alphaModFix/>
          </a:blip>
          <a:stretch>
            <a:fillRect/>
          </a:stretch>
        </p:blipFill>
        <p:spPr>
          <a:xfrm>
            <a:off x="4933950" y="1188725"/>
            <a:ext cx="2605124" cy="2392475"/>
          </a:xfrm>
          <a:prstGeom prst="rect">
            <a:avLst/>
          </a:prstGeom>
          <a:noFill/>
          <a:ln cap="flat" cmpd="sng" w="28575">
            <a:solidFill>
              <a:schemeClr val="accent5"/>
            </a:solidFill>
            <a:prstDash val="solid"/>
            <a:round/>
            <a:headEnd len="sm" w="sm" type="none"/>
            <a:tailEnd len="sm" w="sm" type="none"/>
          </a:ln>
        </p:spPr>
      </p:pic>
      <p:cxnSp>
        <p:nvCxnSpPr>
          <p:cNvPr id="830" name="Google Shape;830;p73"/>
          <p:cNvCxnSpPr/>
          <p:nvPr/>
        </p:nvCxnSpPr>
        <p:spPr>
          <a:xfrm>
            <a:off x="3798125" y="1324675"/>
            <a:ext cx="1702500" cy="564000"/>
          </a:xfrm>
          <a:prstGeom prst="curvedConnector3">
            <a:avLst>
              <a:gd fmla="val 50000" name="adj1"/>
            </a:avLst>
          </a:prstGeom>
          <a:noFill/>
          <a:ln cap="flat" cmpd="sng" w="9525">
            <a:solidFill>
              <a:srgbClr val="D43300"/>
            </a:solidFill>
            <a:prstDash val="solid"/>
            <a:round/>
            <a:headEnd len="med" w="med" type="oval"/>
            <a:tailEnd len="med" w="med" type="triangle"/>
          </a:ln>
        </p:spPr>
      </p:cxnSp>
      <p:cxnSp>
        <p:nvCxnSpPr>
          <p:cNvPr id="831" name="Google Shape;831;p73"/>
          <p:cNvCxnSpPr/>
          <p:nvPr/>
        </p:nvCxnSpPr>
        <p:spPr>
          <a:xfrm>
            <a:off x="3839525" y="2639025"/>
            <a:ext cx="1671600" cy="119100"/>
          </a:xfrm>
          <a:prstGeom prst="curvedConnector3">
            <a:avLst>
              <a:gd fmla="val 50000" name="adj1"/>
            </a:avLst>
          </a:prstGeom>
          <a:noFill/>
          <a:ln cap="flat" cmpd="sng" w="9525">
            <a:solidFill>
              <a:srgbClr val="D43300"/>
            </a:solidFill>
            <a:prstDash val="solid"/>
            <a:round/>
            <a:headEnd len="med" w="med" type="oval"/>
            <a:tailEnd len="med" w="med" type="triangle"/>
          </a:ln>
        </p:spPr>
      </p:cxn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5" name="Shape 835"/>
        <p:cNvGrpSpPr/>
        <p:nvPr/>
      </p:nvGrpSpPr>
      <p:grpSpPr>
        <a:xfrm>
          <a:off x="0" y="0"/>
          <a:ext cx="0" cy="0"/>
          <a:chOff x="0" y="0"/>
          <a:chExt cx="0" cy="0"/>
        </a:xfrm>
      </p:grpSpPr>
      <p:sp>
        <p:nvSpPr>
          <p:cNvPr id="836" name="Google Shape;836;p74"/>
          <p:cNvSpPr txBox="1"/>
          <p:nvPr>
            <p:ph type="title"/>
          </p:nvPr>
        </p:nvSpPr>
        <p:spPr>
          <a:xfrm>
            <a:off x="365750" y="274325"/>
            <a:ext cx="8412600" cy="548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Bulletproof Typography</a:t>
            </a:r>
            <a:endParaRPr/>
          </a:p>
        </p:txBody>
      </p:sp>
      <p:sp>
        <p:nvSpPr>
          <p:cNvPr id="837" name="Google Shape;837;p74"/>
          <p:cNvSpPr txBox="1"/>
          <p:nvPr>
            <p:ph idx="12" type="sldNum"/>
          </p:nvPr>
        </p:nvSpPr>
        <p:spPr>
          <a:xfrm>
            <a:off x="360650" y="4880150"/>
            <a:ext cx="3667800" cy="2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Neo4j Inc. All rights reserved 2023	</a:t>
            </a:r>
            <a:endParaRPr/>
          </a:p>
        </p:txBody>
      </p:sp>
      <p:sp>
        <p:nvSpPr>
          <p:cNvPr id="838" name="Google Shape;838;p74"/>
          <p:cNvSpPr txBox="1"/>
          <p:nvPr>
            <p:ph idx="2" type="sldNum"/>
          </p:nvPr>
        </p:nvSpPr>
        <p:spPr>
          <a:xfrm>
            <a:off x="0" y="4880150"/>
            <a:ext cx="265200" cy="2697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839" name="Google Shape;839;p74"/>
          <p:cNvSpPr txBox="1"/>
          <p:nvPr/>
        </p:nvSpPr>
        <p:spPr>
          <a:xfrm>
            <a:off x="360650" y="1188725"/>
            <a:ext cx="8412600" cy="2511900"/>
          </a:xfrm>
          <a:prstGeom prst="rect">
            <a:avLst/>
          </a:prstGeom>
          <a:noFill/>
          <a:ln>
            <a:noFill/>
          </a:ln>
        </p:spPr>
        <p:txBody>
          <a:bodyPr anchorCtr="0" anchor="t" bIns="0" lIns="0" spcFirstLastPara="1" rIns="0" wrap="square" tIns="0">
            <a:spAutoFit/>
          </a:bodyPr>
          <a:lstStyle/>
          <a:p>
            <a:pPr indent="-330200" lvl="0" marL="457200" rtl="0" algn="l">
              <a:lnSpc>
                <a:spcPct val="115000"/>
              </a:lnSpc>
              <a:spcBef>
                <a:spcPts val="0"/>
              </a:spcBef>
              <a:spcAft>
                <a:spcPts val="0"/>
              </a:spcAft>
              <a:buSzPts val="1600"/>
              <a:buFont typeface="Public Sans SemiBold"/>
              <a:buChar char="●"/>
            </a:pPr>
            <a:r>
              <a:rPr lang="en" sz="1600">
                <a:latin typeface="Public Sans SemiBold"/>
                <a:ea typeface="Public Sans SemiBold"/>
                <a:cs typeface="Public Sans SemiBold"/>
                <a:sym typeface="Public Sans SemiBold"/>
              </a:rPr>
              <a:t>There is a problem:</a:t>
            </a:r>
            <a:endParaRPr sz="1600">
              <a:latin typeface="Public Sans SemiBold"/>
              <a:ea typeface="Public Sans SemiBold"/>
              <a:cs typeface="Public Sans SemiBold"/>
              <a:sym typeface="Public Sans SemiBold"/>
            </a:endParaRPr>
          </a:p>
          <a:p>
            <a:pPr indent="-330200" lvl="1" marL="914400" rtl="0" algn="l">
              <a:lnSpc>
                <a:spcPct val="115000"/>
              </a:lnSpc>
              <a:spcBef>
                <a:spcPts val="0"/>
              </a:spcBef>
              <a:spcAft>
                <a:spcPts val="0"/>
              </a:spcAft>
              <a:buSzPts val="1600"/>
              <a:buFont typeface="Public Sans Light"/>
              <a:buChar char="﹣"/>
            </a:pPr>
            <a:r>
              <a:rPr lang="en" sz="1600">
                <a:latin typeface="Public Sans Light"/>
                <a:ea typeface="Public Sans Light"/>
                <a:cs typeface="Public Sans Light"/>
                <a:sym typeface="Public Sans Light"/>
              </a:rPr>
              <a:t>Bullets behave like this only</a:t>
            </a:r>
            <a:endParaRPr sz="1600">
              <a:latin typeface="Public Sans Light"/>
              <a:ea typeface="Public Sans Light"/>
              <a:cs typeface="Public Sans Light"/>
              <a:sym typeface="Public Sans Light"/>
            </a:endParaRPr>
          </a:p>
          <a:p>
            <a:pPr indent="-330200" lvl="2" marL="1371600" rtl="0" algn="l">
              <a:lnSpc>
                <a:spcPct val="115000"/>
              </a:lnSpc>
              <a:spcBef>
                <a:spcPts val="0"/>
              </a:spcBef>
              <a:spcAft>
                <a:spcPts val="0"/>
              </a:spcAft>
              <a:buSzPts val="1600"/>
              <a:buFont typeface="Public Sans Light"/>
              <a:buChar char="﹣"/>
            </a:pPr>
            <a:r>
              <a:rPr lang="en" sz="1600">
                <a:latin typeface="Public Sans Light"/>
                <a:ea typeface="Public Sans Light"/>
                <a:cs typeface="Public Sans Light"/>
                <a:sym typeface="Public Sans Light"/>
              </a:rPr>
              <a:t>when you create them via a placeholder text from the theme layouts</a:t>
            </a:r>
            <a:endParaRPr sz="1600">
              <a:latin typeface="Public Sans Light"/>
              <a:ea typeface="Public Sans Light"/>
              <a:cs typeface="Public Sans Light"/>
              <a:sym typeface="Public Sans Light"/>
            </a:endParaRPr>
          </a:p>
          <a:p>
            <a:pPr indent="-330200" lvl="3" marL="1828800" rtl="0" algn="l">
              <a:lnSpc>
                <a:spcPct val="115000"/>
              </a:lnSpc>
              <a:spcBef>
                <a:spcPts val="0"/>
              </a:spcBef>
              <a:spcAft>
                <a:spcPts val="0"/>
              </a:spcAft>
              <a:buSzPts val="1600"/>
              <a:buFont typeface="Public Sans Light"/>
              <a:buChar char="﹣"/>
            </a:pPr>
            <a:r>
              <a:rPr lang="en" sz="1600">
                <a:latin typeface="Public Sans Light"/>
                <a:ea typeface="Public Sans Light"/>
                <a:cs typeface="Public Sans Light"/>
                <a:sym typeface="Public Sans Light"/>
              </a:rPr>
              <a:t>or if you take this text box and copy/paste it.</a:t>
            </a:r>
            <a:endParaRPr sz="1600">
              <a:latin typeface="Public Sans Light"/>
              <a:ea typeface="Public Sans Light"/>
              <a:cs typeface="Public Sans Light"/>
              <a:sym typeface="Public Sans Light"/>
            </a:endParaRPr>
          </a:p>
          <a:p>
            <a:pPr indent="-330200" lvl="4" marL="2286000" rtl="0" algn="l">
              <a:lnSpc>
                <a:spcPct val="115000"/>
              </a:lnSpc>
              <a:spcBef>
                <a:spcPts val="0"/>
              </a:spcBef>
              <a:spcAft>
                <a:spcPts val="0"/>
              </a:spcAft>
              <a:buSzPts val="1600"/>
              <a:buFont typeface="Public Sans Light"/>
              <a:buChar char="﹣"/>
            </a:pPr>
            <a:r>
              <a:rPr lang="en" sz="1600">
                <a:latin typeface="Public Sans Light"/>
                <a:ea typeface="Public Sans Light"/>
                <a:cs typeface="Public Sans Light"/>
                <a:sym typeface="Public Sans Light"/>
              </a:rPr>
              <a:t>Believe it or not, there is no other way.</a:t>
            </a:r>
            <a:endParaRPr sz="1600">
              <a:latin typeface="Public Sans Light"/>
              <a:ea typeface="Public Sans Light"/>
              <a:cs typeface="Public Sans Light"/>
              <a:sym typeface="Public Sans Light"/>
            </a:endParaRPr>
          </a:p>
          <a:p>
            <a:pPr indent="-330200" lvl="5" marL="2743200" rtl="0" algn="l">
              <a:lnSpc>
                <a:spcPct val="115000"/>
              </a:lnSpc>
              <a:spcBef>
                <a:spcPts val="0"/>
              </a:spcBef>
              <a:spcAft>
                <a:spcPts val="0"/>
              </a:spcAft>
              <a:buSzPts val="1600"/>
              <a:buFont typeface="Public Sans Light"/>
              <a:buChar char="﹣"/>
            </a:pPr>
            <a:r>
              <a:rPr lang="en" sz="1600">
                <a:latin typeface="Public Sans Light"/>
                <a:ea typeface="Public Sans Light"/>
                <a:cs typeface="Public Sans Light"/>
                <a:sym typeface="Public Sans Light"/>
              </a:rPr>
              <a:t>We are almost there</a:t>
            </a:r>
            <a:endParaRPr sz="1600">
              <a:latin typeface="Public Sans Light"/>
              <a:ea typeface="Public Sans Light"/>
              <a:cs typeface="Public Sans Light"/>
              <a:sym typeface="Public Sans Light"/>
            </a:endParaRPr>
          </a:p>
          <a:p>
            <a:pPr indent="-330200" lvl="6" marL="3200400" rtl="0" algn="l">
              <a:lnSpc>
                <a:spcPct val="115000"/>
              </a:lnSpc>
              <a:spcBef>
                <a:spcPts val="0"/>
              </a:spcBef>
              <a:spcAft>
                <a:spcPts val="0"/>
              </a:spcAft>
              <a:buSzPts val="1600"/>
              <a:buFont typeface="Public Sans Light"/>
              <a:buChar char="﹣"/>
            </a:pPr>
            <a:r>
              <a:rPr lang="en" sz="1600">
                <a:latin typeface="Public Sans Light"/>
                <a:ea typeface="Public Sans Light"/>
                <a:cs typeface="Public Sans Light"/>
                <a:sym typeface="Public Sans Light"/>
              </a:rPr>
              <a:t>not yet</a:t>
            </a:r>
            <a:endParaRPr sz="1600">
              <a:latin typeface="Public Sans Light"/>
              <a:ea typeface="Public Sans Light"/>
              <a:cs typeface="Public Sans Light"/>
              <a:sym typeface="Public Sans Light"/>
            </a:endParaRPr>
          </a:p>
          <a:p>
            <a:pPr indent="-330200" lvl="7" marL="3657600" rtl="0" algn="l">
              <a:lnSpc>
                <a:spcPct val="115000"/>
              </a:lnSpc>
              <a:spcBef>
                <a:spcPts val="0"/>
              </a:spcBef>
              <a:spcAft>
                <a:spcPts val="0"/>
              </a:spcAft>
              <a:buSzPts val="1600"/>
              <a:buFont typeface="Public Sans Light"/>
              <a:buChar char="﹣"/>
            </a:pPr>
            <a:r>
              <a:rPr lang="en" sz="1600">
                <a:latin typeface="Public Sans Light"/>
                <a:ea typeface="Public Sans Light"/>
                <a:cs typeface="Public Sans Light"/>
                <a:sym typeface="Public Sans Light"/>
              </a:rPr>
              <a:t>but we are so close …</a:t>
            </a:r>
            <a:endParaRPr sz="1600">
              <a:latin typeface="Public Sans Light"/>
              <a:ea typeface="Public Sans Light"/>
              <a:cs typeface="Public Sans Light"/>
              <a:sym typeface="Public Sans Light"/>
            </a:endParaRPr>
          </a:p>
          <a:p>
            <a:pPr indent="-330200" lvl="8" marL="4114800" rtl="0" algn="l">
              <a:lnSpc>
                <a:spcPct val="115000"/>
              </a:lnSpc>
              <a:spcBef>
                <a:spcPts val="0"/>
              </a:spcBef>
              <a:spcAft>
                <a:spcPts val="0"/>
              </a:spcAft>
              <a:buSzPts val="1600"/>
              <a:buFont typeface="Public Sans Light"/>
              <a:buChar char="﹣"/>
            </a:pPr>
            <a:r>
              <a:rPr lang="en" sz="1600">
                <a:latin typeface="Public Sans Light"/>
                <a:ea typeface="Public Sans Light"/>
                <a:cs typeface="Public Sans Light"/>
                <a:sym typeface="Public Sans Light"/>
              </a:rPr>
              <a:t>Finally arrived at level nine.</a:t>
            </a:r>
            <a:endParaRPr sz="1600">
              <a:latin typeface="Public Sans Light"/>
              <a:ea typeface="Public Sans Light"/>
              <a:cs typeface="Public Sans Light"/>
              <a:sym typeface="Public Sans Light"/>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843" name="Shape 843"/>
        <p:cNvGrpSpPr/>
        <p:nvPr/>
      </p:nvGrpSpPr>
      <p:grpSpPr>
        <a:xfrm>
          <a:off x="0" y="0"/>
          <a:ext cx="0" cy="0"/>
          <a:chOff x="0" y="0"/>
          <a:chExt cx="0" cy="0"/>
        </a:xfrm>
      </p:grpSpPr>
      <p:sp>
        <p:nvSpPr>
          <p:cNvPr id="844" name="Google Shape;844;p75"/>
          <p:cNvSpPr txBox="1"/>
          <p:nvPr>
            <p:ph type="title"/>
          </p:nvPr>
        </p:nvSpPr>
        <p:spPr>
          <a:xfrm>
            <a:off x="365750" y="274325"/>
            <a:ext cx="8412600" cy="548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What we achieved</a:t>
            </a:r>
            <a:endParaRPr/>
          </a:p>
        </p:txBody>
      </p:sp>
      <p:sp>
        <p:nvSpPr>
          <p:cNvPr id="845" name="Google Shape;845;p75"/>
          <p:cNvSpPr txBox="1"/>
          <p:nvPr>
            <p:ph idx="1" type="body"/>
          </p:nvPr>
        </p:nvSpPr>
        <p:spPr>
          <a:xfrm>
            <a:off x="2039366" y="1076752"/>
            <a:ext cx="2243700" cy="10119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 sz="6400">
                <a:solidFill>
                  <a:schemeClr val="accent6"/>
                </a:solidFill>
                <a:latin typeface="Public Sans Thin"/>
                <a:ea typeface="Public Sans Thin"/>
                <a:cs typeface="Public Sans Thin"/>
                <a:sym typeface="Public Sans Thin"/>
              </a:rPr>
              <a:t>35</a:t>
            </a:r>
            <a:r>
              <a:rPr lang="en">
                <a:solidFill>
                  <a:srgbClr val="000000"/>
                </a:solidFill>
                <a:latin typeface="Public Sans"/>
                <a:ea typeface="Public Sans"/>
                <a:cs typeface="Public Sans"/>
                <a:sym typeface="Public Sans"/>
              </a:rPr>
              <a:t> </a:t>
            </a:r>
            <a:r>
              <a:rPr lang="en">
                <a:solidFill>
                  <a:schemeClr val="accent4"/>
                </a:solidFill>
                <a:latin typeface="Public Sans SemiBold"/>
                <a:ea typeface="Public Sans SemiBold"/>
                <a:cs typeface="Public Sans SemiBold"/>
                <a:sym typeface="Public Sans SemiBold"/>
              </a:rPr>
              <a:t>Layouts</a:t>
            </a:r>
            <a:endParaRPr>
              <a:solidFill>
                <a:schemeClr val="accent4"/>
              </a:solidFill>
              <a:latin typeface="Public Sans SemiBold"/>
              <a:ea typeface="Public Sans SemiBold"/>
              <a:cs typeface="Public Sans SemiBold"/>
              <a:sym typeface="Public Sans SemiBold"/>
            </a:endParaRPr>
          </a:p>
        </p:txBody>
      </p:sp>
      <p:sp>
        <p:nvSpPr>
          <p:cNvPr id="846" name="Google Shape;846;p75"/>
          <p:cNvSpPr txBox="1"/>
          <p:nvPr>
            <p:ph idx="12" type="sldNum"/>
          </p:nvPr>
        </p:nvSpPr>
        <p:spPr>
          <a:xfrm>
            <a:off x="360650" y="4880150"/>
            <a:ext cx="3667800" cy="2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Neo4j Inc. All rights reserved 2023	</a:t>
            </a:r>
            <a:endParaRPr/>
          </a:p>
        </p:txBody>
      </p:sp>
      <p:sp>
        <p:nvSpPr>
          <p:cNvPr id="847" name="Google Shape;847;p75"/>
          <p:cNvSpPr txBox="1"/>
          <p:nvPr>
            <p:ph idx="2" type="sldNum"/>
          </p:nvPr>
        </p:nvSpPr>
        <p:spPr>
          <a:xfrm>
            <a:off x="0" y="4880150"/>
            <a:ext cx="265200" cy="2697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848" name="Google Shape;848;p75"/>
          <p:cNvSpPr txBox="1"/>
          <p:nvPr>
            <p:ph idx="1" type="body"/>
          </p:nvPr>
        </p:nvSpPr>
        <p:spPr>
          <a:xfrm>
            <a:off x="5043616" y="1076752"/>
            <a:ext cx="2243700" cy="10119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 sz="6400">
                <a:solidFill>
                  <a:schemeClr val="accent6"/>
                </a:solidFill>
                <a:latin typeface="Public Sans Thin"/>
                <a:ea typeface="Public Sans Thin"/>
                <a:cs typeface="Public Sans Thin"/>
                <a:sym typeface="Public Sans Thin"/>
              </a:rPr>
              <a:t>61</a:t>
            </a:r>
            <a:r>
              <a:rPr lang="en">
                <a:solidFill>
                  <a:srgbClr val="000000"/>
                </a:solidFill>
                <a:latin typeface="Public Sans"/>
                <a:ea typeface="Public Sans"/>
                <a:cs typeface="Public Sans"/>
                <a:sym typeface="Public Sans"/>
              </a:rPr>
              <a:t> </a:t>
            </a:r>
            <a:r>
              <a:rPr lang="en">
                <a:solidFill>
                  <a:schemeClr val="accent4"/>
                </a:solidFill>
                <a:latin typeface="Public Sans SemiBold"/>
                <a:ea typeface="Public Sans SemiBold"/>
                <a:cs typeface="Public Sans SemiBold"/>
                <a:sym typeface="Public Sans SemiBold"/>
              </a:rPr>
              <a:t>Slides</a:t>
            </a:r>
            <a:endParaRPr>
              <a:solidFill>
                <a:schemeClr val="accent4"/>
              </a:solidFill>
              <a:latin typeface="Public Sans SemiBold"/>
              <a:ea typeface="Public Sans SemiBold"/>
              <a:cs typeface="Public Sans SemiBold"/>
              <a:sym typeface="Public Sans SemiBold"/>
            </a:endParaRPr>
          </a:p>
        </p:txBody>
      </p:sp>
      <p:sp>
        <p:nvSpPr>
          <p:cNvPr id="849" name="Google Shape;849;p75"/>
          <p:cNvSpPr txBox="1"/>
          <p:nvPr>
            <p:ph idx="1" type="body"/>
          </p:nvPr>
        </p:nvSpPr>
        <p:spPr>
          <a:xfrm>
            <a:off x="2572538" y="2233665"/>
            <a:ext cx="2243700" cy="10119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 sz="6400">
                <a:solidFill>
                  <a:schemeClr val="accent6"/>
                </a:solidFill>
                <a:latin typeface="Public Sans Thin"/>
                <a:ea typeface="Public Sans Thin"/>
                <a:cs typeface="Public Sans Thin"/>
                <a:sym typeface="Public Sans Thin"/>
              </a:rPr>
              <a:t>2</a:t>
            </a:r>
            <a:r>
              <a:rPr lang="en">
                <a:solidFill>
                  <a:srgbClr val="000000"/>
                </a:solidFill>
                <a:latin typeface="Public Sans"/>
                <a:ea typeface="Public Sans"/>
                <a:cs typeface="Public Sans"/>
                <a:sym typeface="Public Sans"/>
              </a:rPr>
              <a:t> </a:t>
            </a:r>
            <a:r>
              <a:rPr lang="en">
                <a:solidFill>
                  <a:schemeClr val="accent4"/>
                </a:solidFill>
                <a:latin typeface="Public Sans SemiBold"/>
                <a:ea typeface="Public Sans SemiBold"/>
                <a:cs typeface="Public Sans SemiBold"/>
                <a:sym typeface="Public Sans SemiBold"/>
              </a:rPr>
              <a:t>Fonts</a:t>
            </a:r>
            <a:endParaRPr>
              <a:solidFill>
                <a:schemeClr val="accent4"/>
              </a:solidFill>
              <a:latin typeface="Public Sans SemiBold"/>
              <a:ea typeface="Public Sans SemiBold"/>
              <a:cs typeface="Public Sans SemiBold"/>
              <a:sym typeface="Public Sans SemiBold"/>
            </a:endParaRPr>
          </a:p>
        </p:txBody>
      </p:sp>
      <p:sp>
        <p:nvSpPr>
          <p:cNvPr id="850" name="Google Shape;850;p75"/>
          <p:cNvSpPr txBox="1"/>
          <p:nvPr>
            <p:ph idx="1" type="body"/>
          </p:nvPr>
        </p:nvSpPr>
        <p:spPr>
          <a:xfrm>
            <a:off x="4861038" y="2233665"/>
            <a:ext cx="2243700" cy="10119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 sz="6400">
                <a:solidFill>
                  <a:schemeClr val="accent6"/>
                </a:solidFill>
                <a:latin typeface="Public Sans Thin"/>
                <a:ea typeface="Public Sans Thin"/>
                <a:cs typeface="Public Sans Thin"/>
                <a:sym typeface="Public Sans Thin"/>
              </a:rPr>
              <a:t>82</a:t>
            </a:r>
            <a:r>
              <a:rPr lang="en">
                <a:solidFill>
                  <a:srgbClr val="000000"/>
                </a:solidFill>
                <a:latin typeface="Public Sans"/>
                <a:ea typeface="Public Sans"/>
                <a:cs typeface="Public Sans"/>
                <a:sym typeface="Public Sans"/>
              </a:rPr>
              <a:t> </a:t>
            </a:r>
            <a:r>
              <a:rPr lang="en">
                <a:solidFill>
                  <a:schemeClr val="accent4"/>
                </a:solidFill>
                <a:latin typeface="Public Sans SemiBold"/>
                <a:ea typeface="Public Sans SemiBold"/>
                <a:cs typeface="Public Sans SemiBold"/>
                <a:sym typeface="Public Sans SemiBold"/>
              </a:rPr>
              <a:t>Metaballs</a:t>
            </a:r>
            <a:endParaRPr>
              <a:solidFill>
                <a:schemeClr val="accent4"/>
              </a:solidFill>
              <a:latin typeface="Public Sans SemiBold"/>
              <a:ea typeface="Public Sans SemiBold"/>
              <a:cs typeface="Public Sans SemiBold"/>
              <a:sym typeface="Public Sans SemiBold"/>
            </a:endParaRPr>
          </a:p>
        </p:txBody>
      </p:sp>
      <p:sp>
        <p:nvSpPr>
          <p:cNvPr id="851" name="Google Shape;851;p75"/>
          <p:cNvSpPr txBox="1"/>
          <p:nvPr>
            <p:ph idx="1" type="body"/>
          </p:nvPr>
        </p:nvSpPr>
        <p:spPr>
          <a:xfrm>
            <a:off x="2572538" y="3390590"/>
            <a:ext cx="2243700" cy="10119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 sz="6400">
                <a:solidFill>
                  <a:schemeClr val="accent6"/>
                </a:solidFill>
                <a:latin typeface="Public Sans Thin"/>
                <a:ea typeface="Public Sans Thin"/>
                <a:cs typeface="Public Sans Thin"/>
                <a:sym typeface="Public Sans Thin"/>
              </a:rPr>
              <a:t>2</a:t>
            </a:r>
            <a:r>
              <a:rPr lang="en">
                <a:solidFill>
                  <a:srgbClr val="000000"/>
                </a:solidFill>
                <a:latin typeface="Public Sans"/>
                <a:ea typeface="Public Sans"/>
                <a:cs typeface="Public Sans"/>
                <a:sym typeface="Public Sans"/>
              </a:rPr>
              <a:t> </a:t>
            </a:r>
            <a:r>
              <a:rPr lang="en">
                <a:solidFill>
                  <a:schemeClr val="accent4"/>
                </a:solidFill>
                <a:latin typeface="Public Sans SemiBold"/>
                <a:ea typeface="Public Sans SemiBold"/>
                <a:cs typeface="Public Sans SemiBold"/>
                <a:sym typeface="Public Sans SemiBold"/>
              </a:rPr>
              <a:t>Logos</a:t>
            </a:r>
            <a:endParaRPr>
              <a:solidFill>
                <a:schemeClr val="accent4"/>
              </a:solidFill>
              <a:latin typeface="Public Sans SemiBold"/>
              <a:ea typeface="Public Sans SemiBold"/>
              <a:cs typeface="Public Sans SemiBold"/>
              <a:sym typeface="Public Sans SemiBold"/>
            </a:endParaRPr>
          </a:p>
        </p:txBody>
      </p:sp>
      <p:sp>
        <p:nvSpPr>
          <p:cNvPr id="852" name="Google Shape;852;p75"/>
          <p:cNvSpPr txBox="1"/>
          <p:nvPr>
            <p:ph idx="1" type="body"/>
          </p:nvPr>
        </p:nvSpPr>
        <p:spPr>
          <a:xfrm>
            <a:off x="4861038" y="3390590"/>
            <a:ext cx="2243700" cy="10119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 sz="6400">
                <a:solidFill>
                  <a:schemeClr val="accent6"/>
                </a:solidFill>
                <a:latin typeface="Public Sans Thin"/>
                <a:ea typeface="Public Sans Thin"/>
                <a:cs typeface="Public Sans Thin"/>
                <a:sym typeface="Public Sans Thin"/>
              </a:rPr>
              <a:t>89</a:t>
            </a:r>
            <a:r>
              <a:rPr lang="en">
                <a:solidFill>
                  <a:srgbClr val="000000"/>
                </a:solidFill>
                <a:latin typeface="Public Sans"/>
                <a:ea typeface="Public Sans"/>
                <a:cs typeface="Public Sans"/>
                <a:sym typeface="Public Sans"/>
              </a:rPr>
              <a:t> </a:t>
            </a:r>
            <a:r>
              <a:rPr lang="en">
                <a:solidFill>
                  <a:schemeClr val="accent4"/>
                </a:solidFill>
                <a:latin typeface="Public Sans SemiBold"/>
                <a:ea typeface="Public Sans SemiBold"/>
                <a:cs typeface="Public Sans SemiBold"/>
                <a:sym typeface="Public Sans SemiBold"/>
              </a:rPr>
              <a:t>Icons</a:t>
            </a:r>
            <a:endParaRPr>
              <a:solidFill>
                <a:schemeClr val="accent4"/>
              </a:solidFill>
              <a:latin typeface="Public Sans SemiBold"/>
              <a:ea typeface="Public Sans SemiBold"/>
              <a:cs typeface="Public Sans SemiBold"/>
              <a:sym typeface="Public Sans SemiBo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p76"/>
          <p:cNvSpPr txBox="1"/>
          <p:nvPr>
            <p:ph type="ctrTitle"/>
          </p:nvPr>
        </p:nvSpPr>
        <p:spPr>
          <a:xfrm>
            <a:off x="909908" y="1605476"/>
            <a:ext cx="7498200" cy="17460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Icons are everywhere</a:t>
            </a:r>
            <a:endParaRPr/>
          </a:p>
        </p:txBody>
      </p:sp>
      <p:sp>
        <p:nvSpPr>
          <p:cNvPr id="858" name="Google Shape;858;p76"/>
          <p:cNvSpPr txBox="1"/>
          <p:nvPr>
            <p:ph idx="1" type="subTitle"/>
          </p:nvPr>
        </p:nvSpPr>
        <p:spPr>
          <a:xfrm>
            <a:off x="922727" y="3457425"/>
            <a:ext cx="5399100" cy="883500"/>
          </a:xfrm>
          <a:prstGeom prst="rect">
            <a:avLst/>
          </a:prstGeom>
        </p:spPr>
        <p:txBody>
          <a:bodyPr anchorCtr="0" anchor="t" bIns="0" lIns="0" spcFirstLastPara="1" rIns="0" wrap="square" tIns="0">
            <a:noAutofit/>
          </a:bodyPr>
          <a:lstStyle/>
          <a:p>
            <a:pPr indent="0" lvl="0" marL="0" rtl="0" algn="l">
              <a:spcBef>
                <a:spcPts val="0"/>
              </a:spcBef>
              <a:spcAft>
                <a:spcPts val="1200"/>
              </a:spcAft>
              <a:buNone/>
            </a:pPr>
            <a:r>
              <a:rPr lang="en"/>
              <a:t>Sometimes they just advanced bulletpoints, sometimes they play an important mnemonic role – you decide</a:t>
            </a:r>
            <a:endParaRPr/>
          </a:p>
        </p:txBody>
      </p:sp>
      <p:sp>
        <p:nvSpPr>
          <p:cNvPr id="859" name="Google Shape;859;p76"/>
          <p:cNvSpPr txBox="1"/>
          <p:nvPr>
            <p:ph idx="12" type="sldNum"/>
          </p:nvPr>
        </p:nvSpPr>
        <p:spPr>
          <a:xfrm>
            <a:off x="360650" y="4880150"/>
            <a:ext cx="3667800" cy="2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Neo4j Inc. All rights reserved 2023	</a:t>
            </a:r>
            <a:endParaRPr/>
          </a:p>
        </p:txBody>
      </p:sp>
      <p:sp>
        <p:nvSpPr>
          <p:cNvPr id="860" name="Google Shape;860;p76"/>
          <p:cNvSpPr txBox="1"/>
          <p:nvPr>
            <p:ph idx="2" type="sldNum"/>
          </p:nvPr>
        </p:nvSpPr>
        <p:spPr>
          <a:xfrm>
            <a:off x="0" y="4880150"/>
            <a:ext cx="265200" cy="2697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sp>
        <p:nvSpPr>
          <p:cNvPr id="865" name="Google Shape;865;p77"/>
          <p:cNvSpPr txBox="1"/>
          <p:nvPr>
            <p:ph type="title"/>
          </p:nvPr>
        </p:nvSpPr>
        <p:spPr>
          <a:xfrm>
            <a:off x="365750" y="274325"/>
            <a:ext cx="8412600" cy="548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Standard Icons</a:t>
            </a:r>
            <a:endParaRPr/>
          </a:p>
        </p:txBody>
      </p:sp>
      <p:sp>
        <p:nvSpPr>
          <p:cNvPr id="866" name="Google Shape;866;p77"/>
          <p:cNvSpPr txBox="1"/>
          <p:nvPr>
            <p:ph idx="12" type="sldNum"/>
          </p:nvPr>
        </p:nvSpPr>
        <p:spPr>
          <a:xfrm>
            <a:off x="360650" y="4880150"/>
            <a:ext cx="3667800" cy="2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Neo4j Inc. All rights reserved 2023	</a:t>
            </a:r>
            <a:endParaRPr/>
          </a:p>
        </p:txBody>
      </p:sp>
      <p:sp>
        <p:nvSpPr>
          <p:cNvPr id="867" name="Google Shape;867;p77"/>
          <p:cNvSpPr txBox="1"/>
          <p:nvPr>
            <p:ph idx="2" type="sldNum"/>
          </p:nvPr>
        </p:nvSpPr>
        <p:spPr>
          <a:xfrm>
            <a:off x="0" y="4880150"/>
            <a:ext cx="265200" cy="2697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868" name="Google Shape;868;p77"/>
          <p:cNvSpPr/>
          <p:nvPr/>
        </p:nvSpPr>
        <p:spPr>
          <a:xfrm>
            <a:off x="4400375" y="1752050"/>
            <a:ext cx="333300" cy="333300"/>
          </a:xfrm>
          <a:custGeom>
            <a:rect b="b" l="l" r="r" t="t"/>
            <a:pathLst>
              <a:path extrusionOk="0" h="4444" w="4444">
                <a:moveTo>
                  <a:pt x="3888" y="274"/>
                </a:moveTo>
                <a:cubicBezTo>
                  <a:pt x="3962" y="274"/>
                  <a:pt x="4029" y="304"/>
                  <a:pt x="4080" y="356"/>
                </a:cubicBezTo>
                <a:cubicBezTo>
                  <a:pt x="4132" y="407"/>
                  <a:pt x="4162" y="474"/>
                  <a:pt x="4162" y="556"/>
                </a:cubicBezTo>
                <a:cubicBezTo>
                  <a:pt x="4162" y="630"/>
                  <a:pt x="4132" y="696"/>
                  <a:pt x="4080" y="748"/>
                </a:cubicBezTo>
                <a:cubicBezTo>
                  <a:pt x="4029" y="800"/>
                  <a:pt x="3956" y="826"/>
                  <a:pt x="3884" y="826"/>
                </a:cubicBezTo>
                <a:cubicBezTo>
                  <a:pt x="3812" y="826"/>
                  <a:pt x="3740" y="800"/>
                  <a:pt x="3688" y="748"/>
                </a:cubicBezTo>
                <a:cubicBezTo>
                  <a:pt x="3636" y="696"/>
                  <a:pt x="3606" y="622"/>
                  <a:pt x="3606" y="556"/>
                </a:cubicBezTo>
                <a:cubicBezTo>
                  <a:pt x="3606" y="482"/>
                  <a:pt x="3636" y="407"/>
                  <a:pt x="3688" y="356"/>
                </a:cubicBezTo>
                <a:cubicBezTo>
                  <a:pt x="3740" y="304"/>
                  <a:pt x="3814" y="274"/>
                  <a:pt x="3888" y="274"/>
                </a:cubicBezTo>
                <a:close/>
                <a:moveTo>
                  <a:pt x="1526" y="1385"/>
                </a:moveTo>
                <a:cubicBezTo>
                  <a:pt x="1563" y="1385"/>
                  <a:pt x="1600" y="1392"/>
                  <a:pt x="1629" y="1407"/>
                </a:cubicBezTo>
                <a:cubicBezTo>
                  <a:pt x="1666" y="1422"/>
                  <a:pt x="1696" y="1444"/>
                  <a:pt x="1718" y="1466"/>
                </a:cubicBezTo>
                <a:cubicBezTo>
                  <a:pt x="1748" y="1496"/>
                  <a:pt x="1770" y="1526"/>
                  <a:pt x="1785" y="1555"/>
                </a:cubicBezTo>
                <a:cubicBezTo>
                  <a:pt x="1792" y="1592"/>
                  <a:pt x="1800" y="1629"/>
                  <a:pt x="1800" y="1666"/>
                </a:cubicBezTo>
                <a:cubicBezTo>
                  <a:pt x="1800" y="1703"/>
                  <a:pt x="1792" y="1733"/>
                  <a:pt x="1785" y="1770"/>
                </a:cubicBezTo>
                <a:cubicBezTo>
                  <a:pt x="1770" y="1800"/>
                  <a:pt x="1748" y="1837"/>
                  <a:pt x="1718" y="1859"/>
                </a:cubicBezTo>
                <a:cubicBezTo>
                  <a:pt x="1696" y="1889"/>
                  <a:pt x="1666" y="1903"/>
                  <a:pt x="1629" y="1918"/>
                </a:cubicBezTo>
                <a:cubicBezTo>
                  <a:pt x="1596" y="1933"/>
                  <a:pt x="1561" y="1940"/>
                  <a:pt x="1525" y="1940"/>
                </a:cubicBezTo>
                <a:cubicBezTo>
                  <a:pt x="1489" y="1940"/>
                  <a:pt x="1452" y="1933"/>
                  <a:pt x="1415" y="1918"/>
                </a:cubicBezTo>
                <a:cubicBezTo>
                  <a:pt x="1385" y="1903"/>
                  <a:pt x="1355" y="1889"/>
                  <a:pt x="1326" y="1859"/>
                </a:cubicBezTo>
                <a:cubicBezTo>
                  <a:pt x="1303" y="1837"/>
                  <a:pt x="1281" y="1800"/>
                  <a:pt x="1266" y="1770"/>
                </a:cubicBezTo>
                <a:cubicBezTo>
                  <a:pt x="1252" y="1733"/>
                  <a:pt x="1244" y="1696"/>
                  <a:pt x="1244" y="1666"/>
                </a:cubicBezTo>
                <a:cubicBezTo>
                  <a:pt x="1244" y="1629"/>
                  <a:pt x="1252" y="1592"/>
                  <a:pt x="1266" y="1555"/>
                </a:cubicBezTo>
                <a:cubicBezTo>
                  <a:pt x="1281" y="1526"/>
                  <a:pt x="1303" y="1496"/>
                  <a:pt x="1326" y="1466"/>
                </a:cubicBezTo>
                <a:cubicBezTo>
                  <a:pt x="1355" y="1444"/>
                  <a:pt x="1385" y="1422"/>
                  <a:pt x="1415" y="1407"/>
                </a:cubicBezTo>
                <a:cubicBezTo>
                  <a:pt x="1452" y="1392"/>
                  <a:pt x="1489" y="1385"/>
                  <a:pt x="1526" y="1385"/>
                </a:cubicBezTo>
                <a:close/>
                <a:moveTo>
                  <a:pt x="2910" y="2496"/>
                </a:moveTo>
                <a:cubicBezTo>
                  <a:pt x="2984" y="2496"/>
                  <a:pt x="3058" y="2525"/>
                  <a:pt x="3110" y="2577"/>
                </a:cubicBezTo>
                <a:cubicBezTo>
                  <a:pt x="3162" y="2629"/>
                  <a:pt x="3192" y="2696"/>
                  <a:pt x="3192" y="2777"/>
                </a:cubicBezTo>
                <a:cubicBezTo>
                  <a:pt x="3192" y="2851"/>
                  <a:pt x="3162" y="2918"/>
                  <a:pt x="3110" y="2970"/>
                </a:cubicBezTo>
                <a:cubicBezTo>
                  <a:pt x="3058" y="3021"/>
                  <a:pt x="2986" y="3047"/>
                  <a:pt x="2914" y="3047"/>
                </a:cubicBezTo>
                <a:cubicBezTo>
                  <a:pt x="2842" y="3047"/>
                  <a:pt x="2770" y="3021"/>
                  <a:pt x="2718" y="2970"/>
                </a:cubicBezTo>
                <a:cubicBezTo>
                  <a:pt x="2666" y="2918"/>
                  <a:pt x="2636" y="2844"/>
                  <a:pt x="2636" y="2777"/>
                </a:cubicBezTo>
                <a:cubicBezTo>
                  <a:pt x="2636" y="2703"/>
                  <a:pt x="2666" y="2629"/>
                  <a:pt x="2718" y="2577"/>
                </a:cubicBezTo>
                <a:cubicBezTo>
                  <a:pt x="2770" y="2525"/>
                  <a:pt x="2844" y="2496"/>
                  <a:pt x="2910" y="2496"/>
                </a:cubicBezTo>
                <a:close/>
                <a:moveTo>
                  <a:pt x="556" y="3606"/>
                </a:moveTo>
                <a:cubicBezTo>
                  <a:pt x="593" y="3606"/>
                  <a:pt x="622" y="3614"/>
                  <a:pt x="659" y="3629"/>
                </a:cubicBezTo>
                <a:cubicBezTo>
                  <a:pt x="696" y="3644"/>
                  <a:pt x="726" y="3666"/>
                  <a:pt x="748" y="3688"/>
                </a:cubicBezTo>
                <a:cubicBezTo>
                  <a:pt x="778" y="3718"/>
                  <a:pt x="792" y="3747"/>
                  <a:pt x="807" y="3777"/>
                </a:cubicBezTo>
                <a:cubicBezTo>
                  <a:pt x="822" y="3814"/>
                  <a:pt x="830" y="3851"/>
                  <a:pt x="830" y="3888"/>
                </a:cubicBezTo>
                <a:cubicBezTo>
                  <a:pt x="830" y="3925"/>
                  <a:pt x="822" y="3962"/>
                  <a:pt x="807" y="3992"/>
                </a:cubicBezTo>
                <a:cubicBezTo>
                  <a:pt x="792" y="4029"/>
                  <a:pt x="778" y="4058"/>
                  <a:pt x="748" y="4080"/>
                </a:cubicBezTo>
                <a:cubicBezTo>
                  <a:pt x="726" y="4110"/>
                  <a:pt x="696" y="4125"/>
                  <a:pt x="659" y="4140"/>
                </a:cubicBezTo>
                <a:cubicBezTo>
                  <a:pt x="626" y="4154"/>
                  <a:pt x="589" y="4162"/>
                  <a:pt x="552" y="4162"/>
                </a:cubicBezTo>
                <a:cubicBezTo>
                  <a:pt x="515" y="4162"/>
                  <a:pt x="478" y="4154"/>
                  <a:pt x="444" y="4140"/>
                </a:cubicBezTo>
                <a:cubicBezTo>
                  <a:pt x="415" y="4125"/>
                  <a:pt x="385" y="4110"/>
                  <a:pt x="356" y="4080"/>
                </a:cubicBezTo>
                <a:cubicBezTo>
                  <a:pt x="333" y="4058"/>
                  <a:pt x="311" y="4029"/>
                  <a:pt x="296" y="3992"/>
                </a:cubicBezTo>
                <a:cubicBezTo>
                  <a:pt x="282" y="3955"/>
                  <a:pt x="274" y="3918"/>
                  <a:pt x="274" y="3888"/>
                </a:cubicBezTo>
                <a:cubicBezTo>
                  <a:pt x="274" y="3851"/>
                  <a:pt x="282" y="3814"/>
                  <a:pt x="296" y="3777"/>
                </a:cubicBezTo>
                <a:cubicBezTo>
                  <a:pt x="311" y="3747"/>
                  <a:pt x="333" y="3718"/>
                  <a:pt x="356" y="3688"/>
                </a:cubicBezTo>
                <a:cubicBezTo>
                  <a:pt x="385" y="3666"/>
                  <a:pt x="415" y="3644"/>
                  <a:pt x="444" y="3629"/>
                </a:cubicBezTo>
                <a:cubicBezTo>
                  <a:pt x="481" y="3614"/>
                  <a:pt x="519" y="3606"/>
                  <a:pt x="556" y="3606"/>
                </a:cubicBezTo>
                <a:close/>
                <a:moveTo>
                  <a:pt x="3888" y="0"/>
                </a:moveTo>
                <a:cubicBezTo>
                  <a:pt x="3740" y="0"/>
                  <a:pt x="3599" y="59"/>
                  <a:pt x="3495" y="163"/>
                </a:cubicBezTo>
                <a:cubicBezTo>
                  <a:pt x="3392" y="267"/>
                  <a:pt x="3332" y="407"/>
                  <a:pt x="3332" y="556"/>
                </a:cubicBezTo>
                <a:cubicBezTo>
                  <a:pt x="3332" y="696"/>
                  <a:pt x="3392" y="844"/>
                  <a:pt x="3495" y="948"/>
                </a:cubicBezTo>
                <a:cubicBezTo>
                  <a:pt x="3510" y="963"/>
                  <a:pt x="3525" y="978"/>
                  <a:pt x="3547" y="992"/>
                </a:cubicBezTo>
                <a:lnTo>
                  <a:pt x="2999" y="2229"/>
                </a:lnTo>
                <a:cubicBezTo>
                  <a:pt x="2970" y="2222"/>
                  <a:pt x="2940" y="2222"/>
                  <a:pt x="2910" y="2222"/>
                </a:cubicBezTo>
                <a:cubicBezTo>
                  <a:pt x="2792" y="2222"/>
                  <a:pt x="2673" y="2259"/>
                  <a:pt x="2577" y="2333"/>
                </a:cubicBezTo>
                <a:lnTo>
                  <a:pt x="2029" y="1889"/>
                </a:lnTo>
                <a:cubicBezTo>
                  <a:pt x="2029" y="1889"/>
                  <a:pt x="2037" y="1881"/>
                  <a:pt x="2037" y="1881"/>
                </a:cubicBezTo>
                <a:cubicBezTo>
                  <a:pt x="2066" y="1814"/>
                  <a:pt x="2081" y="1740"/>
                  <a:pt x="2081" y="1666"/>
                </a:cubicBezTo>
                <a:cubicBezTo>
                  <a:pt x="2081" y="1585"/>
                  <a:pt x="2066" y="1518"/>
                  <a:pt x="2037" y="1452"/>
                </a:cubicBezTo>
                <a:cubicBezTo>
                  <a:pt x="2007" y="1385"/>
                  <a:pt x="1970" y="1326"/>
                  <a:pt x="1918" y="1274"/>
                </a:cubicBezTo>
                <a:cubicBezTo>
                  <a:pt x="1866" y="1222"/>
                  <a:pt x="1807" y="1178"/>
                  <a:pt x="1740" y="1148"/>
                </a:cubicBezTo>
                <a:cubicBezTo>
                  <a:pt x="1674" y="1122"/>
                  <a:pt x="1601" y="1109"/>
                  <a:pt x="1528" y="1109"/>
                </a:cubicBezTo>
                <a:cubicBezTo>
                  <a:pt x="1455" y="1109"/>
                  <a:pt x="1381" y="1122"/>
                  <a:pt x="1311" y="1148"/>
                </a:cubicBezTo>
                <a:cubicBezTo>
                  <a:pt x="1244" y="1178"/>
                  <a:pt x="1185" y="1222"/>
                  <a:pt x="1133" y="1274"/>
                </a:cubicBezTo>
                <a:cubicBezTo>
                  <a:pt x="1081" y="1326"/>
                  <a:pt x="1044" y="1385"/>
                  <a:pt x="1015" y="1452"/>
                </a:cubicBezTo>
                <a:cubicBezTo>
                  <a:pt x="985" y="1518"/>
                  <a:pt x="970" y="1592"/>
                  <a:pt x="970" y="1666"/>
                </a:cubicBezTo>
                <a:cubicBezTo>
                  <a:pt x="970" y="1733"/>
                  <a:pt x="985" y="1807"/>
                  <a:pt x="1015" y="1881"/>
                </a:cubicBezTo>
                <a:cubicBezTo>
                  <a:pt x="1044" y="1948"/>
                  <a:pt x="1081" y="2007"/>
                  <a:pt x="1133" y="2059"/>
                </a:cubicBezTo>
                <a:cubicBezTo>
                  <a:pt x="1148" y="2074"/>
                  <a:pt x="1163" y="2088"/>
                  <a:pt x="1185" y="2096"/>
                </a:cubicBezTo>
                <a:lnTo>
                  <a:pt x="644" y="3340"/>
                </a:lnTo>
                <a:cubicBezTo>
                  <a:pt x="612" y="3335"/>
                  <a:pt x="579" y="3333"/>
                  <a:pt x="546" y="3333"/>
                </a:cubicBezTo>
                <a:cubicBezTo>
                  <a:pt x="476" y="3333"/>
                  <a:pt x="407" y="3344"/>
                  <a:pt x="341" y="3370"/>
                </a:cubicBezTo>
                <a:cubicBezTo>
                  <a:pt x="274" y="3399"/>
                  <a:pt x="215" y="3444"/>
                  <a:pt x="163" y="3495"/>
                </a:cubicBezTo>
                <a:cubicBezTo>
                  <a:pt x="111" y="3547"/>
                  <a:pt x="67" y="3606"/>
                  <a:pt x="37" y="3673"/>
                </a:cubicBezTo>
                <a:cubicBezTo>
                  <a:pt x="8" y="3740"/>
                  <a:pt x="0" y="3814"/>
                  <a:pt x="0" y="3888"/>
                </a:cubicBezTo>
                <a:cubicBezTo>
                  <a:pt x="0" y="3955"/>
                  <a:pt x="8" y="4029"/>
                  <a:pt x="37" y="4103"/>
                </a:cubicBezTo>
                <a:cubicBezTo>
                  <a:pt x="67" y="4169"/>
                  <a:pt x="111" y="4229"/>
                  <a:pt x="163" y="4280"/>
                </a:cubicBezTo>
                <a:cubicBezTo>
                  <a:pt x="215" y="4332"/>
                  <a:pt x="274" y="4369"/>
                  <a:pt x="341" y="4399"/>
                </a:cubicBezTo>
                <a:cubicBezTo>
                  <a:pt x="407" y="4428"/>
                  <a:pt x="481" y="4443"/>
                  <a:pt x="556" y="4443"/>
                </a:cubicBezTo>
                <a:cubicBezTo>
                  <a:pt x="622" y="4443"/>
                  <a:pt x="696" y="4428"/>
                  <a:pt x="763" y="4399"/>
                </a:cubicBezTo>
                <a:cubicBezTo>
                  <a:pt x="837" y="4369"/>
                  <a:pt x="896" y="4332"/>
                  <a:pt x="948" y="4280"/>
                </a:cubicBezTo>
                <a:cubicBezTo>
                  <a:pt x="1000" y="4229"/>
                  <a:pt x="1037" y="4169"/>
                  <a:pt x="1066" y="4103"/>
                </a:cubicBezTo>
                <a:cubicBezTo>
                  <a:pt x="1096" y="4036"/>
                  <a:pt x="1111" y="3962"/>
                  <a:pt x="1111" y="3888"/>
                </a:cubicBezTo>
                <a:cubicBezTo>
                  <a:pt x="1111" y="3814"/>
                  <a:pt x="1096" y="3740"/>
                  <a:pt x="1066" y="3673"/>
                </a:cubicBezTo>
                <a:cubicBezTo>
                  <a:pt x="1037" y="3606"/>
                  <a:pt x="992" y="3547"/>
                  <a:pt x="948" y="3495"/>
                </a:cubicBezTo>
                <a:cubicBezTo>
                  <a:pt x="933" y="3481"/>
                  <a:pt x="911" y="3466"/>
                  <a:pt x="896" y="3451"/>
                </a:cubicBezTo>
                <a:lnTo>
                  <a:pt x="1437" y="2214"/>
                </a:lnTo>
                <a:cubicBezTo>
                  <a:pt x="1466" y="2214"/>
                  <a:pt x="1496" y="2222"/>
                  <a:pt x="1526" y="2222"/>
                </a:cubicBezTo>
                <a:cubicBezTo>
                  <a:pt x="1600" y="2222"/>
                  <a:pt x="1674" y="2207"/>
                  <a:pt x="1740" y="2177"/>
                </a:cubicBezTo>
                <a:cubicBezTo>
                  <a:pt x="1785" y="2155"/>
                  <a:pt x="1822" y="2133"/>
                  <a:pt x="1859" y="2103"/>
                </a:cubicBezTo>
                <a:lnTo>
                  <a:pt x="2407" y="2548"/>
                </a:lnTo>
                <a:cubicBezTo>
                  <a:pt x="2377" y="2614"/>
                  <a:pt x="2355" y="2696"/>
                  <a:pt x="2355" y="2770"/>
                </a:cubicBezTo>
                <a:cubicBezTo>
                  <a:pt x="2355" y="2918"/>
                  <a:pt x="2414" y="3059"/>
                  <a:pt x="2518" y="3162"/>
                </a:cubicBezTo>
                <a:cubicBezTo>
                  <a:pt x="2622" y="3266"/>
                  <a:pt x="2770" y="3325"/>
                  <a:pt x="2910" y="3325"/>
                </a:cubicBezTo>
                <a:cubicBezTo>
                  <a:pt x="3058" y="3325"/>
                  <a:pt x="3199" y="3266"/>
                  <a:pt x="3303" y="3170"/>
                </a:cubicBezTo>
                <a:cubicBezTo>
                  <a:pt x="3414" y="3059"/>
                  <a:pt x="3466" y="2925"/>
                  <a:pt x="3466" y="2770"/>
                </a:cubicBezTo>
                <a:cubicBezTo>
                  <a:pt x="3466" y="2622"/>
                  <a:pt x="3406" y="2481"/>
                  <a:pt x="3303" y="2377"/>
                </a:cubicBezTo>
                <a:cubicBezTo>
                  <a:pt x="3288" y="2362"/>
                  <a:pt x="3273" y="2348"/>
                  <a:pt x="3258" y="2340"/>
                </a:cubicBezTo>
                <a:lnTo>
                  <a:pt x="3799" y="1096"/>
                </a:lnTo>
                <a:cubicBezTo>
                  <a:pt x="3829" y="1104"/>
                  <a:pt x="3858" y="1104"/>
                  <a:pt x="3888" y="1104"/>
                </a:cubicBezTo>
                <a:cubicBezTo>
                  <a:pt x="4029" y="1104"/>
                  <a:pt x="4177" y="1044"/>
                  <a:pt x="4280" y="948"/>
                </a:cubicBezTo>
                <a:cubicBezTo>
                  <a:pt x="4384" y="837"/>
                  <a:pt x="4443" y="704"/>
                  <a:pt x="4443" y="548"/>
                </a:cubicBezTo>
                <a:cubicBezTo>
                  <a:pt x="4443" y="400"/>
                  <a:pt x="4384" y="259"/>
                  <a:pt x="4280" y="156"/>
                </a:cubicBezTo>
                <a:lnTo>
                  <a:pt x="4280" y="163"/>
                </a:lnTo>
                <a:cubicBezTo>
                  <a:pt x="4177" y="59"/>
                  <a:pt x="4029" y="0"/>
                  <a:pt x="3888"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77"/>
          <p:cNvSpPr/>
          <p:nvPr/>
        </p:nvSpPr>
        <p:spPr>
          <a:xfrm>
            <a:off x="4407575" y="2788025"/>
            <a:ext cx="318825" cy="318525"/>
          </a:xfrm>
          <a:custGeom>
            <a:rect b="b" l="l" r="r" t="t"/>
            <a:pathLst>
              <a:path extrusionOk="0" h="4247" w="4251">
                <a:moveTo>
                  <a:pt x="734" y="556"/>
                </a:moveTo>
                <a:cubicBezTo>
                  <a:pt x="652" y="556"/>
                  <a:pt x="585" y="623"/>
                  <a:pt x="585" y="704"/>
                </a:cubicBezTo>
                <a:cubicBezTo>
                  <a:pt x="585" y="786"/>
                  <a:pt x="652" y="852"/>
                  <a:pt x="734" y="852"/>
                </a:cubicBezTo>
                <a:lnTo>
                  <a:pt x="2178" y="852"/>
                </a:lnTo>
                <a:cubicBezTo>
                  <a:pt x="2259" y="852"/>
                  <a:pt x="2326" y="786"/>
                  <a:pt x="2326" y="704"/>
                </a:cubicBezTo>
                <a:cubicBezTo>
                  <a:pt x="2326" y="623"/>
                  <a:pt x="2259" y="556"/>
                  <a:pt x="2178" y="556"/>
                </a:cubicBezTo>
                <a:close/>
                <a:moveTo>
                  <a:pt x="734" y="1082"/>
                </a:moveTo>
                <a:cubicBezTo>
                  <a:pt x="652" y="1082"/>
                  <a:pt x="585" y="1148"/>
                  <a:pt x="585" y="1230"/>
                </a:cubicBezTo>
                <a:cubicBezTo>
                  <a:pt x="585" y="1311"/>
                  <a:pt x="652" y="1378"/>
                  <a:pt x="734" y="1378"/>
                </a:cubicBezTo>
                <a:lnTo>
                  <a:pt x="1504" y="1378"/>
                </a:lnTo>
                <a:cubicBezTo>
                  <a:pt x="1585" y="1378"/>
                  <a:pt x="1652" y="1311"/>
                  <a:pt x="1652" y="1230"/>
                </a:cubicBezTo>
                <a:cubicBezTo>
                  <a:pt x="1652" y="1148"/>
                  <a:pt x="1585" y="1082"/>
                  <a:pt x="1504" y="1082"/>
                </a:cubicBezTo>
                <a:close/>
                <a:moveTo>
                  <a:pt x="734" y="1830"/>
                </a:moveTo>
                <a:cubicBezTo>
                  <a:pt x="652" y="1830"/>
                  <a:pt x="585" y="1896"/>
                  <a:pt x="585" y="1978"/>
                </a:cubicBezTo>
                <a:cubicBezTo>
                  <a:pt x="585" y="2059"/>
                  <a:pt x="652" y="2126"/>
                  <a:pt x="734" y="2126"/>
                </a:cubicBezTo>
                <a:lnTo>
                  <a:pt x="1852" y="2126"/>
                </a:lnTo>
                <a:cubicBezTo>
                  <a:pt x="1933" y="2126"/>
                  <a:pt x="1992" y="2059"/>
                  <a:pt x="1992" y="1978"/>
                </a:cubicBezTo>
                <a:cubicBezTo>
                  <a:pt x="1992" y="1896"/>
                  <a:pt x="1933" y="1830"/>
                  <a:pt x="1852" y="1830"/>
                </a:cubicBezTo>
                <a:close/>
                <a:moveTo>
                  <a:pt x="3304" y="2077"/>
                </a:moveTo>
                <a:cubicBezTo>
                  <a:pt x="3271" y="2077"/>
                  <a:pt x="3237" y="2086"/>
                  <a:pt x="3207" y="2104"/>
                </a:cubicBezTo>
                <a:cubicBezTo>
                  <a:pt x="3177" y="2126"/>
                  <a:pt x="3155" y="2155"/>
                  <a:pt x="3148" y="2185"/>
                </a:cubicBezTo>
                <a:cubicBezTo>
                  <a:pt x="3133" y="2222"/>
                  <a:pt x="3125" y="2252"/>
                  <a:pt x="3133" y="2289"/>
                </a:cubicBezTo>
                <a:cubicBezTo>
                  <a:pt x="3140" y="2326"/>
                  <a:pt x="3155" y="2355"/>
                  <a:pt x="3185" y="2385"/>
                </a:cubicBezTo>
                <a:cubicBezTo>
                  <a:pt x="3207" y="2407"/>
                  <a:pt x="3236" y="2422"/>
                  <a:pt x="3273" y="2429"/>
                </a:cubicBezTo>
                <a:cubicBezTo>
                  <a:pt x="3288" y="2437"/>
                  <a:pt x="3296" y="2437"/>
                  <a:pt x="3310" y="2437"/>
                </a:cubicBezTo>
                <a:cubicBezTo>
                  <a:pt x="3333" y="2437"/>
                  <a:pt x="3355" y="2429"/>
                  <a:pt x="3377" y="2422"/>
                </a:cubicBezTo>
                <a:cubicBezTo>
                  <a:pt x="3414" y="2407"/>
                  <a:pt x="3436" y="2385"/>
                  <a:pt x="3459" y="2355"/>
                </a:cubicBezTo>
                <a:cubicBezTo>
                  <a:pt x="3481" y="2326"/>
                  <a:pt x="3488" y="2289"/>
                  <a:pt x="3488" y="2252"/>
                </a:cubicBezTo>
                <a:cubicBezTo>
                  <a:pt x="3488" y="2207"/>
                  <a:pt x="3473" y="2163"/>
                  <a:pt x="3436" y="2126"/>
                </a:cubicBezTo>
                <a:cubicBezTo>
                  <a:pt x="3401" y="2095"/>
                  <a:pt x="3353" y="2077"/>
                  <a:pt x="3304" y="2077"/>
                </a:cubicBezTo>
                <a:close/>
                <a:moveTo>
                  <a:pt x="3310" y="1615"/>
                </a:moveTo>
                <a:cubicBezTo>
                  <a:pt x="3666" y="1615"/>
                  <a:pt x="3955" y="1904"/>
                  <a:pt x="3955" y="2252"/>
                </a:cubicBezTo>
                <a:cubicBezTo>
                  <a:pt x="3955" y="2607"/>
                  <a:pt x="3666" y="2896"/>
                  <a:pt x="3310" y="2896"/>
                </a:cubicBezTo>
                <a:cubicBezTo>
                  <a:pt x="2955" y="2896"/>
                  <a:pt x="2666" y="2607"/>
                  <a:pt x="2666" y="2252"/>
                </a:cubicBezTo>
                <a:cubicBezTo>
                  <a:pt x="2666" y="1896"/>
                  <a:pt x="2955" y="1615"/>
                  <a:pt x="3310" y="1615"/>
                </a:cubicBezTo>
                <a:close/>
                <a:moveTo>
                  <a:pt x="149" y="1"/>
                </a:moveTo>
                <a:cubicBezTo>
                  <a:pt x="67" y="1"/>
                  <a:pt x="0" y="60"/>
                  <a:pt x="0" y="141"/>
                </a:cubicBezTo>
                <a:lnTo>
                  <a:pt x="0" y="3044"/>
                </a:lnTo>
                <a:cubicBezTo>
                  <a:pt x="0" y="3126"/>
                  <a:pt x="67" y="3192"/>
                  <a:pt x="149" y="3192"/>
                </a:cubicBezTo>
                <a:lnTo>
                  <a:pt x="1992" y="3192"/>
                </a:lnTo>
                <a:cubicBezTo>
                  <a:pt x="2074" y="3192"/>
                  <a:pt x="2140" y="3126"/>
                  <a:pt x="2140" y="3044"/>
                </a:cubicBezTo>
                <a:cubicBezTo>
                  <a:pt x="2140" y="2963"/>
                  <a:pt x="2074" y="2896"/>
                  <a:pt x="1992" y="2896"/>
                </a:cubicBezTo>
                <a:lnTo>
                  <a:pt x="297" y="2896"/>
                </a:lnTo>
                <a:lnTo>
                  <a:pt x="297" y="289"/>
                </a:lnTo>
                <a:lnTo>
                  <a:pt x="3955" y="289"/>
                </a:lnTo>
                <a:lnTo>
                  <a:pt x="3955" y="934"/>
                </a:lnTo>
                <a:cubicBezTo>
                  <a:pt x="3955" y="1015"/>
                  <a:pt x="4021" y="1082"/>
                  <a:pt x="4103" y="1082"/>
                </a:cubicBezTo>
                <a:cubicBezTo>
                  <a:pt x="4184" y="1082"/>
                  <a:pt x="4251" y="1015"/>
                  <a:pt x="4251" y="934"/>
                </a:cubicBezTo>
                <a:lnTo>
                  <a:pt x="4251" y="149"/>
                </a:lnTo>
                <a:lnTo>
                  <a:pt x="4251" y="141"/>
                </a:lnTo>
                <a:cubicBezTo>
                  <a:pt x="4251" y="60"/>
                  <a:pt x="4184" y="1"/>
                  <a:pt x="4103" y="1"/>
                </a:cubicBezTo>
                <a:close/>
                <a:moveTo>
                  <a:pt x="3636" y="3133"/>
                </a:moveTo>
                <a:lnTo>
                  <a:pt x="3740" y="3925"/>
                </a:lnTo>
                <a:lnTo>
                  <a:pt x="3414" y="3599"/>
                </a:lnTo>
                <a:cubicBezTo>
                  <a:pt x="3388" y="3570"/>
                  <a:pt x="3349" y="3555"/>
                  <a:pt x="3310" y="3555"/>
                </a:cubicBezTo>
                <a:cubicBezTo>
                  <a:pt x="3272" y="3555"/>
                  <a:pt x="3233" y="3570"/>
                  <a:pt x="3207" y="3599"/>
                </a:cubicBezTo>
                <a:lnTo>
                  <a:pt x="2881" y="3925"/>
                </a:lnTo>
                <a:lnTo>
                  <a:pt x="2985" y="3133"/>
                </a:lnTo>
                <a:cubicBezTo>
                  <a:pt x="3088" y="3170"/>
                  <a:pt x="3192" y="3192"/>
                  <a:pt x="3310" y="3192"/>
                </a:cubicBezTo>
                <a:cubicBezTo>
                  <a:pt x="3422" y="3192"/>
                  <a:pt x="3533" y="3170"/>
                  <a:pt x="3636" y="3133"/>
                </a:cubicBezTo>
                <a:close/>
                <a:moveTo>
                  <a:pt x="3310" y="1319"/>
                </a:moveTo>
                <a:cubicBezTo>
                  <a:pt x="2792" y="1319"/>
                  <a:pt x="2370" y="1741"/>
                  <a:pt x="2370" y="2259"/>
                </a:cubicBezTo>
                <a:cubicBezTo>
                  <a:pt x="2370" y="2548"/>
                  <a:pt x="2503" y="2807"/>
                  <a:pt x="2711" y="2977"/>
                </a:cubicBezTo>
                <a:lnTo>
                  <a:pt x="2585" y="3918"/>
                </a:lnTo>
                <a:cubicBezTo>
                  <a:pt x="2570" y="3977"/>
                  <a:pt x="2577" y="4036"/>
                  <a:pt x="2607" y="4088"/>
                </a:cubicBezTo>
                <a:cubicBezTo>
                  <a:pt x="2629" y="4147"/>
                  <a:pt x="2674" y="4192"/>
                  <a:pt x="2725" y="4214"/>
                </a:cubicBezTo>
                <a:cubicBezTo>
                  <a:pt x="2765" y="4237"/>
                  <a:pt x="2813" y="4246"/>
                  <a:pt x="2860" y="4246"/>
                </a:cubicBezTo>
                <a:cubicBezTo>
                  <a:pt x="2875" y="4246"/>
                  <a:pt x="2889" y="4245"/>
                  <a:pt x="2903" y="4244"/>
                </a:cubicBezTo>
                <a:cubicBezTo>
                  <a:pt x="2955" y="4236"/>
                  <a:pt x="3014" y="4207"/>
                  <a:pt x="3051" y="4170"/>
                </a:cubicBezTo>
                <a:lnTo>
                  <a:pt x="3310" y="3910"/>
                </a:lnTo>
                <a:lnTo>
                  <a:pt x="3570" y="4170"/>
                </a:lnTo>
                <a:cubicBezTo>
                  <a:pt x="3607" y="4207"/>
                  <a:pt x="3666" y="4236"/>
                  <a:pt x="3725" y="4244"/>
                </a:cubicBezTo>
                <a:lnTo>
                  <a:pt x="3762" y="4244"/>
                </a:lnTo>
                <a:cubicBezTo>
                  <a:pt x="3807" y="4244"/>
                  <a:pt x="3851" y="4236"/>
                  <a:pt x="3895" y="4214"/>
                </a:cubicBezTo>
                <a:cubicBezTo>
                  <a:pt x="3947" y="4184"/>
                  <a:pt x="3992" y="4140"/>
                  <a:pt x="4014" y="4088"/>
                </a:cubicBezTo>
                <a:cubicBezTo>
                  <a:pt x="4044" y="4036"/>
                  <a:pt x="4051" y="3977"/>
                  <a:pt x="4036" y="3918"/>
                </a:cubicBezTo>
                <a:lnTo>
                  <a:pt x="3910" y="2977"/>
                </a:lnTo>
                <a:cubicBezTo>
                  <a:pt x="4117" y="2800"/>
                  <a:pt x="4250" y="2543"/>
                  <a:pt x="4251" y="2255"/>
                </a:cubicBezTo>
                <a:lnTo>
                  <a:pt x="4251" y="2255"/>
                </a:lnTo>
                <a:cubicBezTo>
                  <a:pt x="4251" y="2257"/>
                  <a:pt x="4251" y="2258"/>
                  <a:pt x="4251" y="2259"/>
                </a:cubicBezTo>
                <a:lnTo>
                  <a:pt x="4251" y="2252"/>
                </a:lnTo>
                <a:cubicBezTo>
                  <a:pt x="4251" y="2253"/>
                  <a:pt x="4251" y="2254"/>
                  <a:pt x="4251" y="2255"/>
                </a:cubicBezTo>
                <a:lnTo>
                  <a:pt x="4251" y="2255"/>
                </a:lnTo>
                <a:cubicBezTo>
                  <a:pt x="4249" y="1739"/>
                  <a:pt x="3828" y="1319"/>
                  <a:pt x="3310" y="1319"/>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77"/>
          <p:cNvSpPr/>
          <p:nvPr/>
        </p:nvSpPr>
        <p:spPr>
          <a:xfrm>
            <a:off x="4398650" y="3295175"/>
            <a:ext cx="336075" cy="333300"/>
          </a:xfrm>
          <a:custGeom>
            <a:rect b="b" l="l" r="r" t="t"/>
            <a:pathLst>
              <a:path extrusionOk="0" h="4444" w="4481">
                <a:moveTo>
                  <a:pt x="2245" y="1"/>
                </a:moveTo>
                <a:cubicBezTo>
                  <a:pt x="2163" y="1"/>
                  <a:pt x="2104" y="60"/>
                  <a:pt x="2104" y="134"/>
                </a:cubicBezTo>
                <a:lnTo>
                  <a:pt x="2104" y="275"/>
                </a:lnTo>
                <a:lnTo>
                  <a:pt x="1963" y="275"/>
                </a:lnTo>
                <a:cubicBezTo>
                  <a:pt x="1889" y="275"/>
                  <a:pt x="1823" y="341"/>
                  <a:pt x="1823" y="416"/>
                </a:cubicBezTo>
                <a:cubicBezTo>
                  <a:pt x="1823" y="490"/>
                  <a:pt x="1889" y="556"/>
                  <a:pt x="1963" y="556"/>
                </a:cubicBezTo>
                <a:lnTo>
                  <a:pt x="2104" y="556"/>
                </a:lnTo>
                <a:lnTo>
                  <a:pt x="2104" y="690"/>
                </a:lnTo>
                <a:cubicBezTo>
                  <a:pt x="2104" y="771"/>
                  <a:pt x="2163" y="830"/>
                  <a:pt x="2245" y="830"/>
                </a:cubicBezTo>
                <a:cubicBezTo>
                  <a:pt x="2319" y="830"/>
                  <a:pt x="2378" y="771"/>
                  <a:pt x="2378" y="690"/>
                </a:cubicBezTo>
                <a:lnTo>
                  <a:pt x="2378" y="556"/>
                </a:lnTo>
                <a:lnTo>
                  <a:pt x="2519" y="556"/>
                </a:lnTo>
                <a:cubicBezTo>
                  <a:pt x="2600" y="556"/>
                  <a:pt x="2659" y="490"/>
                  <a:pt x="2659" y="416"/>
                </a:cubicBezTo>
                <a:cubicBezTo>
                  <a:pt x="2659" y="341"/>
                  <a:pt x="2600" y="275"/>
                  <a:pt x="2519" y="275"/>
                </a:cubicBezTo>
                <a:lnTo>
                  <a:pt x="2378" y="275"/>
                </a:lnTo>
                <a:lnTo>
                  <a:pt x="2378" y="134"/>
                </a:lnTo>
                <a:cubicBezTo>
                  <a:pt x="2378" y="60"/>
                  <a:pt x="2319" y="1"/>
                  <a:pt x="2245" y="1"/>
                </a:cubicBezTo>
                <a:close/>
                <a:moveTo>
                  <a:pt x="438" y="690"/>
                </a:moveTo>
                <a:cubicBezTo>
                  <a:pt x="364" y="690"/>
                  <a:pt x="297" y="756"/>
                  <a:pt x="297" y="830"/>
                </a:cubicBezTo>
                <a:lnTo>
                  <a:pt x="297" y="971"/>
                </a:lnTo>
                <a:lnTo>
                  <a:pt x="156" y="971"/>
                </a:lnTo>
                <a:cubicBezTo>
                  <a:pt x="82" y="971"/>
                  <a:pt x="23" y="1030"/>
                  <a:pt x="23" y="1112"/>
                </a:cubicBezTo>
                <a:cubicBezTo>
                  <a:pt x="23" y="1186"/>
                  <a:pt x="82" y="1245"/>
                  <a:pt x="156" y="1245"/>
                </a:cubicBezTo>
                <a:lnTo>
                  <a:pt x="297" y="1245"/>
                </a:lnTo>
                <a:lnTo>
                  <a:pt x="297" y="1386"/>
                </a:lnTo>
                <a:cubicBezTo>
                  <a:pt x="297" y="1467"/>
                  <a:pt x="364" y="1526"/>
                  <a:pt x="438" y="1526"/>
                </a:cubicBezTo>
                <a:cubicBezTo>
                  <a:pt x="512" y="1526"/>
                  <a:pt x="579" y="1467"/>
                  <a:pt x="579" y="1386"/>
                </a:cubicBezTo>
                <a:lnTo>
                  <a:pt x="579" y="1245"/>
                </a:lnTo>
                <a:lnTo>
                  <a:pt x="712" y="1245"/>
                </a:lnTo>
                <a:cubicBezTo>
                  <a:pt x="793" y="1245"/>
                  <a:pt x="853" y="1186"/>
                  <a:pt x="853" y="1112"/>
                </a:cubicBezTo>
                <a:cubicBezTo>
                  <a:pt x="853" y="1030"/>
                  <a:pt x="793" y="971"/>
                  <a:pt x="712" y="971"/>
                </a:cubicBezTo>
                <a:lnTo>
                  <a:pt x="579" y="971"/>
                </a:lnTo>
                <a:lnTo>
                  <a:pt x="579" y="830"/>
                </a:lnTo>
                <a:cubicBezTo>
                  <a:pt x="579" y="756"/>
                  <a:pt x="512" y="690"/>
                  <a:pt x="438" y="690"/>
                </a:cubicBezTo>
                <a:close/>
                <a:moveTo>
                  <a:pt x="4044" y="690"/>
                </a:moveTo>
                <a:cubicBezTo>
                  <a:pt x="3970" y="690"/>
                  <a:pt x="3911" y="756"/>
                  <a:pt x="3911" y="830"/>
                </a:cubicBezTo>
                <a:lnTo>
                  <a:pt x="3911" y="971"/>
                </a:lnTo>
                <a:lnTo>
                  <a:pt x="3770" y="971"/>
                </a:lnTo>
                <a:cubicBezTo>
                  <a:pt x="3696" y="971"/>
                  <a:pt x="3629" y="1030"/>
                  <a:pt x="3629" y="1112"/>
                </a:cubicBezTo>
                <a:cubicBezTo>
                  <a:pt x="3629" y="1186"/>
                  <a:pt x="3696" y="1245"/>
                  <a:pt x="3770" y="1245"/>
                </a:cubicBezTo>
                <a:lnTo>
                  <a:pt x="3911" y="1245"/>
                </a:lnTo>
                <a:lnTo>
                  <a:pt x="3911" y="1386"/>
                </a:lnTo>
                <a:cubicBezTo>
                  <a:pt x="3911" y="1467"/>
                  <a:pt x="3970" y="1526"/>
                  <a:pt x="4044" y="1526"/>
                </a:cubicBezTo>
                <a:cubicBezTo>
                  <a:pt x="4126" y="1526"/>
                  <a:pt x="4185" y="1467"/>
                  <a:pt x="4185" y="1386"/>
                </a:cubicBezTo>
                <a:lnTo>
                  <a:pt x="4185" y="1245"/>
                </a:lnTo>
                <a:lnTo>
                  <a:pt x="4325" y="1245"/>
                </a:lnTo>
                <a:cubicBezTo>
                  <a:pt x="4400" y="1245"/>
                  <a:pt x="4466" y="1186"/>
                  <a:pt x="4466" y="1112"/>
                </a:cubicBezTo>
                <a:cubicBezTo>
                  <a:pt x="4466" y="1030"/>
                  <a:pt x="4400" y="971"/>
                  <a:pt x="4325" y="971"/>
                </a:cubicBezTo>
                <a:lnTo>
                  <a:pt x="4185" y="971"/>
                </a:lnTo>
                <a:lnTo>
                  <a:pt x="4185" y="830"/>
                </a:lnTo>
                <a:cubicBezTo>
                  <a:pt x="4185" y="756"/>
                  <a:pt x="4126" y="690"/>
                  <a:pt x="4044" y="690"/>
                </a:cubicBezTo>
                <a:close/>
                <a:moveTo>
                  <a:pt x="1135" y="1109"/>
                </a:moveTo>
                <a:cubicBezTo>
                  <a:pt x="1071" y="1109"/>
                  <a:pt x="1013" y="1151"/>
                  <a:pt x="993" y="1215"/>
                </a:cubicBezTo>
                <a:cubicBezTo>
                  <a:pt x="978" y="1289"/>
                  <a:pt x="1023" y="1363"/>
                  <a:pt x="1097" y="1386"/>
                </a:cubicBezTo>
                <a:cubicBezTo>
                  <a:pt x="1556" y="1497"/>
                  <a:pt x="1689" y="2104"/>
                  <a:pt x="1689" y="2111"/>
                </a:cubicBezTo>
                <a:cubicBezTo>
                  <a:pt x="1704" y="2178"/>
                  <a:pt x="1763" y="2222"/>
                  <a:pt x="1823" y="2222"/>
                </a:cubicBezTo>
                <a:cubicBezTo>
                  <a:pt x="1837" y="2222"/>
                  <a:pt x="1845" y="2222"/>
                  <a:pt x="1852" y="2215"/>
                </a:cubicBezTo>
                <a:cubicBezTo>
                  <a:pt x="1926" y="2200"/>
                  <a:pt x="1978" y="2126"/>
                  <a:pt x="1963" y="2052"/>
                </a:cubicBezTo>
                <a:cubicBezTo>
                  <a:pt x="1956" y="2022"/>
                  <a:pt x="1800" y="1275"/>
                  <a:pt x="1164" y="1112"/>
                </a:cubicBezTo>
                <a:cubicBezTo>
                  <a:pt x="1154" y="1110"/>
                  <a:pt x="1144" y="1109"/>
                  <a:pt x="1135" y="1109"/>
                </a:cubicBezTo>
                <a:close/>
                <a:moveTo>
                  <a:pt x="2245" y="1112"/>
                </a:moveTo>
                <a:cubicBezTo>
                  <a:pt x="2163" y="1112"/>
                  <a:pt x="2104" y="1171"/>
                  <a:pt x="2104" y="1245"/>
                </a:cubicBezTo>
                <a:lnTo>
                  <a:pt x="2104" y="2082"/>
                </a:lnTo>
                <a:cubicBezTo>
                  <a:pt x="2104" y="2156"/>
                  <a:pt x="2163" y="2222"/>
                  <a:pt x="2245" y="2222"/>
                </a:cubicBezTo>
                <a:cubicBezTo>
                  <a:pt x="2319" y="2222"/>
                  <a:pt x="2378" y="2156"/>
                  <a:pt x="2378" y="2082"/>
                </a:cubicBezTo>
                <a:lnTo>
                  <a:pt x="2378" y="1245"/>
                </a:lnTo>
                <a:cubicBezTo>
                  <a:pt x="2378" y="1171"/>
                  <a:pt x="2319" y="1112"/>
                  <a:pt x="2245" y="1112"/>
                </a:cubicBezTo>
                <a:close/>
                <a:moveTo>
                  <a:pt x="3347" y="1109"/>
                </a:moveTo>
                <a:cubicBezTo>
                  <a:pt x="3338" y="1109"/>
                  <a:pt x="3328" y="1110"/>
                  <a:pt x="3318" y="1112"/>
                </a:cubicBezTo>
                <a:cubicBezTo>
                  <a:pt x="2689" y="1275"/>
                  <a:pt x="2526" y="2022"/>
                  <a:pt x="2526" y="2052"/>
                </a:cubicBezTo>
                <a:cubicBezTo>
                  <a:pt x="2511" y="2126"/>
                  <a:pt x="2556" y="2200"/>
                  <a:pt x="2630" y="2215"/>
                </a:cubicBezTo>
                <a:cubicBezTo>
                  <a:pt x="2645" y="2222"/>
                  <a:pt x="2652" y="2222"/>
                  <a:pt x="2659" y="2222"/>
                </a:cubicBezTo>
                <a:cubicBezTo>
                  <a:pt x="2726" y="2222"/>
                  <a:pt x="2785" y="2178"/>
                  <a:pt x="2793" y="2111"/>
                </a:cubicBezTo>
                <a:cubicBezTo>
                  <a:pt x="2800" y="2104"/>
                  <a:pt x="2926" y="1497"/>
                  <a:pt x="3385" y="1386"/>
                </a:cubicBezTo>
                <a:cubicBezTo>
                  <a:pt x="3459" y="1363"/>
                  <a:pt x="3504" y="1289"/>
                  <a:pt x="3489" y="1215"/>
                </a:cubicBezTo>
                <a:cubicBezTo>
                  <a:pt x="3469" y="1151"/>
                  <a:pt x="3411" y="1109"/>
                  <a:pt x="3347" y="1109"/>
                </a:cubicBezTo>
                <a:close/>
                <a:moveTo>
                  <a:pt x="645" y="2778"/>
                </a:moveTo>
                <a:cubicBezTo>
                  <a:pt x="734" y="2778"/>
                  <a:pt x="823" y="2815"/>
                  <a:pt x="890" y="2874"/>
                </a:cubicBezTo>
                <a:cubicBezTo>
                  <a:pt x="956" y="2941"/>
                  <a:pt x="993" y="3030"/>
                  <a:pt x="993" y="3126"/>
                </a:cubicBezTo>
                <a:cubicBezTo>
                  <a:pt x="993" y="3215"/>
                  <a:pt x="956" y="3304"/>
                  <a:pt x="890" y="3370"/>
                </a:cubicBezTo>
                <a:cubicBezTo>
                  <a:pt x="830" y="3429"/>
                  <a:pt x="734" y="3466"/>
                  <a:pt x="645" y="3466"/>
                </a:cubicBezTo>
                <a:cubicBezTo>
                  <a:pt x="556" y="3466"/>
                  <a:pt x="467" y="3429"/>
                  <a:pt x="401" y="3370"/>
                </a:cubicBezTo>
                <a:cubicBezTo>
                  <a:pt x="334" y="3304"/>
                  <a:pt x="297" y="3215"/>
                  <a:pt x="297" y="3126"/>
                </a:cubicBezTo>
                <a:cubicBezTo>
                  <a:pt x="297" y="3030"/>
                  <a:pt x="334" y="2941"/>
                  <a:pt x="401" y="2874"/>
                </a:cubicBezTo>
                <a:cubicBezTo>
                  <a:pt x="467" y="2815"/>
                  <a:pt x="556" y="2778"/>
                  <a:pt x="645" y="2778"/>
                </a:cubicBezTo>
                <a:close/>
                <a:moveTo>
                  <a:pt x="2245" y="2778"/>
                </a:moveTo>
                <a:cubicBezTo>
                  <a:pt x="2334" y="2778"/>
                  <a:pt x="2422" y="2815"/>
                  <a:pt x="2489" y="2874"/>
                </a:cubicBezTo>
                <a:cubicBezTo>
                  <a:pt x="2556" y="2941"/>
                  <a:pt x="2593" y="3030"/>
                  <a:pt x="2593" y="3126"/>
                </a:cubicBezTo>
                <a:cubicBezTo>
                  <a:pt x="2593" y="3215"/>
                  <a:pt x="2556" y="3304"/>
                  <a:pt x="2489" y="3370"/>
                </a:cubicBezTo>
                <a:cubicBezTo>
                  <a:pt x="2422" y="3429"/>
                  <a:pt x="2334" y="3466"/>
                  <a:pt x="2245" y="3466"/>
                </a:cubicBezTo>
                <a:cubicBezTo>
                  <a:pt x="2148" y="3466"/>
                  <a:pt x="2060" y="3429"/>
                  <a:pt x="2000" y="3370"/>
                </a:cubicBezTo>
                <a:cubicBezTo>
                  <a:pt x="1934" y="3304"/>
                  <a:pt x="1897" y="3215"/>
                  <a:pt x="1897" y="3126"/>
                </a:cubicBezTo>
                <a:cubicBezTo>
                  <a:pt x="1897" y="3030"/>
                  <a:pt x="1934" y="2941"/>
                  <a:pt x="2000" y="2874"/>
                </a:cubicBezTo>
                <a:cubicBezTo>
                  <a:pt x="2060" y="2815"/>
                  <a:pt x="2148" y="2778"/>
                  <a:pt x="2245" y="2778"/>
                </a:cubicBezTo>
                <a:close/>
                <a:moveTo>
                  <a:pt x="3837" y="2778"/>
                </a:moveTo>
                <a:cubicBezTo>
                  <a:pt x="3889" y="2778"/>
                  <a:pt x="3933" y="2785"/>
                  <a:pt x="3970" y="2800"/>
                </a:cubicBezTo>
                <a:cubicBezTo>
                  <a:pt x="4014" y="2822"/>
                  <a:pt x="4052" y="2844"/>
                  <a:pt x="4081" y="2881"/>
                </a:cubicBezTo>
                <a:cubicBezTo>
                  <a:pt x="4118" y="2911"/>
                  <a:pt x="4140" y="2948"/>
                  <a:pt x="4163" y="2993"/>
                </a:cubicBezTo>
                <a:cubicBezTo>
                  <a:pt x="4177" y="3030"/>
                  <a:pt x="4185" y="3074"/>
                  <a:pt x="4185" y="3126"/>
                </a:cubicBezTo>
                <a:cubicBezTo>
                  <a:pt x="4185" y="3170"/>
                  <a:pt x="4177" y="3215"/>
                  <a:pt x="4163" y="3259"/>
                </a:cubicBezTo>
                <a:cubicBezTo>
                  <a:pt x="4140" y="3296"/>
                  <a:pt x="4118" y="3333"/>
                  <a:pt x="4081" y="3370"/>
                </a:cubicBezTo>
                <a:cubicBezTo>
                  <a:pt x="4052" y="3400"/>
                  <a:pt x="4014" y="3429"/>
                  <a:pt x="3970" y="3444"/>
                </a:cubicBezTo>
                <a:cubicBezTo>
                  <a:pt x="3929" y="3463"/>
                  <a:pt x="3885" y="3472"/>
                  <a:pt x="3840" y="3472"/>
                </a:cubicBezTo>
                <a:cubicBezTo>
                  <a:pt x="3794" y="3472"/>
                  <a:pt x="3748" y="3463"/>
                  <a:pt x="3703" y="3444"/>
                </a:cubicBezTo>
                <a:cubicBezTo>
                  <a:pt x="3666" y="3422"/>
                  <a:pt x="3629" y="3400"/>
                  <a:pt x="3592" y="3370"/>
                </a:cubicBezTo>
                <a:cubicBezTo>
                  <a:pt x="3563" y="3333"/>
                  <a:pt x="3533" y="3296"/>
                  <a:pt x="3518" y="3252"/>
                </a:cubicBezTo>
                <a:cubicBezTo>
                  <a:pt x="3504" y="3216"/>
                  <a:pt x="3489" y="3165"/>
                  <a:pt x="3489" y="3122"/>
                </a:cubicBezTo>
                <a:lnTo>
                  <a:pt x="3489" y="3122"/>
                </a:lnTo>
                <a:cubicBezTo>
                  <a:pt x="3489" y="3072"/>
                  <a:pt x="3504" y="3029"/>
                  <a:pt x="3518" y="2993"/>
                </a:cubicBezTo>
                <a:cubicBezTo>
                  <a:pt x="3533" y="2948"/>
                  <a:pt x="3563" y="2911"/>
                  <a:pt x="3592" y="2874"/>
                </a:cubicBezTo>
                <a:cubicBezTo>
                  <a:pt x="3629" y="2844"/>
                  <a:pt x="3666" y="2822"/>
                  <a:pt x="3703" y="2800"/>
                </a:cubicBezTo>
                <a:cubicBezTo>
                  <a:pt x="3748" y="2785"/>
                  <a:pt x="3792" y="2778"/>
                  <a:pt x="3837" y="2778"/>
                </a:cubicBezTo>
                <a:close/>
                <a:moveTo>
                  <a:pt x="645" y="2496"/>
                </a:moveTo>
                <a:cubicBezTo>
                  <a:pt x="482" y="2496"/>
                  <a:pt x="319" y="2563"/>
                  <a:pt x="201" y="2681"/>
                </a:cubicBezTo>
                <a:cubicBezTo>
                  <a:pt x="82" y="2800"/>
                  <a:pt x="16" y="2955"/>
                  <a:pt x="16" y="3118"/>
                </a:cubicBezTo>
                <a:cubicBezTo>
                  <a:pt x="16" y="3289"/>
                  <a:pt x="82" y="3444"/>
                  <a:pt x="201" y="3563"/>
                </a:cubicBezTo>
                <a:cubicBezTo>
                  <a:pt x="238" y="3600"/>
                  <a:pt x="282" y="3637"/>
                  <a:pt x="334" y="3659"/>
                </a:cubicBezTo>
                <a:cubicBezTo>
                  <a:pt x="238" y="3689"/>
                  <a:pt x="156" y="3733"/>
                  <a:pt x="75" y="3785"/>
                </a:cubicBezTo>
                <a:cubicBezTo>
                  <a:pt x="16" y="3829"/>
                  <a:pt x="1" y="3918"/>
                  <a:pt x="45" y="3977"/>
                </a:cubicBezTo>
                <a:cubicBezTo>
                  <a:pt x="73" y="4018"/>
                  <a:pt x="114" y="4040"/>
                  <a:pt x="157" y="4040"/>
                </a:cubicBezTo>
                <a:cubicBezTo>
                  <a:pt x="184" y="4040"/>
                  <a:pt x="212" y="4031"/>
                  <a:pt x="238" y="4014"/>
                </a:cubicBezTo>
                <a:cubicBezTo>
                  <a:pt x="327" y="3955"/>
                  <a:pt x="430" y="3911"/>
                  <a:pt x="534" y="3896"/>
                </a:cubicBezTo>
                <a:cubicBezTo>
                  <a:pt x="571" y="3891"/>
                  <a:pt x="608" y="3889"/>
                  <a:pt x="645" y="3889"/>
                </a:cubicBezTo>
                <a:cubicBezTo>
                  <a:pt x="718" y="3889"/>
                  <a:pt x="791" y="3898"/>
                  <a:pt x="860" y="3918"/>
                </a:cubicBezTo>
                <a:cubicBezTo>
                  <a:pt x="964" y="3948"/>
                  <a:pt x="1052" y="4007"/>
                  <a:pt x="1134" y="4081"/>
                </a:cubicBezTo>
                <a:cubicBezTo>
                  <a:pt x="1215" y="4155"/>
                  <a:pt x="1275" y="4251"/>
                  <a:pt x="1312" y="4348"/>
                </a:cubicBezTo>
                <a:cubicBezTo>
                  <a:pt x="1312" y="4355"/>
                  <a:pt x="1312" y="4355"/>
                  <a:pt x="1312" y="4355"/>
                </a:cubicBezTo>
                <a:cubicBezTo>
                  <a:pt x="1319" y="4362"/>
                  <a:pt x="1326" y="4377"/>
                  <a:pt x="1334" y="4385"/>
                </a:cubicBezTo>
                <a:cubicBezTo>
                  <a:pt x="1334" y="4385"/>
                  <a:pt x="1334" y="4392"/>
                  <a:pt x="1334" y="4392"/>
                </a:cubicBezTo>
                <a:cubicBezTo>
                  <a:pt x="1341" y="4399"/>
                  <a:pt x="1349" y="4407"/>
                  <a:pt x="1363" y="4414"/>
                </a:cubicBezTo>
                <a:cubicBezTo>
                  <a:pt x="1378" y="4422"/>
                  <a:pt x="1386" y="4429"/>
                  <a:pt x="1393" y="4429"/>
                </a:cubicBezTo>
                <a:lnTo>
                  <a:pt x="1400" y="4429"/>
                </a:lnTo>
                <a:cubicBezTo>
                  <a:pt x="1415" y="4437"/>
                  <a:pt x="1430" y="4444"/>
                  <a:pt x="1445" y="4444"/>
                </a:cubicBezTo>
                <a:cubicBezTo>
                  <a:pt x="1460" y="4444"/>
                  <a:pt x="1475" y="4437"/>
                  <a:pt x="1489" y="4429"/>
                </a:cubicBezTo>
                <a:cubicBezTo>
                  <a:pt x="1497" y="4429"/>
                  <a:pt x="1512" y="4422"/>
                  <a:pt x="1519" y="4414"/>
                </a:cubicBezTo>
                <a:lnTo>
                  <a:pt x="1526" y="4414"/>
                </a:lnTo>
                <a:cubicBezTo>
                  <a:pt x="1534" y="4407"/>
                  <a:pt x="1541" y="4399"/>
                  <a:pt x="1549" y="4392"/>
                </a:cubicBezTo>
                <a:cubicBezTo>
                  <a:pt x="1549" y="4392"/>
                  <a:pt x="1549" y="4385"/>
                  <a:pt x="1549" y="4385"/>
                </a:cubicBezTo>
                <a:cubicBezTo>
                  <a:pt x="1556" y="4377"/>
                  <a:pt x="1563" y="4362"/>
                  <a:pt x="1571" y="4355"/>
                </a:cubicBezTo>
                <a:cubicBezTo>
                  <a:pt x="1571" y="4355"/>
                  <a:pt x="1571" y="4348"/>
                  <a:pt x="1571" y="4348"/>
                </a:cubicBezTo>
                <a:cubicBezTo>
                  <a:pt x="1623" y="4214"/>
                  <a:pt x="1712" y="4096"/>
                  <a:pt x="1830" y="4014"/>
                </a:cubicBezTo>
                <a:cubicBezTo>
                  <a:pt x="1952" y="3929"/>
                  <a:pt x="2097" y="3887"/>
                  <a:pt x="2240" y="3887"/>
                </a:cubicBezTo>
                <a:cubicBezTo>
                  <a:pt x="2384" y="3887"/>
                  <a:pt x="2526" y="3929"/>
                  <a:pt x="2645" y="4014"/>
                </a:cubicBezTo>
                <a:cubicBezTo>
                  <a:pt x="2763" y="4096"/>
                  <a:pt x="2859" y="4214"/>
                  <a:pt x="2911" y="4348"/>
                </a:cubicBezTo>
                <a:cubicBezTo>
                  <a:pt x="2911" y="4355"/>
                  <a:pt x="2911" y="4355"/>
                  <a:pt x="2911" y="4355"/>
                </a:cubicBezTo>
                <a:cubicBezTo>
                  <a:pt x="2911" y="4362"/>
                  <a:pt x="2911" y="4362"/>
                  <a:pt x="2919" y="4370"/>
                </a:cubicBezTo>
                <a:cubicBezTo>
                  <a:pt x="2919" y="4370"/>
                  <a:pt x="2919" y="4377"/>
                  <a:pt x="2926" y="4377"/>
                </a:cubicBezTo>
                <a:lnTo>
                  <a:pt x="2933" y="4392"/>
                </a:lnTo>
                <a:cubicBezTo>
                  <a:pt x="2933" y="4392"/>
                  <a:pt x="2941" y="4399"/>
                  <a:pt x="2941" y="4399"/>
                </a:cubicBezTo>
                <a:cubicBezTo>
                  <a:pt x="2948" y="4407"/>
                  <a:pt x="2948" y="4407"/>
                  <a:pt x="2956" y="4407"/>
                </a:cubicBezTo>
                <a:cubicBezTo>
                  <a:pt x="2956" y="4414"/>
                  <a:pt x="2956" y="4414"/>
                  <a:pt x="2963" y="4414"/>
                </a:cubicBezTo>
                <a:cubicBezTo>
                  <a:pt x="2963" y="4422"/>
                  <a:pt x="2970" y="4422"/>
                  <a:pt x="2978" y="4422"/>
                </a:cubicBezTo>
                <a:cubicBezTo>
                  <a:pt x="2978" y="4422"/>
                  <a:pt x="2985" y="4429"/>
                  <a:pt x="2985" y="4429"/>
                </a:cubicBezTo>
                <a:lnTo>
                  <a:pt x="2993" y="4429"/>
                </a:lnTo>
                <a:cubicBezTo>
                  <a:pt x="3007" y="4437"/>
                  <a:pt x="3022" y="4437"/>
                  <a:pt x="3037" y="4437"/>
                </a:cubicBezTo>
                <a:lnTo>
                  <a:pt x="3081" y="4437"/>
                </a:lnTo>
                <a:cubicBezTo>
                  <a:pt x="3081" y="4437"/>
                  <a:pt x="3081" y="4437"/>
                  <a:pt x="3089" y="4429"/>
                </a:cubicBezTo>
                <a:cubicBezTo>
                  <a:pt x="3096" y="4429"/>
                  <a:pt x="3104" y="4422"/>
                  <a:pt x="3111" y="4414"/>
                </a:cubicBezTo>
                <a:lnTo>
                  <a:pt x="3118" y="4414"/>
                </a:lnTo>
                <a:cubicBezTo>
                  <a:pt x="3126" y="4407"/>
                  <a:pt x="3133" y="4399"/>
                  <a:pt x="3141" y="4392"/>
                </a:cubicBezTo>
                <a:cubicBezTo>
                  <a:pt x="3148" y="4392"/>
                  <a:pt x="3148" y="4385"/>
                  <a:pt x="3148" y="4385"/>
                </a:cubicBezTo>
                <a:cubicBezTo>
                  <a:pt x="3155" y="4377"/>
                  <a:pt x="3163" y="4362"/>
                  <a:pt x="3163" y="4355"/>
                </a:cubicBezTo>
                <a:cubicBezTo>
                  <a:pt x="3163" y="4348"/>
                  <a:pt x="3170" y="4348"/>
                  <a:pt x="3170" y="4348"/>
                </a:cubicBezTo>
                <a:cubicBezTo>
                  <a:pt x="3207" y="4251"/>
                  <a:pt x="3267" y="4155"/>
                  <a:pt x="3341" y="4081"/>
                </a:cubicBezTo>
                <a:cubicBezTo>
                  <a:pt x="3422" y="4007"/>
                  <a:pt x="3518" y="3948"/>
                  <a:pt x="3622" y="3918"/>
                </a:cubicBezTo>
                <a:cubicBezTo>
                  <a:pt x="3691" y="3898"/>
                  <a:pt x="3764" y="3885"/>
                  <a:pt x="3835" y="3885"/>
                </a:cubicBezTo>
                <a:cubicBezTo>
                  <a:pt x="3870" y="3885"/>
                  <a:pt x="3906" y="3889"/>
                  <a:pt x="3940" y="3896"/>
                </a:cubicBezTo>
                <a:cubicBezTo>
                  <a:pt x="4052" y="3911"/>
                  <a:pt x="4155" y="3955"/>
                  <a:pt x="4244" y="4014"/>
                </a:cubicBezTo>
                <a:cubicBezTo>
                  <a:pt x="4267" y="4031"/>
                  <a:pt x="4294" y="4040"/>
                  <a:pt x="4321" y="4040"/>
                </a:cubicBezTo>
                <a:cubicBezTo>
                  <a:pt x="4365" y="4040"/>
                  <a:pt x="4409" y="4018"/>
                  <a:pt x="4437" y="3977"/>
                </a:cubicBezTo>
                <a:cubicBezTo>
                  <a:pt x="4481" y="3918"/>
                  <a:pt x="4466" y="3829"/>
                  <a:pt x="4400" y="3785"/>
                </a:cubicBezTo>
                <a:lnTo>
                  <a:pt x="4407" y="3785"/>
                </a:lnTo>
                <a:cubicBezTo>
                  <a:pt x="4325" y="3733"/>
                  <a:pt x="4244" y="3696"/>
                  <a:pt x="4155" y="3659"/>
                </a:cubicBezTo>
                <a:cubicBezTo>
                  <a:pt x="4200" y="3637"/>
                  <a:pt x="4244" y="3600"/>
                  <a:pt x="4281" y="3563"/>
                </a:cubicBezTo>
                <a:cubicBezTo>
                  <a:pt x="4340" y="3503"/>
                  <a:pt x="4385" y="3437"/>
                  <a:pt x="4414" y="3363"/>
                </a:cubicBezTo>
                <a:cubicBezTo>
                  <a:pt x="4444" y="3289"/>
                  <a:pt x="4466" y="3207"/>
                  <a:pt x="4466" y="3126"/>
                </a:cubicBezTo>
                <a:cubicBezTo>
                  <a:pt x="4466" y="3037"/>
                  <a:pt x="4451" y="2955"/>
                  <a:pt x="4414" y="2881"/>
                </a:cubicBezTo>
                <a:cubicBezTo>
                  <a:pt x="4385" y="2807"/>
                  <a:pt x="4340" y="2741"/>
                  <a:pt x="4281" y="2681"/>
                </a:cubicBezTo>
                <a:cubicBezTo>
                  <a:pt x="4222" y="2622"/>
                  <a:pt x="4155" y="2578"/>
                  <a:pt x="4081" y="2548"/>
                </a:cubicBezTo>
                <a:cubicBezTo>
                  <a:pt x="4003" y="2515"/>
                  <a:pt x="3922" y="2498"/>
                  <a:pt x="3840" y="2498"/>
                </a:cubicBezTo>
                <a:cubicBezTo>
                  <a:pt x="3759" y="2498"/>
                  <a:pt x="3678" y="2515"/>
                  <a:pt x="3600" y="2548"/>
                </a:cubicBezTo>
                <a:cubicBezTo>
                  <a:pt x="3526" y="2578"/>
                  <a:pt x="3459" y="2622"/>
                  <a:pt x="3400" y="2681"/>
                </a:cubicBezTo>
                <a:cubicBezTo>
                  <a:pt x="3341" y="2741"/>
                  <a:pt x="3289" y="2807"/>
                  <a:pt x="3259" y="2881"/>
                </a:cubicBezTo>
                <a:cubicBezTo>
                  <a:pt x="3230" y="2963"/>
                  <a:pt x="3215" y="3044"/>
                  <a:pt x="3215" y="3126"/>
                </a:cubicBezTo>
                <a:cubicBezTo>
                  <a:pt x="3215" y="3207"/>
                  <a:pt x="3230" y="3281"/>
                  <a:pt x="3259" y="3363"/>
                </a:cubicBezTo>
                <a:cubicBezTo>
                  <a:pt x="3289" y="3437"/>
                  <a:pt x="3341" y="3503"/>
                  <a:pt x="3400" y="3563"/>
                </a:cubicBezTo>
                <a:cubicBezTo>
                  <a:pt x="3437" y="3607"/>
                  <a:pt x="3481" y="3637"/>
                  <a:pt x="3526" y="3659"/>
                </a:cubicBezTo>
                <a:cubicBezTo>
                  <a:pt x="3385" y="3703"/>
                  <a:pt x="3259" y="3785"/>
                  <a:pt x="3155" y="3881"/>
                </a:cubicBezTo>
                <a:cubicBezTo>
                  <a:pt x="3111" y="3926"/>
                  <a:pt x="3074" y="3970"/>
                  <a:pt x="3037" y="4014"/>
                </a:cubicBezTo>
                <a:cubicBezTo>
                  <a:pt x="2978" y="3926"/>
                  <a:pt x="2896" y="3852"/>
                  <a:pt x="2807" y="3785"/>
                </a:cubicBezTo>
                <a:cubicBezTo>
                  <a:pt x="2733" y="3733"/>
                  <a:pt x="2645" y="3689"/>
                  <a:pt x="2556" y="3659"/>
                </a:cubicBezTo>
                <a:cubicBezTo>
                  <a:pt x="2600" y="3637"/>
                  <a:pt x="2645" y="3600"/>
                  <a:pt x="2682" y="3563"/>
                </a:cubicBezTo>
                <a:cubicBezTo>
                  <a:pt x="2800" y="3444"/>
                  <a:pt x="2867" y="3289"/>
                  <a:pt x="2867" y="3126"/>
                </a:cubicBezTo>
                <a:cubicBezTo>
                  <a:pt x="2867" y="2955"/>
                  <a:pt x="2800" y="2800"/>
                  <a:pt x="2682" y="2681"/>
                </a:cubicBezTo>
                <a:cubicBezTo>
                  <a:pt x="2570" y="2563"/>
                  <a:pt x="2408" y="2496"/>
                  <a:pt x="2245" y="2496"/>
                </a:cubicBezTo>
                <a:cubicBezTo>
                  <a:pt x="2074" y="2496"/>
                  <a:pt x="1919" y="2563"/>
                  <a:pt x="1800" y="2681"/>
                </a:cubicBezTo>
                <a:cubicBezTo>
                  <a:pt x="1682" y="2800"/>
                  <a:pt x="1615" y="2955"/>
                  <a:pt x="1615" y="3126"/>
                </a:cubicBezTo>
                <a:cubicBezTo>
                  <a:pt x="1615" y="3289"/>
                  <a:pt x="1682" y="3444"/>
                  <a:pt x="1800" y="3563"/>
                </a:cubicBezTo>
                <a:cubicBezTo>
                  <a:pt x="1837" y="3600"/>
                  <a:pt x="1882" y="3637"/>
                  <a:pt x="1926" y="3659"/>
                </a:cubicBezTo>
                <a:cubicBezTo>
                  <a:pt x="1837" y="3689"/>
                  <a:pt x="1756" y="3733"/>
                  <a:pt x="1674" y="3785"/>
                </a:cubicBezTo>
                <a:cubicBezTo>
                  <a:pt x="1586" y="3852"/>
                  <a:pt x="1504" y="3926"/>
                  <a:pt x="1445" y="4014"/>
                </a:cubicBezTo>
                <a:cubicBezTo>
                  <a:pt x="1408" y="3970"/>
                  <a:pt x="1371" y="3918"/>
                  <a:pt x="1326" y="3881"/>
                </a:cubicBezTo>
                <a:cubicBezTo>
                  <a:pt x="1223" y="3777"/>
                  <a:pt x="1097" y="3703"/>
                  <a:pt x="964" y="3659"/>
                </a:cubicBezTo>
                <a:cubicBezTo>
                  <a:pt x="1008" y="3637"/>
                  <a:pt x="1045" y="3600"/>
                  <a:pt x="1082" y="3563"/>
                </a:cubicBezTo>
                <a:cubicBezTo>
                  <a:pt x="1201" y="3444"/>
                  <a:pt x="1267" y="3289"/>
                  <a:pt x="1267" y="3118"/>
                </a:cubicBezTo>
                <a:cubicBezTo>
                  <a:pt x="1267" y="2955"/>
                  <a:pt x="1201" y="2800"/>
                  <a:pt x="1082" y="2681"/>
                </a:cubicBezTo>
                <a:cubicBezTo>
                  <a:pt x="971" y="2563"/>
                  <a:pt x="808" y="2496"/>
                  <a:pt x="645" y="2496"/>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77"/>
          <p:cNvSpPr/>
          <p:nvPr/>
        </p:nvSpPr>
        <p:spPr>
          <a:xfrm>
            <a:off x="3434075" y="3346850"/>
            <a:ext cx="333900" cy="229425"/>
          </a:xfrm>
          <a:custGeom>
            <a:rect b="b" l="l" r="r" t="t"/>
            <a:pathLst>
              <a:path extrusionOk="0" h="3059" w="4452">
                <a:moveTo>
                  <a:pt x="1971" y="911"/>
                </a:moveTo>
                <a:cubicBezTo>
                  <a:pt x="1971" y="911"/>
                  <a:pt x="1963" y="911"/>
                  <a:pt x="1963" y="919"/>
                </a:cubicBezTo>
                <a:cubicBezTo>
                  <a:pt x="1963" y="919"/>
                  <a:pt x="1963" y="911"/>
                  <a:pt x="1963" y="911"/>
                </a:cubicBezTo>
                <a:close/>
                <a:moveTo>
                  <a:pt x="2023" y="911"/>
                </a:moveTo>
                <a:cubicBezTo>
                  <a:pt x="2030" y="919"/>
                  <a:pt x="2037" y="919"/>
                  <a:pt x="2045" y="926"/>
                </a:cubicBezTo>
                <a:cubicBezTo>
                  <a:pt x="2037" y="926"/>
                  <a:pt x="2030" y="919"/>
                  <a:pt x="2023" y="911"/>
                </a:cubicBezTo>
                <a:close/>
                <a:moveTo>
                  <a:pt x="1941" y="934"/>
                </a:moveTo>
                <a:lnTo>
                  <a:pt x="1934" y="948"/>
                </a:lnTo>
                <a:cubicBezTo>
                  <a:pt x="1934" y="941"/>
                  <a:pt x="1934" y="941"/>
                  <a:pt x="1934" y="941"/>
                </a:cubicBezTo>
                <a:cubicBezTo>
                  <a:pt x="1934" y="941"/>
                  <a:pt x="1941" y="934"/>
                  <a:pt x="1941" y="934"/>
                </a:cubicBezTo>
                <a:close/>
                <a:moveTo>
                  <a:pt x="2067" y="978"/>
                </a:moveTo>
                <a:cubicBezTo>
                  <a:pt x="2067" y="985"/>
                  <a:pt x="2067" y="985"/>
                  <a:pt x="2060" y="993"/>
                </a:cubicBezTo>
                <a:cubicBezTo>
                  <a:pt x="2060" y="993"/>
                  <a:pt x="2060" y="985"/>
                  <a:pt x="2067" y="978"/>
                </a:cubicBezTo>
                <a:close/>
                <a:moveTo>
                  <a:pt x="1995" y="771"/>
                </a:moveTo>
                <a:cubicBezTo>
                  <a:pt x="1954" y="771"/>
                  <a:pt x="1912" y="782"/>
                  <a:pt x="1874" y="808"/>
                </a:cubicBezTo>
                <a:cubicBezTo>
                  <a:pt x="1845" y="830"/>
                  <a:pt x="1815" y="860"/>
                  <a:pt x="1800" y="897"/>
                </a:cubicBezTo>
                <a:cubicBezTo>
                  <a:pt x="1786" y="934"/>
                  <a:pt x="1786" y="978"/>
                  <a:pt x="1793" y="1022"/>
                </a:cubicBezTo>
                <a:cubicBezTo>
                  <a:pt x="1800" y="1059"/>
                  <a:pt x="1815" y="1096"/>
                  <a:pt x="1845" y="1126"/>
                </a:cubicBezTo>
                <a:cubicBezTo>
                  <a:pt x="1874" y="1156"/>
                  <a:pt x="1911" y="1178"/>
                  <a:pt x="1956" y="1185"/>
                </a:cubicBezTo>
                <a:lnTo>
                  <a:pt x="1993" y="1185"/>
                </a:lnTo>
                <a:cubicBezTo>
                  <a:pt x="2023" y="1185"/>
                  <a:pt x="2045" y="1178"/>
                  <a:pt x="2074" y="1171"/>
                </a:cubicBezTo>
                <a:cubicBezTo>
                  <a:pt x="2111" y="1156"/>
                  <a:pt x="2141" y="1126"/>
                  <a:pt x="2171" y="1096"/>
                </a:cubicBezTo>
                <a:cubicBezTo>
                  <a:pt x="2193" y="1059"/>
                  <a:pt x="2200" y="1022"/>
                  <a:pt x="2200" y="978"/>
                </a:cubicBezTo>
                <a:cubicBezTo>
                  <a:pt x="2200" y="926"/>
                  <a:pt x="2178" y="867"/>
                  <a:pt x="2141" y="830"/>
                </a:cubicBezTo>
                <a:cubicBezTo>
                  <a:pt x="2103" y="792"/>
                  <a:pt x="2050" y="771"/>
                  <a:pt x="1995" y="771"/>
                </a:cubicBezTo>
                <a:close/>
                <a:moveTo>
                  <a:pt x="3281" y="1393"/>
                </a:moveTo>
                <a:lnTo>
                  <a:pt x="3289" y="1400"/>
                </a:lnTo>
                <a:cubicBezTo>
                  <a:pt x="3281" y="1393"/>
                  <a:pt x="3274" y="1393"/>
                  <a:pt x="3267" y="1393"/>
                </a:cubicBezTo>
                <a:close/>
                <a:moveTo>
                  <a:pt x="1141" y="1407"/>
                </a:moveTo>
                <a:cubicBezTo>
                  <a:pt x="1141" y="1407"/>
                  <a:pt x="1134" y="1415"/>
                  <a:pt x="1134" y="1415"/>
                </a:cubicBezTo>
                <a:cubicBezTo>
                  <a:pt x="1134" y="1407"/>
                  <a:pt x="1141" y="1407"/>
                  <a:pt x="1141" y="1407"/>
                </a:cubicBezTo>
                <a:close/>
                <a:moveTo>
                  <a:pt x="1230" y="1415"/>
                </a:moveTo>
                <a:lnTo>
                  <a:pt x="1230" y="1415"/>
                </a:lnTo>
                <a:cubicBezTo>
                  <a:pt x="1238" y="1415"/>
                  <a:pt x="1245" y="1422"/>
                  <a:pt x="1245" y="1437"/>
                </a:cubicBezTo>
                <a:cubicBezTo>
                  <a:pt x="1245" y="1430"/>
                  <a:pt x="1238" y="1422"/>
                  <a:pt x="1230" y="1415"/>
                </a:cubicBezTo>
                <a:close/>
                <a:moveTo>
                  <a:pt x="1115" y="1445"/>
                </a:moveTo>
                <a:lnTo>
                  <a:pt x="1112" y="1452"/>
                </a:lnTo>
                <a:cubicBezTo>
                  <a:pt x="1112" y="1448"/>
                  <a:pt x="1114" y="1446"/>
                  <a:pt x="1115" y="1445"/>
                </a:cubicBezTo>
                <a:close/>
                <a:moveTo>
                  <a:pt x="1250" y="1444"/>
                </a:moveTo>
                <a:cubicBezTo>
                  <a:pt x="1251" y="1445"/>
                  <a:pt x="1252" y="1445"/>
                  <a:pt x="1252" y="1445"/>
                </a:cubicBezTo>
                <a:lnTo>
                  <a:pt x="1252" y="1452"/>
                </a:lnTo>
                <a:lnTo>
                  <a:pt x="1252" y="1459"/>
                </a:lnTo>
                <a:cubicBezTo>
                  <a:pt x="1252" y="1454"/>
                  <a:pt x="1252" y="1449"/>
                  <a:pt x="1250" y="1444"/>
                </a:cubicBezTo>
                <a:close/>
                <a:moveTo>
                  <a:pt x="3200" y="1482"/>
                </a:moveTo>
                <a:cubicBezTo>
                  <a:pt x="3200" y="1482"/>
                  <a:pt x="3200" y="1489"/>
                  <a:pt x="3207" y="1489"/>
                </a:cubicBezTo>
                <a:cubicBezTo>
                  <a:pt x="3200" y="1489"/>
                  <a:pt x="3200" y="1489"/>
                  <a:pt x="3200" y="1482"/>
                </a:cubicBezTo>
                <a:close/>
                <a:moveTo>
                  <a:pt x="3333" y="1489"/>
                </a:moveTo>
                <a:cubicBezTo>
                  <a:pt x="3333" y="1496"/>
                  <a:pt x="3326" y="1496"/>
                  <a:pt x="3326" y="1496"/>
                </a:cubicBezTo>
                <a:cubicBezTo>
                  <a:pt x="3326" y="1496"/>
                  <a:pt x="3333" y="1489"/>
                  <a:pt x="3333" y="1489"/>
                </a:cubicBezTo>
                <a:close/>
                <a:moveTo>
                  <a:pt x="1182" y="1256"/>
                </a:moveTo>
                <a:cubicBezTo>
                  <a:pt x="1142" y="1256"/>
                  <a:pt x="1102" y="1267"/>
                  <a:pt x="1067" y="1289"/>
                </a:cubicBezTo>
                <a:cubicBezTo>
                  <a:pt x="1030" y="1311"/>
                  <a:pt x="1008" y="1348"/>
                  <a:pt x="993" y="1385"/>
                </a:cubicBezTo>
                <a:cubicBezTo>
                  <a:pt x="971" y="1422"/>
                  <a:pt x="971" y="1459"/>
                  <a:pt x="978" y="1504"/>
                </a:cubicBezTo>
                <a:cubicBezTo>
                  <a:pt x="986" y="1541"/>
                  <a:pt x="1008" y="1578"/>
                  <a:pt x="1038" y="1607"/>
                </a:cubicBezTo>
                <a:cubicBezTo>
                  <a:pt x="1067" y="1637"/>
                  <a:pt x="1104" y="1659"/>
                  <a:pt x="1141" y="1667"/>
                </a:cubicBezTo>
                <a:cubicBezTo>
                  <a:pt x="1156" y="1667"/>
                  <a:pt x="1171" y="1674"/>
                  <a:pt x="1186" y="1674"/>
                </a:cubicBezTo>
                <a:cubicBezTo>
                  <a:pt x="1208" y="1674"/>
                  <a:pt x="1238" y="1667"/>
                  <a:pt x="1260" y="1652"/>
                </a:cubicBezTo>
                <a:cubicBezTo>
                  <a:pt x="1297" y="1637"/>
                  <a:pt x="1334" y="1615"/>
                  <a:pt x="1356" y="1578"/>
                </a:cubicBezTo>
                <a:cubicBezTo>
                  <a:pt x="1378" y="1541"/>
                  <a:pt x="1393" y="1504"/>
                  <a:pt x="1393" y="1467"/>
                </a:cubicBezTo>
                <a:cubicBezTo>
                  <a:pt x="1393" y="1407"/>
                  <a:pt x="1371" y="1356"/>
                  <a:pt x="1326" y="1319"/>
                </a:cubicBezTo>
                <a:cubicBezTo>
                  <a:pt x="1288" y="1276"/>
                  <a:pt x="1235" y="1256"/>
                  <a:pt x="1182" y="1256"/>
                </a:cubicBezTo>
                <a:close/>
                <a:moveTo>
                  <a:pt x="3266" y="1256"/>
                </a:moveTo>
                <a:cubicBezTo>
                  <a:pt x="3224" y="1256"/>
                  <a:pt x="3183" y="1267"/>
                  <a:pt x="3148" y="1289"/>
                </a:cubicBezTo>
                <a:cubicBezTo>
                  <a:pt x="3118" y="1311"/>
                  <a:pt x="3089" y="1348"/>
                  <a:pt x="3074" y="1385"/>
                </a:cubicBezTo>
                <a:cubicBezTo>
                  <a:pt x="3059" y="1422"/>
                  <a:pt x="3052" y="1467"/>
                  <a:pt x="3059" y="1504"/>
                </a:cubicBezTo>
                <a:cubicBezTo>
                  <a:pt x="3074" y="1548"/>
                  <a:pt x="3089" y="1578"/>
                  <a:pt x="3118" y="1607"/>
                </a:cubicBezTo>
                <a:cubicBezTo>
                  <a:pt x="3148" y="1637"/>
                  <a:pt x="3185" y="1659"/>
                  <a:pt x="3230" y="1667"/>
                </a:cubicBezTo>
                <a:cubicBezTo>
                  <a:pt x="3237" y="1674"/>
                  <a:pt x="3252" y="1674"/>
                  <a:pt x="3267" y="1674"/>
                </a:cubicBezTo>
                <a:cubicBezTo>
                  <a:pt x="3296" y="1674"/>
                  <a:pt x="3318" y="1667"/>
                  <a:pt x="3348" y="1659"/>
                </a:cubicBezTo>
                <a:cubicBezTo>
                  <a:pt x="3385" y="1637"/>
                  <a:pt x="3415" y="1615"/>
                  <a:pt x="3437" y="1578"/>
                </a:cubicBezTo>
                <a:cubicBezTo>
                  <a:pt x="3467" y="1541"/>
                  <a:pt x="3474" y="1504"/>
                  <a:pt x="3474" y="1467"/>
                </a:cubicBezTo>
                <a:cubicBezTo>
                  <a:pt x="3474" y="1407"/>
                  <a:pt x="3452" y="1356"/>
                  <a:pt x="3415" y="1319"/>
                </a:cubicBezTo>
                <a:cubicBezTo>
                  <a:pt x="3376" y="1276"/>
                  <a:pt x="3321" y="1256"/>
                  <a:pt x="3266" y="1256"/>
                </a:cubicBezTo>
                <a:close/>
                <a:moveTo>
                  <a:pt x="882" y="2089"/>
                </a:moveTo>
                <a:cubicBezTo>
                  <a:pt x="882" y="2089"/>
                  <a:pt x="875" y="2096"/>
                  <a:pt x="875" y="2096"/>
                </a:cubicBezTo>
                <a:cubicBezTo>
                  <a:pt x="875" y="2096"/>
                  <a:pt x="875" y="2089"/>
                  <a:pt x="875" y="2089"/>
                </a:cubicBezTo>
                <a:close/>
                <a:moveTo>
                  <a:pt x="3504" y="2104"/>
                </a:moveTo>
                <a:cubicBezTo>
                  <a:pt x="3504" y="2104"/>
                  <a:pt x="3496" y="2104"/>
                  <a:pt x="3496" y="2111"/>
                </a:cubicBezTo>
                <a:cubicBezTo>
                  <a:pt x="3496" y="2104"/>
                  <a:pt x="3496" y="2104"/>
                  <a:pt x="3504" y="2104"/>
                </a:cubicBezTo>
                <a:close/>
                <a:moveTo>
                  <a:pt x="845" y="2111"/>
                </a:moveTo>
                <a:lnTo>
                  <a:pt x="853" y="2118"/>
                </a:lnTo>
                <a:lnTo>
                  <a:pt x="845" y="2126"/>
                </a:lnTo>
                <a:cubicBezTo>
                  <a:pt x="845" y="2118"/>
                  <a:pt x="845" y="2118"/>
                  <a:pt x="845" y="2118"/>
                </a:cubicBezTo>
                <a:cubicBezTo>
                  <a:pt x="845" y="2118"/>
                  <a:pt x="845" y="2118"/>
                  <a:pt x="845" y="2111"/>
                </a:cubicBezTo>
                <a:close/>
                <a:moveTo>
                  <a:pt x="3489" y="2118"/>
                </a:moveTo>
                <a:lnTo>
                  <a:pt x="3481" y="2126"/>
                </a:lnTo>
                <a:cubicBezTo>
                  <a:pt x="3481" y="2126"/>
                  <a:pt x="3481" y="2118"/>
                  <a:pt x="3481" y="2118"/>
                </a:cubicBezTo>
                <a:close/>
                <a:moveTo>
                  <a:pt x="3592" y="2111"/>
                </a:moveTo>
                <a:cubicBezTo>
                  <a:pt x="3600" y="2111"/>
                  <a:pt x="3607" y="2118"/>
                  <a:pt x="3607" y="2126"/>
                </a:cubicBezTo>
                <a:cubicBezTo>
                  <a:pt x="3600" y="2118"/>
                  <a:pt x="3600" y="2111"/>
                  <a:pt x="3592" y="2111"/>
                </a:cubicBezTo>
                <a:close/>
                <a:moveTo>
                  <a:pt x="3481" y="2133"/>
                </a:moveTo>
                <a:lnTo>
                  <a:pt x="3474" y="2148"/>
                </a:lnTo>
                <a:cubicBezTo>
                  <a:pt x="3474" y="2141"/>
                  <a:pt x="3474" y="2141"/>
                  <a:pt x="3481" y="2133"/>
                </a:cubicBezTo>
                <a:close/>
                <a:moveTo>
                  <a:pt x="3607" y="2133"/>
                </a:moveTo>
                <a:lnTo>
                  <a:pt x="3607" y="2133"/>
                </a:lnTo>
                <a:cubicBezTo>
                  <a:pt x="3607" y="2141"/>
                  <a:pt x="3615" y="2141"/>
                  <a:pt x="3615" y="2141"/>
                </a:cubicBezTo>
                <a:lnTo>
                  <a:pt x="3615" y="2155"/>
                </a:lnTo>
                <a:cubicBezTo>
                  <a:pt x="3615" y="2148"/>
                  <a:pt x="3607" y="2141"/>
                  <a:pt x="3607" y="2133"/>
                </a:cubicBezTo>
                <a:close/>
                <a:moveTo>
                  <a:pt x="3615" y="2163"/>
                </a:moveTo>
                <a:cubicBezTo>
                  <a:pt x="3615" y="2163"/>
                  <a:pt x="3615" y="2170"/>
                  <a:pt x="3607" y="2170"/>
                </a:cubicBezTo>
                <a:cubicBezTo>
                  <a:pt x="3607" y="2170"/>
                  <a:pt x="3615" y="2163"/>
                  <a:pt x="3615" y="2163"/>
                </a:cubicBezTo>
                <a:close/>
                <a:moveTo>
                  <a:pt x="971" y="2178"/>
                </a:moveTo>
                <a:lnTo>
                  <a:pt x="971" y="2185"/>
                </a:lnTo>
                <a:lnTo>
                  <a:pt x="964" y="2185"/>
                </a:lnTo>
                <a:cubicBezTo>
                  <a:pt x="964" y="2185"/>
                  <a:pt x="971" y="2185"/>
                  <a:pt x="971" y="2178"/>
                </a:cubicBezTo>
                <a:close/>
                <a:moveTo>
                  <a:pt x="903" y="1952"/>
                </a:moveTo>
                <a:cubicBezTo>
                  <a:pt x="862" y="1952"/>
                  <a:pt x="821" y="1963"/>
                  <a:pt x="786" y="1985"/>
                </a:cubicBezTo>
                <a:cubicBezTo>
                  <a:pt x="756" y="2007"/>
                  <a:pt x="727" y="2037"/>
                  <a:pt x="712" y="2074"/>
                </a:cubicBezTo>
                <a:cubicBezTo>
                  <a:pt x="697" y="2118"/>
                  <a:pt x="690" y="2155"/>
                  <a:pt x="697" y="2200"/>
                </a:cubicBezTo>
                <a:cubicBezTo>
                  <a:pt x="704" y="2237"/>
                  <a:pt x="727" y="2274"/>
                  <a:pt x="756" y="2304"/>
                </a:cubicBezTo>
                <a:cubicBezTo>
                  <a:pt x="786" y="2333"/>
                  <a:pt x="823" y="2355"/>
                  <a:pt x="860" y="2363"/>
                </a:cubicBezTo>
                <a:lnTo>
                  <a:pt x="904" y="2363"/>
                </a:lnTo>
                <a:cubicBezTo>
                  <a:pt x="934" y="2363"/>
                  <a:pt x="956" y="2363"/>
                  <a:pt x="986" y="2348"/>
                </a:cubicBezTo>
                <a:cubicBezTo>
                  <a:pt x="1023" y="2333"/>
                  <a:pt x="1052" y="2311"/>
                  <a:pt x="1075" y="2274"/>
                </a:cubicBezTo>
                <a:cubicBezTo>
                  <a:pt x="1097" y="2237"/>
                  <a:pt x="1112" y="2200"/>
                  <a:pt x="1112" y="2155"/>
                </a:cubicBezTo>
                <a:cubicBezTo>
                  <a:pt x="1112" y="2104"/>
                  <a:pt x="1089" y="2052"/>
                  <a:pt x="1052" y="2015"/>
                </a:cubicBezTo>
                <a:cubicBezTo>
                  <a:pt x="1014" y="1972"/>
                  <a:pt x="959" y="1952"/>
                  <a:pt x="903" y="1952"/>
                </a:cubicBezTo>
                <a:close/>
                <a:moveTo>
                  <a:pt x="3544" y="1952"/>
                </a:moveTo>
                <a:cubicBezTo>
                  <a:pt x="3504" y="1952"/>
                  <a:pt x="3464" y="1963"/>
                  <a:pt x="3429" y="1985"/>
                </a:cubicBezTo>
                <a:cubicBezTo>
                  <a:pt x="3392" y="2007"/>
                  <a:pt x="3363" y="2037"/>
                  <a:pt x="3348" y="2074"/>
                </a:cubicBezTo>
                <a:cubicBezTo>
                  <a:pt x="3333" y="2118"/>
                  <a:pt x="3333" y="2155"/>
                  <a:pt x="3341" y="2200"/>
                </a:cubicBezTo>
                <a:cubicBezTo>
                  <a:pt x="3348" y="2237"/>
                  <a:pt x="3363" y="2274"/>
                  <a:pt x="3392" y="2304"/>
                </a:cubicBezTo>
                <a:cubicBezTo>
                  <a:pt x="3422" y="2333"/>
                  <a:pt x="3459" y="2355"/>
                  <a:pt x="3504" y="2363"/>
                </a:cubicBezTo>
                <a:lnTo>
                  <a:pt x="3541" y="2363"/>
                </a:lnTo>
                <a:cubicBezTo>
                  <a:pt x="3570" y="2363"/>
                  <a:pt x="3600" y="2363"/>
                  <a:pt x="3622" y="2348"/>
                </a:cubicBezTo>
                <a:cubicBezTo>
                  <a:pt x="3659" y="2333"/>
                  <a:pt x="3696" y="2311"/>
                  <a:pt x="3718" y="2274"/>
                </a:cubicBezTo>
                <a:cubicBezTo>
                  <a:pt x="3741" y="2237"/>
                  <a:pt x="3748" y="2200"/>
                  <a:pt x="3748" y="2155"/>
                </a:cubicBezTo>
                <a:cubicBezTo>
                  <a:pt x="3748" y="2104"/>
                  <a:pt x="3726" y="2052"/>
                  <a:pt x="3689" y="2015"/>
                </a:cubicBezTo>
                <a:cubicBezTo>
                  <a:pt x="3650" y="1972"/>
                  <a:pt x="3598" y="1952"/>
                  <a:pt x="3544" y="1952"/>
                </a:cubicBezTo>
                <a:close/>
                <a:moveTo>
                  <a:pt x="2222" y="2363"/>
                </a:moveTo>
                <a:cubicBezTo>
                  <a:pt x="2334" y="2363"/>
                  <a:pt x="2437" y="2407"/>
                  <a:pt x="2519" y="2489"/>
                </a:cubicBezTo>
                <a:cubicBezTo>
                  <a:pt x="2593" y="2563"/>
                  <a:pt x="2637" y="2666"/>
                  <a:pt x="2637" y="2777"/>
                </a:cubicBezTo>
                <a:lnTo>
                  <a:pt x="1808" y="2777"/>
                </a:lnTo>
                <a:cubicBezTo>
                  <a:pt x="1808" y="2666"/>
                  <a:pt x="1852" y="2563"/>
                  <a:pt x="1926" y="2489"/>
                </a:cubicBezTo>
                <a:cubicBezTo>
                  <a:pt x="2008" y="2407"/>
                  <a:pt x="2111" y="2363"/>
                  <a:pt x="2222" y="2363"/>
                </a:cubicBezTo>
                <a:close/>
                <a:moveTo>
                  <a:pt x="2222" y="282"/>
                </a:moveTo>
                <a:cubicBezTo>
                  <a:pt x="2748" y="289"/>
                  <a:pt x="3237" y="497"/>
                  <a:pt x="3600" y="867"/>
                </a:cubicBezTo>
                <a:cubicBezTo>
                  <a:pt x="3970" y="1237"/>
                  <a:pt x="4170" y="1733"/>
                  <a:pt x="4163" y="2259"/>
                </a:cubicBezTo>
                <a:lnTo>
                  <a:pt x="4163" y="2644"/>
                </a:lnTo>
                <a:lnTo>
                  <a:pt x="4170" y="2644"/>
                </a:lnTo>
                <a:cubicBezTo>
                  <a:pt x="4170" y="2681"/>
                  <a:pt x="4155" y="2711"/>
                  <a:pt x="4126" y="2740"/>
                </a:cubicBezTo>
                <a:cubicBezTo>
                  <a:pt x="4103" y="2763"/>
                  <a:pt x="4066" y="2785"/>
                  <a:pt x="4029" y="2785"/>
                </a:cubicBezTo>
                <a:lnTo>
                  <a:pt x="2919" y="2785"/>
                </a:lnTo>
                <a:cubicBezTo>
                  <a:pt x="2919" y="2600"/>
                  <a:pt x="2844" y="2422"/>
                  <a:pt x="2711" y="2289"/>
                </a:cubicBezTo>
                <a:cubicBezTo>
                  <a:pt x="2630" y="2207"/>
                  <a:pt x="2519" y="2148"/>
                  <a:pt x="2408" y="2111"/>
                </a:cubicBezTo>
                <a:lnTo>
                  <a:pt x="2770" y="1022"/>
                </a:lnTo>
                <a:cubicBezTo>
                  <a:pt x="2793" y="948"/>
                  <a:pt x="2756" y="867"/>
                  <a:pt x="2682" y="845"/>
                </a:cubicBezTo>
                <a:cubicBezTo>
                  <a:pt x="2667" y="840"/>
                  <a:pt x="2653" y="838"/>
                  <a:pt x="2639" y="838"/>
                </a:cubicBezTo>
                <a:cubicBezTo>
                  <a:pt x="2580" y="838"/>
                  <a:pt x="2528" y="874"/>
                  <a:pt x="2504" y="934"/>
                </a:cubicBezTo>
                <a:lnTo>
                  <a:pt x="2119" y="2096"/>
                </a:lnTo>
                <a:cubicBezTo>
                  <a:pt x="1971" y="2118"/>
                  <a:pt x="1837" y="2185"/>
                  <a:pt x="1734" y="2289"/>
                </a:cubicBezTo>
                <a:cubicBezTo>
                  <a:pt x="1600" y="2422"/>
                  <a:pt x="1526" y="2600"/>
                  <a:pt x="1526" y="2785"/>
                </a:cubicBezTo>
                <a:lnTo>
                  <a:pt x="416" y="2785"/>
                </a:lnTo>
                <a:cubicBezTo>
                  <a:pt x="379" y="2785"/>
                  <a:pt x="342" y="2770"/>
                  <a:pt x="319" y="2740"/>
                </a:cubicBezTo>
                <a:cubicBezTo>
                  <a:pt x="290" y="2718"/>
                  <a:pt x="275" y="2681"/>
                  <a:pt x="275" y="2644"/>
                </a:cubicBezTo>
                <a:lnTo>
                  <a:pt x="275" y="2259"/>
                </a:lnTo>
                <a:cubicBezTo>
                  <a:pt x="275" y="2000"/>
                  <a:pt x="327" y="1748"/>
                  <a:pt x="423" y="1504"/>
                </a:cubicBezTo>
                <a:cubicBezTo>
                  <a:pt x="519" y="1267"/>
                  <a:pt x="660" y="1052"/>
                  <a:pt x="845" y="867"/>
                </a:cubicBezTo>
                <a:cubicBezTo>
                  <a:pt x="1023" y="682"/>
                  <a:pt x="1238" y="541"/>
                  <a:pt x="1475" y="437"/>
                </a:cubicBezTo>
                <a:cubicBezTo>
                  <a:pt x="1712" y="341"/>
                  <a:pt x="1963" y="289"/>
                  <a:pt x="2222" y="282"/>
                </a:cubicBezTo>
                <a:close/>
                <a:moveTo>
                  <a:pt x="2222" y="1"/>
                </a:moveTo>
                <a:cubicBezTo>
                  <a:pt x="1926" y="8"/>
                  <a:pt x="1637" y="67"/>
                  <a:pt x="1371" y="178"/>
                </a:cubicBezTo>
                <a:cubicBezTo>
                  <a:pt x="1097" y="297"/>
                  <a:pt x="853" y="460"/>
                  <a:pt x="645" y="674"/>
                </a:cubicBezTo>
                <a:cubicBezTo>
                  <a:pt x="438" y="882"/>
                  <a:pt x="275" y="1126"/>
                  <a:pt x="164" y="1400"/>
                </a:cubicBezTo>
                <a:cubicBezTo>
                  <a:pt x="53" y="1674"/>
                  <a:pt x="1" y="1963"/>
                  <a:pt x="1" y="2259"/>
                </a:cubicBezTo>
                <a:lnTo>
                  <a:pt x="1" y="2644"/>
                </a:lnTo>
                <a:cubicBezTo>
                  <a:pt x="1" y="2748"/>
                  <a:pt x="45" y="2859"/>
                  <a:pt x="127" y="2933"/>
                </a:cubicBezTo>
                <a:cubicBezTo>
                  <a:pt x="201" y="3014"/>
                  <a:pt x="305" y="3059"/>
                  <a:pt x="416" y="3059"/>
                </a:cubicBezTo>
                <a:lnTo>
                  <a:pt x="4029" y="3059"/>
                </a:lnTo>
                <a:cubicBezTo>
                  <a:pt x="4140" y="3059"/>
                  <a:pt x="4244" y="3014"/>
                  <a:pt x="4326" y="2933"/>
                </a:cubicBezTo>
                <a:cubicBezTo>
                  <a:pt x="4400" y="2859"/>
                  <a:pt x="4444" y="2748"/>
                  <a:pt x="4444" y="2644"/>
                </a:cubicBezTo>
                <a:lnTo>
                  <a:pt x="4444" y="2259"/>
                </a:lnTo>
                <a:cubicBezTo>
                  <a:pt x="4451" y="1659"/>
                  <a:pt x="4222" y="1096"/>
                  <a:pt x="3800" y="667"/>
                </a:cubicBezTo>
                <a:lnTo>
                  <a:pt x="3800" y="674"/>
                </a:lnTo>
                <a:cubicBezTo>
                  <a:pt x="3385" y="245"/>
                  <a:pt x="2822" y="8"/>
                  <a:pt x="2222"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77"/>
          <p:cNvSpPr/>
          <p:nvPr/>
        </p:nvSpPr>
        <p:spPr>
          <a:xfrm>
            <a:off x="3475775" y="3809600"/>
            <a:ext cx="249975" cy="333300"/>
          </a:xfrm>
          <a:custGeom>
            <a:rect b="b" l="l" r="r" t="t"/>
            <a:pathLst>
              <a:path extrusionOk="0" h="4444" w="3333">
                <a:moveTo>
                  <a:pt x="1666" y="274"/>
                </a:moveTo>
                <a:cubicBezTo>
                  <a:pt x="1889" y="274"/>
                  <a:pt x="2096" y="363"/>
                  <a:pt x="2259" y="519"/>
                </a:cubicBezTo>
                <a:cubicBezTo>
                  <a:pt x="2414" y="682"/>
                  <a:pt x="2503" y="889"/>
                  <a:pt x="2503" y="1111"/>
                </a:cubicBezTo>
                <a:lnTo>
                  <a:pt x="2503" y="1667"/>
                </a:lnTo>
                <a:lnTo>
                  <a:pt x="837" y="1667"/>
                </a:lnTo>
                <a:lnTo>
                  <a:pt x="837" y="1111"/>
                </a:lnTo>
                <a:cubicBezTo>
                  <a:pt x="837" y="889"/>
                  <a:pt x="919" y="682"/>
                  <a:pt x="1081" y="519"/>
                </a:cubicBezTo>
                <a:cubicBezTo>
                  <a:pt x="1237" y="363"/>
                  <a:pt x="1444" y="274"/>
                  <a:pt x="1666" y="274"/>
                </a:cubicBezTo>
                <a:close/>
                <a:moveTo>
                  <a:pt x="1666" y="2725"/>
                </a:moveTo>
                <a:cubicBezTo>
                  <a:pt x="1489" y="2725"/>
                  <a:pt x="1341" y="2874"/>
                  <a:pt x="1341" y="3051"/>
                </a:cubicBezTo>
                <a:cubicBezTo>
                  <a:pt x="1341" y="3229"/>
                  <a:pt x="1489" y="3377"/>
                  <a:pt x="1666" y="3377"/>
                </a:cubicBezTo>
                <a:cubicBezTo>
                  <a:pt x="1844" y="3377"/>
                  <a:pt x="1992" y="3229"/>
                  <a:pt x="1992" y="3051"/>
                </a:cubicBezTo>
                <a:cubicBezTo>
                  <a:pt x="1992" y="2874"/>
                  <a:pt x="1844" y="2725"/>
                  <a:pt x="1666" y="2725"/>
                </a:cubicBezTo>
                <a:close/>
                <a:moveTo>
                  <a:pt x="2918" y="1941"/>
                </a:moveTo>
                <a:cubicBezTo>
                  <a:pt x="2992" y="1941"/>
                  <a:pt x="3059" y="2007"/>
                  <a:pt x="3059" y="2081"/>
                </a:cubicBezTo>
                <a:lnTo>
                  <a:pt x="3059" y="4029"/>
                </a:lnTo>
                <a:cubicBezTo>
                  <a:pt x="3059" y="4103"/>
                  <a:pt x="2992" y="4162"/>
                  <a:pt x="2918" y="4162"/>
                </a:cubicBezTo>
                <a:lnTo>
                  <a:pt x="415" y="4162"/>
                </a:lnTo>
                <a:cubicBezTo>
                  <a:pt x="341" y="4162"/>
                  <a:pt x="282" y="4103"/>
                  <a:pt x="282" y="4029"/>
                </a:cubicBezTo>
                <a:lnTo>
                  <a:pt x="282" y="2081"/>
                </a:lnTo>
                <a:cubicBezTo>
                  <a:pt x="282" y="2007"/>
                  <a:pt x="341" y="1941"/>
                  <a:pt x="415" y="1941"/>
                </a:cubicBezTo>
                <a:close/>
                <a:moveTo>
                  <a:pt x="1666" y="0"/>
                </a:moveTo>
                <a:cubicBezTo>
                  <a:pt x="1370" y="0"/>
                  <a:pt x="1089" y="111"/>
                  <a:pt x="882" y="326"/>
                </a:cubicBezTo>
                <a:cubicBezTo>
                  <a:pt x="674" y="534"/>
                  <a:pt x="556" y="815"/>
                  <a:pt x="556" y="1111"/>
                </a:cubicBezTo>
                <a:lnTo>
                  <a:pt x="556" y="1667"/>
                </a:lnTo>
                <a:lnTo>
                  <a:pt x="415" y="1667"/>
                </a:lnTo>
                <a:cubicBezTo>
                  <a:pt x="185" y="1667"/>
                  <a:pt x="0" y="1852"/>
                  <a:pt x="0" y="2081"/>
                </a:cubicBezTo>
                <a:lnTo>
                  <a:pt x="0" y="4029"/>
                </a:lnTo>
                <a:cubicBezTo>
                  <a:pt x="0" y="4258"/>
                  <a:pt x="185" y="4443"/>
                  <a:pt x="415" y="4443"/>
                </a:cubicBezTo>
                <a:lnTo>
                  <a:pt x="2918" y="4443"/>
                </a:lnTo>
                <a:cubicBezTo>
                  <a:pt x="3147" y="4443"/>
                  <a:pt x="3333" y="4258"/>
                  <a:pt x="3333" y="4029"/>
                </a:cubicBezTo>
                <a:lnTo>
                  <a:pt x="3333" y="2081"/>
                </a:lnTo>
                <a:cubicBezTo>
                  <a:pt x="3333" y="1852"/>
                  <a:pt x="3147" y="1667"/>
                  <a:pt x="2918" y="1667"/>
                </a:cubicBezTo>
                <a:lnTo>
                  <a:pt x="2777" y="1667"/>
                </a:lnTo>
                <a:lnTo>
                  <a:pt x="2777" y="1111"/>
                </a:lnTo>
                <a:cubicBezTo>
                  <a:pt x="2777" y="815"/>
                  <a:pt x="2666" y="534"/>
                  <a:pt x="2451" y="326"/>
                </a:cubicBezTo>
                <a:cubicBezTo>
                  <a:pt x="2244" y="111"/>
                  <a:pt x="1963" y="0"/>
                  <a:pt x="1666"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77"/>
          <p:cNvSpPr/>
          <p:nvPr/>
        </p:nvSpPr>
        <p:spPr>
          <a:xfrm>
            <a:off x="3439625" y="1765325"/>
            <a:ext cx="321150" cy="302775"/>
          </a:xfrm>
          <a:custGeom>
            <a:rect b="b" l="l" r="r" t="t"/>
            <a:pathLst>
              <a:path extrusionOk="0" h="4037" w="4282">
                <a:moveTo>
                  <a:pt x="1275" y="305"/>
                </a:moveTo>
                <a:cubicBezTo>
                  <a:pt x="1304" y="349"/>
                  <a:pt x="1341" y="416"/>
                  <a:pt x="1378" y="512"/>
                </a:cubicBezTo>
                <a:cubicBezTo>
                  <a:pt x="1401" y="586"/>
                  <a:pt x="1430" y="675"/>
                  <a:pt x="1445" y="764"/>
                </a:cubicBezTo>
                <a:cubicBezTo>
                  <a:pt x="1450" y="764"/>
                  <a:pt x="1455" y="764"/>
                  <a:pt x="1459" y="763"/>
                </a:cubicBezTo>
                <a:lnTo>
                  <a:pt x="1459" y="763"/>
                </a:lnTo>
                <a:cubicBezTo>
                  <a:pt x="1397" y="791"/>
                  <a:pt x="1336" y="818"/>
                  <a:pt x="1275" y="845"/>
                </a:cubicBezTo>
                <a:cubicBezTo>
                  <a:pt x="1213" y="818"/>
                  <a:pt x="1152" y="791"/>
                  <a:pt x="1091" y="764"/>
                </a:cubicBezTo>
                <a:lnTo>
                  <a:pt x="1091" y="764"/>
                </a:lnTo>
                <a:cubicBezTo>
                  <a:pt x="1093" y="764"/>
                  <a:pt x="1095" y="764"/>
                  <a:pt x="1097" y="764"/>
                </a:cubicBezTo>
                <a:cubicBezTo>
                  <a:pt x="1119" y="675"/>
                  <a:pt x="1141" y="586"/>
                  <a:pt x="1171" y="512"/>
                </a:cubicBezTo>
                <a:cubicBezTo>
                  <a:pt x="1208" y="416"/>
                  <a:pt x="1245" y="349"/>
                  <a:pt x="1275" y="305"/>
                </a:cubicBezTo>
                <a:close/>
                <a:moveTo>
                  <a:pt x="361" y="863"/>
                </a:moveTo>
                <a:cubicBezTo>
                  <a:pt x="402" y="863"/>
                  <a:pt x="459" y="868"/>
                  <a:pt x="534" y="882"/>
                </a:cubicBezTo>
                <a:cubicBezTo>
                  <a:pt x="667" y="904"/>
                  <a:pt x="816" y="949"/>
                  <a:pt x="964" y="1015"/>
                </a:cubicBezTo>
                <a:cubicBezTo>
                  <a:pt x="838" y="1089"/>
                  <a:pt x="719" y="1171"/>
                  <a:pt x="616" y="1252"/>
                </a:cubicBezTo>
                <a:cubicBezTo>
                  <a:pt x="549" y="1186"/>
                  <a:pt x="482" y="1126"/>
                  <a:pt x="430" y="1067"/>
                </a:cubicBezTo>
                <a:cubicBezTo>
                  <a:pt x="349" y="971"/>
                  <a:pt x="319" y="904"/>
                  <a:pt x="305" y="867"/>
                </a:cubicBezTo>
                <a:cubicBezTo>
                  <a:pt x="318" y="865"/>
                  <a:pt x="337" y="863"/>
                  <a:pt x="361" y="863"/>
                </a:cubicBezTo>
                <a:close/>
                <a:moveTo>
                  <a:pt x="2189" y="863"/>
                </a:moveTo>
                <a:cubicBezTo>
                  <a:pt x="2213" y="863"/>
                  <a:pt x="2231" y="865"/>
                  <a:pt x="2245" y="867"/>
                </a:cubicBezTo>
                <a:cubicBezTo>
                  <a:pt x="2230" y="904"/>
                  <a:pt x="2193" y="971"/>
                  <a:pt x="2119" y="1060"/>
                </a:cubicBezTo>
                <a:cubicBezTo>
                  <a:pt x="2067" y="1126"/>
                  <a:pt x="2000" y="1186"/>
                  <a:pt x="1934" y="1252"/>
                </a:cubicBezTo>
                <a:cubicBezTo>
                  <a:pt x="1823" y="1164"/>
                  <a:pt x="1704" y="1089"/>
                  <a:pt x="1578" y="1008"/>
                </a:cubicBezTo>
                <a:cubicBezTo>
                  <a:pt x="1734" y="949"/>
                  <a:pt x="1882" y="904"/>
                  <a:pt x="2015" y="882"/>
                </a:cubicBezTo>
                <a:cubicBezTo>
                  <a:pt x="2090" y="868"/>
                  <a:pt x="2148" y="863"/>
                  <a:pt x="2189" y="863"/>
                </a:cubicBezTo>
                <a:close/>
                <a:moveTo>
                  <a:pt x="1275" y="1252"/>
                </a:moveTo>
                <a:cubicBezTo>
                  <a:pt x="1178" y="1252"/>
                  <a:pt x="1097" y="1334"/>
                  <a:pt x="1097" y="1430"/>
                </a:cubicBezTo>
                <a:cubicBezTo>
                  <a:pt x="1097" y="1526"/>
                  <a:pt x="1178" y="1608"/>
                  <a:pt x="1275" y="1608"/>
                </a:cubicBezTo>
                <a:cubicBezTo>
                  <a:pt x="1371" y="1608"/>
                  <a:pt x="1452" y="1526"/>
                  <a:pt x="1452" y="1430"/>
                </a:cubicBezTo>
                <a:cubicBezTo>
                  <a:pt x="1452" y="1334"/>
                  <a:pt x="1371" y="1252"/>
                  <a:pt x="1275" y="1252"/>
                </a:cubicBezTo>
                <a:close/>
                <a:moveTo>
                  <a:pt x="1275" y="1156"/>
                </a:moveTo>
                <a:cubicBezTo>
                  <a:pt x="1312" y="1178"/>
                  <a:pt x="1356" y="1201"/>
                  <a:pt x="1393" y="1223"/>
                </a:cubicBezTo>
                <a:cubicBezTo>
                  <a:pt x="1504" y="1289"/>
                  <a:pt x="1615" y="1356"/>
                  <a:pt x="1712" y="1430"/>
                </a:cubicBezTo>
                <a:cubicBezTo>
                  <a:pt x="1615" y="1504"/>
                  <a:pt x="1504" y="1578"/>
                  <a:pt x="1393" y="1637"/>
                </a:cubicBezTo>
                <a:cubicBezTo>
                  <a:pt x="1356" y="1667"/>
                  <a:pt x="1312" y="1689"/>
                  <a:pt x="1275" y="1704"/>
                </a:cubicBezTo>
                <a:cubicBezTo>
                  <a:pt x="1230" y="1689"/>
                  <a:pt x="1193" y="1660"/>
                  <a:pt x="1156" y="1637"/>
                </a:cubicBezTo>
                <a:cubicBezTo>
                  <a:pt x="1038" y="1578"/>
                  <a:pt x="934" y="1504"/>
                  <a:pt x="838" y="1430"/>
                </a:cubicBezTo>
                <a:cubicBezTo>
                  <a:pt x="934" y="1356"/>
                  <a:pt x="1038" y="1289"/>
                  <a:pt x="1156" y="1223"/>
                </a:cubicBezTo>
                <a:cubicBezTo>
                  <a:pt x="1193" y="1201"/>
                  <a:pt x="1230" y="1178"/>
                  <a:pt x="1275" y="1156"/>
                </a:cubicBezTo>
                <a:close/>
                <a:moveTo>
                  <a:pt x="1934" y="1608"/>
                </a:moveTo>
                <a:cubicBezTo>
                  <a:pt x="2000" y="1674"/>
                  <a:pt x="2067" y="1734"/>
                  <a:pt x="2119" y="1800"/>
                </a:cubicBezTo>
                <a:cubicBezTo>
                  <a:pt x="2193" y="1889"/>
                  <a:pt x="2230" y="1956"/>
                  <a:pt x="2245" y="1993"/>
                </a:cubicBezTo>
                <a:cubicBezTo>
                  <a:pt x="2231" y="1996"/>
                  <a:pt x="2213" y="1997"/>
                  <a:pt x="2189" y="1997"/>
                </a:cubicBezTo>
                <a:cubicBezTo>
                  <a:pt x="2148" y="1997"/>
                  <a:pt x="2090" y="1992"/>
                  <a:pt x="2015" y="1978"/>
                </a:cubicBezTo>
                <a:cubicBezTo>
                  <a:pt x="1882" y="1956"/>
                  <a:pt x="1734" y="1911"/>
                  <a:pt x="1578" y="1852"/>
                </a:cubicBezTo>
                <a:cubicBezTo>
                  <a:pt x="1704" y="1771"/>
                  <a:pt x="1823" y="1697"/>
                  <a:pt x="1934" y="1608"/>
                </a:cubicBezTo>
                <a:close/>
                <a:moveTo>
                  <a:pt x="616" y="1615"/>
                </a:moveTo>
                <a:cubicBezTo>
                  <a:pt x="719" y="1697"/>
                  <a:pt x="838" y="1778"/>
                  <a:pt x="964" y="1852"/>
                </a:cubicBezTo>
                <a:cubicBezTo>
                  <a:pt x="816" y="1911"/>
                  <a:pt x="667" y="1963"/>
                  <a:pt x="534" y="1985"/>
                </a:cubicBezTo>
                <a:cubicBezTo>
                  <a:pt x="465" y="1994"/>
                  <a:pt x="411" y="1998"/>
                  <a:pt x="370" y="1998"/>
                </a:cubicBezTo>
                <a:cubicBezTo>
                  <a:pt x="342" y="1998"/>
                  <a:pt x="320" y="1996"/>
                  <a:pt x="305" y="1993"/>
                </a:cubicBezTo>
                <a:cubicBezTo>
                  <a:pt x="319" y="1956"/>
                  <a:pt x="349" y="1897"/>
                  <a:pt x="430" y="1800"/>
                </a:cubicBezTo>
                <a:cubicBezTo>
                  <a:pt x="482" y="1741"/>
                  <a:pt x="549" y="1674"/>
                  <a:pt x="616" y="1615"/>
                </a:cubicBezTo>
                <a:close/>
                <a:moveTo>
                  <a:pt x="1086" y="2100"/>
                </a:moveTo>
                <a:lnTo>
                  <a:pt x="1086" y="2100"/>
                </a:lnTo>
                <a:cubicBezTo>
                  <a:pt x="1082" y="2102"/>
                  <a:pt x="1079" y="2104"/>
                  <a:pt x="1075" y="2104"/>
                </a:cubicBezTo>
                <a:cubicBezTo>
                  <a:pt x="1079" y="2103"/>
                  <a:pt x="1082" y="2101"/>
                  <a:pt x="1086" y="2100"/>
                </a:cubicBezTo>
                <a:close/>
                <a:moveTo>
                  <a:pt x="1549" y="2134"/>
                </a:moveTo>
                <a:cubicBezTo>
                  <a:pt x="1571" y="2141"/>
                  <a:pt x="1586" y="2148"/>
                  <a:pt x="1600" y="2156"/>
                </a:cubicBezTo>
                <a:cubicBezTo>
                  <a:pt x="1586" y="2148"/>
                  <a:pt x="1563" y="2141"/>
                  <a:pt x="1549" y="2134"/>
                </a:cubicBezTo>
                <a:close/>
                <a:moveTo>
                  <a:pt x="1275" y="2015"/>
                </a:moveTo>
                <a:cubicBezTo>
                  <a:pt x="1341" y="2052"/>
                  <a:pt x="1408" y="2082"/>
                  <a:pt x="1467" y="2104"/>
                </a:cubicBezTo>
                <a:cubicBezTo>
                  <a:pt x="1460" y="2104"/>
                  <a:pt x="1452" y="2097"/>
                  <a:pt x="1445" y="2097"/>
                </a:cubicBezTo>
                <a:cubicBezTo>
                  <a:pt x="1430" y="2193"/>
                  <a:pt x="1401" y="2274"/>
                  <a:pt x="1378" y="2348"/>
                </a:cubicBezTo>
                <a:cubicBezTo>
                  <a:pt x="1341" y="2452"/>
                  <a:pt x="1304" y="2519"/>
                  <a:pt x="1275" y="2556"/>
                </a:cubicBezTo>
                <a:cubicBezTo>
                  <a:pt x="1245" y="2519"/>
                  <a:pt x="1208" y="2452"/>
                  <a:pt x="1171" y="2348"/>
                </a:cubicBezTo>
                <a:cubicBezTo>
                  <a:pt x="1141" y="2274"/>
                  <a:pt x="1119" y="2193"/>
                  <a:pt x="1097" y="2097"/>
                </a:cubicBezTo>
                <a:cubicBezTo>
                  <a:pt x="1097" y="2097"/>
                  <a:pt x="1096" y="2097"/>
                  <a:pt x="1096" y="2097"/>
                </a:cubicBezTo>
                <a:lnTo>
                  <a:pt x="1096" y="2097"/>
                </a:lnTo>
                <a:cubicBezTo>
                  <a:pt x="1156" y="2075"/>
                  <a:pt x="1215" y="2048"/>
                  <a:pt x="1275" y="2015"/>
                </a:cubicBezTo>
                <a:close/>
                <a:moveTo>
                  <a:pt x="1275" y="1"/>
                </a:moveTo>
                <a:cubicBezTo>
                  <a:pt x="1090" y="1"/>
                  <a:pt x="927" y="268"/>
                  <a:pt x="838" y="667"/>
                </a:cubicBezTo>
                <a:lnTo>
                  <a:pt x="867" y="682"/>
                </a:lnTo>
                <a:cubicBezTo>
                  <a:pt x="771" y="653"/>
                  <a:pt x="675" y="623"/>
                  <a:pt x="586" y="608"/>
                </a:cubicBezTo>
                <a:cubicBezTo>
                  <a:pt x="504" y="595"/>
                  <a:pt x="430" y="587"/>
                  <a:pt x="365" y="587"/>
                </a:cubicBezTo>
                <a:cubicBezTo>
                  <a:pt x="318" y="587"/>
                  <a:pt x="275" y="591"/>
                  <a:pt x="238" y="601"/>
                </a:cubicBezTo>
                <a:cubicBezTo>
                  <a:pt x="142" y="616"/>
                  <a:pt x="75" y="653"/>
                  <a:pt x="38" y="719"/>
                </a:cubicBezTo>
                <a:cubicBezTo>
                  <a:pt x="1" y="778"/>
                  <a:pt x="1" y="853"/>
                  <a:pt x="38" y="949"/>
                </a:cubicBezTo>
                <a:cubicBezTo>
                  <a:pt x="68" y="1038"/>
                  <a:pt x="127" y="1134"/>
                  <a:pt x="216" y="1245"/>
                </a:cubicBezTo>
                <a:cubicBezTo>
                  <a:pt x="275" y="1304"/>
                  <a:pt x="334" y="1371"/>
                  <a:pt x="401" y="1430"/>
                </a:cubicBezTo>
                <a:cubicBezTo>
                  <a:pt x="334" y="1497"/>
                  <a:pt x="275" y="1556"/>
                  <a:pt x="216" y="1623"/>
                </a:cubicBezTo>
                <a:cubicBezTo>
                  <a:pt x="127" y="1726"/>
                  <a:pt x="68" y="1830"/>
                  <a:pt x="38" y="1919"/>
                </a:cubicBezTo>
                <a:cubicBezTo>
                  <a:pt x="1" y="2008"/>
                  <a:pt x="1" y="2089"/>
                  <a:pt x="38" y="2148"/>
                </a:cubicBezTo>
                <a:cubicBezTo>
                  <a:pt x="75" y="2208"/>
                  <a:pt x="142" y="2252"/>
                  <a:pt x="238" y="2267"/>
                </a:cubicBezTo>
                <a:cubicBezTo>
                  <a:pt x="275" y="2274"/>
                  <a:pt x="319" y="2274"/>
                  <a:pt x="364" y="2274"/>
                </a:cubicBezTo>
                <a:cubicBezTo>
                  <a:pt x="430" y="2274"/>
                  <a:pt x="505" y="2267"/>
                  <a:pt x="586" y="2259"/>
                </a:cubicBezTo>
                <a:cubicBezTo>
                  <a:pt x="666" y="2246"/>
                  <a:pt x="752" y="2221"/>
                  <a:pt x="838" y="2194"/>
                </a:cubicBezTo>
                <a:lnTo>
                  <a:pt x="838" y="2194"/>
                </a:lnTo>
                <a:cubicBezTo>
                  <a:pt x="927" y="2601"/>
                  <a:pt x="1090" y="2867"/>
                  <a:pt x="1275" y="2867"/>
                </a:cubicBezTo>
                <a:cubicBezTo>
                  <a:pt x="1460" y="2867"/>
                  <a:pt x="1622" y="2593"/>
                  <a:pt x="1711" y="2194"/>
                </a:cubicBezTo>
                <a:lnTo>
                  <a:pt x="1711" y="2194"/>
                </a:lnTo>
                <a:cubicBezTo>
                  <a:pt x="1798" y="2220"/>
                  <a:pt x="1883" y="2240"/>
                  <a:pt x="1963" y="2259"/>
                </a:cubicBezTo>
                <a:cubicBezTo>
                  <a:pt x="2045" y="2267"/>
                  <a:pt x="2119" y="2274"/>
                  <a:pt x="2185" y="2274"/>
                </a:cubicBezTo>
                <a:cubicBezTo>
                  <a:pt x="2230" y="2274"/>
                  <a:pt x="2274" y="2274"/>
                  <a:pt x="2311" y="2267"/>
                </a:cubicBezTo>
                <a:cubicBezTo>
                  <a:pt x="2408" y="2252"/>
                  <a:pt x="2474" y="2208"/>
                  <a:pt x="2511" y="2148"/>
                </a:cubicBezTo>
                <a:cubicBezTo>
                  <a:pt x="2548" y="2089"/>
                  <a:pt x="2548" y="2008"/>
                  <a:pt x="2511" y="1919"/>
                </a:cubicBezTo>
                <a:cubicBezTo>
                  <a:pt x="2482" y="1830"/>
                  <a:pt x="2422" y="1726"/>
                  <a:pt x="2334" y="1623"/>
                </a:cubicBezTo>
                <a:cubicBezTo>
                  <a:pt x="2274" y="1556"/>
                  <a:pt x="2215" y="1497"/>
                  <a:pt x="2148" y="1430"/>
                </a:cubicBezTo>
                <a:cubicBezTo>
                  <a:pt x="2215" y="1371"/>
                  <a:pt x="2274" y="1304"/>
                  <a:pt x="2334" y="1245"/>
                </a:cubicBezTo>
                <a:lnTo>
                  <a:pt x="2326" y="1245"/>
                </a:lnTo>
                <a:cubicBezTo>
                  <a:pt x="2415" y="1134"/>
                  <a:pt x="2482" y="1038"/>
                  <a:pt x="2511" y="949"/>
                </a:cubicBezTo>
                <a:cubicBezTo>
                  <a:pt x="2541" y="853"/>
                  <a:pt x="2541" y="778"/>
                  <a:pt x="2504" y="719"/>
                </a:cubicBezTo>
                <a:cubicBezTo>
                  <a:pt x="2474" y="653"/>
                  <a:pt x="2408" y="616"/>
                  <a:pt x="2311" y="601"/>
                </a:cubicBezTo>
                <a:cubicBezTo>
                  <a:pt x="2271" y="591"/>
                  <a:pt x="2227" y="587"/>
                  <a:pt x="2179" y="587"/>
                </a:cubicBezTo>
                <a:cubicBezTo>
                  <a:pt x="2113" y="587"/>
                  <a:pt x="2041" y="595"/>
                  <a:pt x="1963" y="608"/>
                </a:cubicBezTo>
                <a:cubicBezTo>
                  <a:pt x="1880" y="622"/>
                  <a:pt x="1783" y="649"/>
                  <a:pt x="1692" y="677"/>
                </a:cubicBezTo>
                <a:lnTo>
                  <a:pt x="1692" y="677"/>
                </a:lnTo>
                <a:cubicBezTo>
                  <a:pt x="1698" y="674"/>
                  <a:pt x="1705" y="671"/>
                  <a:pt x="1712" y="667"/>
                </a:cubicBezTo>
                <a:cubicBezTo>
                  <a:pt x="1615" y="268"/>
                  <a:pt x="1460" y="1"/>
                  <a:pt x="1275" y="1"/>
                </a:cubicBezTo>
                <a:close/>
                <a:moveTo>
                  <a:pt x="1282" y="2970"/>
                </a:moveTo>
                <a:cubicBezTo>
                  <a:pt x="1208" y="2970"/>
                  <a:pt x="1141" y="3037"/>
                  <a:pt x="1141" y="3111"/>
                </a:cubicBezTo>
                <a:lnTo>
                  <a:pt x="1141" y="3903"/>
                </a:lnTo>
                <a:cubicBezTo>
                  <a:pt x="1141" y="3977"/>
                  <a:pt x="1208" y="4037"/>
                  <a:pt x="1282" y="4037"/>
                </a:cubicBezTo>
                <a:cubicBezTo>
                  <a:pt x="1356" y="4037"/>
                  <a:pt x="1423" y="3977"/>
                  <a:pt x="1423" y="3903"/>
                </a:cubicBezTo>
                <a:lnTo>
                  <a:pt x="1423" y="3111"/>
                </a:lnTo>
                <a:cubicBezTo>
                  <a:pt x="1423" y="3037"/>
                  <a:pt x="1356" y="2970"/>
                  <a:pt x="1282" y="2970"/>
                </a:cubicBezTo>
                <a:close/>
                <a:moveTo>
                  <a:pt x="2289" y="201"/>
                </a:moveTo>
                <a:cubicBezTo>
                  <a:pt x="2215" y="201"/>
                  <a:pt x="2148" y="260"/>
                  <a:pt x="2148" y="342"/>
                </a:cubicBezTo>
                <a:cubicBezTo>
                  <a:pt x="2148" y="416"/>
                  <a:pt x="2215" y="475"/>
                  <a:pt x="2289" y="475"/>
                </a:cubicBezTo>
                <a:cubicBezTo>
                  <a:pt x="3230" y="475"/>
                  <a:pt x="3481" y="1156"/>
                  <a:pt x="3837" y="2097"/>
                </a:cubicBezTo>
                <a:cubicBezTo>
                  <a:pt x="3866" y="2178"/>
                  <a:pt x="3896" y="2259"/>
                  <a:pt x="3926" y="2341"/>
                </a:cubicBezTo>
                <a:lnTo>
                  <a:pt x="3659" y="2341"/>
                </a:lnTo>
                <a:cubicBezTo>
                  <a:pt x="3578" y="2341"/>
                  <a:pt x="3518" y="2400"/>
                  <a:pt x="3518" y="2474"/>
                </a:cubicBezTo>
                <a:lnTo>
                  <a:pt x="3518" y="2948"/>
                </a:lnTo>
                <a:cubicBezTo>
                  <a:pt x="3518" y="3044"/>
                  <a:pt x="3481" y="3126"/>
                  <a:pt x="3422" y="3193"/>
                </a:cubicBezTo>
                <a:cubicBezTo>
                  <a:pt x="3355" y="3252"/>
                  <a:pt x="3274" y="3289"/>
                  <a:pt x="3185" y="3289"/>
                </a:cubicBezTo>
                <a:lnTo>
                  <a:pt x="2941" y="3289"/>
                </a:lnTo>
                <a:cubicBezTo>
                  <a:pt x="2867" y="3289"/>
                  <a:pt x="2808" y="3348"/>
                  <a:pt x="2808" y="3429"/>
                </a:cubicBezTo>
                <a:lnTo>
                  <a:pt x="2808" y="3903"/>
                </a:lnTo>
                <a:cubicBezTo>
                  <a:pt x="2808" y="3977"/>
                  <a:pt x="2867" y="4037"/>
                  <a:pt x="2941" y="4037"/>
                </a:cubicBezTo>
                <a:cubicBezTo>
                  <a:pt x="3022" y="4037"/>
                  <a:pt x="3082" y="3977"/>
                  <a:pt x="3082" y="3903"/>
                </a:cubicBezTo>
                <a:lnTo>
                  <a:pt x="3082" y="3563"/>
                </a:lnTo>
                <a:lnTo>
                  <a:pt x="3185" y="3563"/>
                </a:lnTo>
                <a:cubicBezTo>
                  <a:pt x="3348" y="3563"/>
                  <a:pt x="3504" y="3504"/>
                  <a:pt x="3615" y="3385"/>
                </a:cubicBezTo>
                <a:cubicBezTo>
                  <a:pt x="3733" y="3267"/>
                  <a:pt x="3800" y="3118"/>
                  <a:pt x="3800" y="2948"/>
                </a:cubicBezTo>
                <a:lnTo>
                  <a:pt x="3800" y="2615"/>
                </a:lnTo>
                <a:lnTo>
                  <a:pt x="4133" y="2615"/>
                </a:lnTo>
                <a:cubicBezTo>
                  <a:pt x="4177" y="2615"/>
                  <a:pt x="4222" y="2593"/>
                  <a:pt x="4244" y="2556"/>
                </a:cubicBezTo>
                <a:cubicBezTo>
                  <a:pt x="4274" y="2519"/>
                  <a:pt x="4281" y="2467"/>
                  <a:pt x="4259" y="2422"/>
                </a:cubicBezTo>
                <a:cubicBezTo>
                  <a:pt x="4200" y="2282"/>
                  <a:pt x="4148" y="2141"/>
                  <a:pt x="4096" y="2000"/>
                </a:cubicBezTo>
                <a:cubicBezTo>
                  <a:pt x="3748" y="1075"/>
                  <a:pt x="3422" y="201"/>
                  <a:pt x="2289" y="20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77"/>
          <p:cNvSpPr/>
          <p:nvPr/>
        </p:nvSpPr>
        <p:spPr>
          <a:xfrm>
            <a:off x="5366600" y="1752050"/>
            <a:ext cx="334950" cy="333300"/>
          </a:xfrm>
          <a:custGeom>
            <a:rect b="b" l="l" r="r" t="t"/>
            <a:pathLst>
              <a:path extrusionOk="0" h="4444" w="4466">
                <a:moveTo>
                  <a:pt x="1666" y="1111"/>
                </a:moveTo>
                <a:lnTo>
                  <a:pt x="1666" y="1666"/>
                </a:lnTo>
                <a:lnTo>
                  <a:pt x="1385" y="1666"/>
                </a:lnTo>
                <a:lnTo>
                  <a:pt x="1385" y="1111"/>
                </a:lnTo>
                <a:close/>
                <a:moveTo>
                  <a:pt x="689" y="830"/>
                </a:moveTo>
                <a:cubicBezTo>
                  <a:pt x="615" y="830"/>
                  <a:pt x="556" y="896"/>
                  <a:pt x="556" y="970"/>
                </a:cubicBezTo>
                <a:lnTo>
                  <a:pt x="556" y="1807"/>
                </a:lnTo>
                <a:cubicBezTo>
                  <a:pt x="556" y="1881"/>
                  <a:pt x="615" y="1940"/>
                  <a:pt x="689" y="1940"/>
                </a:cubicBezTo>
                <a:cubicBezTo>
                  <a:pt x="770" y="1940"/>
                  <a:pt x="830" y="1881"/>
                  <a:pt x="830" y="1807"/>
                </a:cubicBezTo>
                <a:lnTo>
                  <a:pt x="830" y="970"/>
                </a:lnTo>
                <a:cubicBezTo>
                  <a:pt x="830" y="896"/>
                  <a:pt x="770" y="830"/>
                  <a:pt x="689" y="830"/>
                </a:cubicBezTo>
                <a:close/>
                <a:moveTo>
                  <a:pt x="1385" y="830"/>
                </a:moveTo>
                <a:cubicBezTo>
                  <a:pt x="1230" y="830"/>
                  <a:pt x="1111" y="955"/>
                  <a:pt x="1111" y="1111"/>
                </a:cubicBezTo>
                <a:lnTo>
                  <a:pt x="1111" y="1666"/>
                </a:lnTo>
                <a:cubicBezTo>
                  <a:pt x="1111" y="1822"/>
                  <a:pt x="1230" y="1940"/>
                  <a:pt x="1385" y="1940"/>
                </a:cubicBezTo>
                <a:lnTo>
                  <a:pt x="1666" y="1940"/>
                </a:lnTo>
                <a:cubicBezTo>
                  <a:pt x="1815" y="1940"/>
                  <a:pt x="1940" y="1822"/>
                  <a:pt x="1940" y="1666"/>
                </a:cubicBezTo>
                <a:lnTo>
                  <a:pt x="1940" y="1111"/>
                </a:lnTo>
                <a:cubicBezTo>
                  <a:pt x="1940" y="955"/>
                  <a:pt x="1815" y="830"/>
                  <a:pt x="1666" y="830"/>
                </a:cubicBezTo>
                <a:close/>
                <a:moveTo>
                  <a:pt x="2355" y="830"/>
                </a:moveTo>
                <a:cubicBezTo>
                  <a:pt x="2281" y="830"/>
                  <a:pt x="2222" y="896"/>
                  <a:pt x="2222" y="970"/>
                </a:cubicBezTo>
                <a:lnTo>
                  <a:pt x="2222" y="1807"/>
                </a:lnTo>
                <a:cubicBezTo>
                  <a:pt x="2222" y="1881"/>
                  <a:pt x="2281" y="1940"/>
                  <a:pt x="2355" y="1940"/>
                </a:cubicBezTo>
                <a:cubicBezTo>
                  <a:pt x="2437" y="1940"/>
                  <a:pt x="2496" y="1881"/>
                  <a:pt x="2496" y="1807"/>
                </a:cubicBezTo>
                <a:lnTo>
                  <a:pt x="2496" y="970"/>
                </a:lnTo>
                <a:cubicBezTo>
                  <a:pt x="2496" y="896"/>
                  <a:pt x="2437" y="830"/>
                  <a:pt x="2355" y="830"/>
                </a:cubicBezTo>
                <a:close/>
                <a:moveTo>
                  <a:pt x="1111" y="2496"/>
                </a:moveTo>
                <a:lnTo>
                  <a:pt x="1111" y="3051"/>
                </a:lnTo>
                <a:lnTo>
                  <a:pt x="830" y="3051"/>
                </a:lnTo>
                <a:lnTo>
                  <a:pt x="830" y="2496"/>
                </a:lnTo>
                <a:close/>
                <a:moveTo>
                  <a:pt x="830" y="2222"/>
                </a:moveTo>
                <a:cubicBezTo>
                  <a:pt x="674" y="2222"/>
                  <a:pt x="556" y="2348"/>
                  <a:pt x="556" y="2496"/>
                </a:cubicBezTo>
                <a:lnTo>
                  <a:pt x="556" y="3051"/>
                </a:lnTo>
                <a:cubicBezTo>
                  <a:pt x="556" y="3207"/>
                  <a:pt x="674" y="3333"/>
                  <a:pt x="830" y="3333"/>
                </a:cubicBezTo>
                <a:lnTo>
                  <a:pt x="1111" y="3333"/>
                </a:lnTo>
                <a:cubicBezTo>
                  <a:pt x="1259" y="3333"/>
                  <a:pt x="1385" y="3207"/>
                  <a:pt x="1385" y="3051"/>
                </a:cubicBezTo>
                <a:lnTo>
                  <a:pt x="1385" y="2496"/>
                </a:lnTo>
                <a:cubicBezTo>
                  <a:pt x="1385" y="2348"/>
                  <a:pt x="1259" y="2222"/>
                  <a:pt x="1111" y="2222"/>
                </a:cubicBezTo>
                <a:close/>
                <a:moveTo>
                  <a:pt x="3192" y="2562"/>
                </a:moveTo>
                <a:cubicBezTo>
                  <a:pt x="3110" y="2562"/>
                  <a:pt x="3051" y="2622"/>
                  <a:pt x="3051" y="2703"/>
                </a:cubicBezTo>
                <a:lnTo>
                  <a:pt x="3051" y="3192"/>
                </a:lnTo>
                <a:cubicBezTo>
                  <a:pt x="3051" y="3273"/>
                  <a:pt x="3110" y="3333"/>
                  <a:pt x="3192" y="3333"/>
                </a:cubicBezTo>
                <a:lnTo>
                  <a:pt x="3681" y="3333"/>
                </a:lnTo>
                <a:cubicBezTo>
                  <a:pt x="3755" y="3333"/>
                  <a:pt x="3821" y="3273"/>
                  <a:pt x="3821" y="3192"/>
                </a:cubicBezTo>
                <a:cubicBezTo>
                  <a:pt x="3821" y="3118"/>
                  <a:pt x="3755" y="3051"/>
                  <a:pt x="3681" y="3051"/>
                </a:cubicBezTo>
                <a:lnTo>
                  <a:pt x="3333" y="3051"/>
                </a:lnTo>
                <a:lnTo>
                  <a:pt x="3333" y="2703"/>
                </a:lnTo>
                <a:cubicBezTo>
                  <a:pt x="3333" y="2622"/>
                  <a:pt x="3266" y="2562"/>
                  <a:pt x="3192" y="2562"/>
                </a:cubicBezTo>
                <a:close/>
                <a:moveTo>
                  <a:pt x="415" y="0"/>
                </a:moveTo>
                <a:cubicBezTo>
                  <a:pt x="304" y="0"/>
                  <a:pt x="193" y="45"/>
                  <a:pt x="119" y="119"/>
                </a:cubicBezTo>
                <a:cubicBezTo>
                  <a:pt x="45" y="200"/>
                  <a:pt x="0" y="304"/>
                  <a:pt x="0" y="415"/>
                </a:cubicBezTo>
                <a:lnTo>
                  <a:pt x="0" y="3473"/>
                </a:lnTo>
                <a:cubicBezTo>
                  <a:pt x="0" y="3577"/>
                  <a:pt x="45" y="3688"/>
                  <a:pt x="119" y="3762"/>
                </a:cubicBezTo>
                <a:cubicBezTo>
                  <a:pt x="193" y="3843"/>
                  <a:pt x="304" y="3888"/>
                  <a:pt x="415" y="3888"/>
                </a:cubicBezTo>
                <a:lnTo>
                  <a:pt x="1526" y="3888"/>
                </a:lnTo>
                <a:cubicBezTo>
                  <a:pt x="1600" y="3888"/>
                  <a:pt x="1666" y="3829"/>
                  <a:pt x="1666" y="3747"/>
                </a:cubicBezTo>
                <a:cubicBezTo>
                  <a:pt x="1666" y="3673"/>
                  <a:pt x="1600" y="3606"/>
                  <a:pt x="1526" y="3606"/>
                </a:cubicBezTo>
                <a:lnTo>
                  <a:pt x="415" y="3606"/>
                </a:lnTo>
                <a:cubicBezTo>
                  <a:pt x="378" y="3606"/>
                  <a:pt x="341" y="3592"/>
                  <a:pt x="319" y="3569"/>
                </a:cubicBezTo>
                <a:cubicBezTo>
                  <a:pt x="289" y="3540"/>
                  <a:pt x="274" y="3503"/>
                  <a:pt x="274" y="3473"/>
                </a:cubicBezTo>
                <a:lnTo>
                  <a:pt x="274" y="415"/>
                </a:lnTo>
                <a:cubicBezTo>
                  <a:pt x="274" y="378"/>
                  <a:pt x="289" y="341"/>
                  <a:pt x="319" y="319"/>
                </a:cubicBezTo>
                <a:cubicBezTo>
                  <a:pt x="341" y="289"/>
                  <a:pt x="378" y="274"/>
                  <a:pt x="415" y="274"/>
                </a:cubicBezTo>
                <a:lnTo>
                  <a:pt x="2385" y="274"/>
                </a:lnTo>
                <a:cubicBezTo>
                  <a:pt x="2400" y="274"/>
                  <a:pt x="2414" y="282"/>
                  <a:pt x="2437" y="289"/>
                </a:cubicBezTo>
                <a:cubicBezTo>
                  <a:pt x="2451" y="296"/>
                  <a:pt x="2466" y="304"/>
                  <a:pt x="2481" y="319"/>
                </a:cubicBezTo>
                <a:lnTo>
                  <a:pt x="3014" y="852"/>
                </a:lnTo>
                <a:cubicBezTo>
                  <a:pt x="3022" y="859"/>
                  <a:pt x="3036" y="874"/>
                  <a:pt x="3044" y="896"/>
                </a:cubicBezTo>
                <a:cubicBezTo>
                  <a:pt x="3051" y="911"/>
                  <a:pt x="3051" y="933"/>
                  <a:pt x="3051" y="948"/>
                </a:cubicBezTo>
                <a:lnTo>
                  <a:pt x="3051" y="1526"/>
                </a:lnTo>
                <a:cubicBezTo>
                  <a:pt x="3051" y="1607"/>
                  <a:pt x="3118" y="1666"/>
                  <a:pt x="3192" y="1666"/>
                </a:cubicBezTo>
                <a:cubicBezTo>
                  <a:pt x="3266" y="1666"/>
                  <a:pt x="3333" y="1607"/>
                  <a:pt x="3333" y="1526"/>
                </a:cubicBezTo>
                <a:lnTo>
                  <a:pt x="3333" y="948"/>
                </a:lnTo>
                <a:cubicBezTo>
                  <a:pt x="3333" y="896"/>
                  <a:pt x="3318" y="837"/>
                  <a:pt x="3296" y="785"/>
                </a:cubicBezTo>
                <a:cubicBezTo>
                  <a:pt x="3281" y="741"/>
                  <a:pt x="3244" y="689"/>
                  <a:pt x="3207" y="652"/>
                </a:cubicBezTo>
                <a:lnTo>
                  <a:pt x="2674" y="119"/>
                </a:lnTo>
                <a:cubicBezTo>
                  <a:pt x="2637" y="82"/>
                  <a:pt x="2592" y="52"/>
                  <a:pt x="2540" y="30"/>
                </a:cubicBezTo>
                <a:cubicBezTo>
                  <a:pt x="2488" y="8"/>
                  <a:pt x="2437" y="0"/>
                  <a:pt x="2385" y="0"/>
                </a:cubicBezTo>
                <a:close/>
                <a:moveTo>
                  <a:pt x="3192" y="2222"/>
                </a:moveTo>
                <a:cubicBezTo>
                  <a:pt x="3236" y="2222"/>
                  <a:pt x="3288" y="2222"/>
                  <a:pt x="3347" y="2229"/>
                </a:cubicBezTo>
                <a:cubicBezTo>
                  <a:pt x="3547" y="2266"/>
                  <a:pt x="3733" y="2362"/>
                  <a:pt x="3881" y="2503"/>
                </a:cubicBezTo>
                <a:cubicBezTo>
                  <a:pt x="4021" y="2651"/>
                  <a:pt x="4118" y="2836"/>
                  <a:pt x="4155" y="3036"/>
                </a:cubicBezTo>
                <a:cubicBezTo>
                  <a:pt x="4184" y="3244"/>
                  <a:pt x="4155" y="3451"/>
                  <a:pt x="4058" y="3636"/>
                </a:cubicBezTo>
                <a:cubicBezTo>
                  <a:pt x="3962" y="3814"/>
                  <a:pt x="3814" y="3962"/>
                  <a:pt x="3636" y="4058"/>
                </a:cubicBezTo>
                <a:cubicBezTo>
                  <a:pt x="3497" y="4131"/>
                  <a:pt x="3345" y="4165"/>
                  <a:pt x="3189" y="4165"/>
                </a:cubicBezTo>
                <a:cubicBezTo>
                  <a:pt x="3139" y="4165"/>
                  <a:pt x="3087" y="4162"/>
                  <a:pt x="3036" y="4154"/>
                </a:cubicBezTo>
                <a:cubicBezTo>
                  <a:pt x="2836" y="4125"/>
                  <a:pt x="2651" y="4021"/>
                  <a:pt x="2503" y="3880"/>
                </a:cubicBezTo>
                <a:cubicBezTo>
                  <a:pt x="2355" y="3732"/>
                  <a:pt x="2266" y="3547"/>
                  <a:pt x="2229" y="3347"/>
                </a:cubicBezTo>
                <a:cubicBezTo>
                  <a:pt x="2200" y="3140"/>
                  <a:pt x="2229" y="2933"/>
                  <a:pt x="2326" y="2747"/>
                </a:cubicBezTo>
                <a:cubicBezTo>
                  <a:pt x="2422" y="2570"/>
                  <a:pt x="2563" y="2422"/>
                  <a:pt x="2748" y="2325"/>
                </a:cubicBezTo>
                <a:cubicBezTo>
                  <a:pt x="2888" y="2259"/>
                  <a:pt x="3036" y="2222"/>
                  <a:pt x="3192" y="2222"/>
                </a:cubicBezTo>
                <a:close/>
                <a:moveTo>
                  <a:pt x="3197" y="1941"/>
                </a:moveTo>
                <a:cubicBezTo>
                  <a:pt x="2997" y="1941"/>
                  <a:pt x="2801" y="1986"/>
                  <a:pt x="2622" y="2081"/>
                </a:cubicBezTo>
                <a:cubicBezTo>
                  <a:pt x="2385" y="2200"/>
                  <a:pt x="2200" y="2385"/>
                  <a:pt x="2081" y="2622"/>
                </a:cubicBezTo>
                <a:cubicBezTo>
                  <a:pt x="1955" y="2859"/>
                  <a:pt x="1918" y="3125"/>
                  <a:pt x="1955" y="3384"/>
                </a:cubicBezTo>
                <a:cubicBezTo>
                  <a:pt x="2000" y="3651"/>
                  <a:pt x="2118" y="3888"/>
                  <a:pt x="2303" y="4073"/>
                </a:cubicBezTo>
                <a:cubicBezTo>
                  <a:pt x="2488" y="4258"/>
                  <a:pt x="2740" y="4384"/>
                  <a:pt x="2999" y="4428"/>
                </a:cubicBezTo>
                <a:cubicBezTo>
                  <a:pt x="3059" y="4436"/>
                  <a:pt x="3125" y="4443"/>
                  <a:pt x="3192" y="4443"/>
                </a:cubicBezTo>
                <a:cubicBezTo>
                  <a:pt x="3392" y="4443"/>
                  <a:pt x="3584" y="4399"/>
                  <a:pt x="3762" y="4303"/>
                </a:cubicBezTo>
                <a:cubicBezTo>
                  <a:pt x="3992" y="4184"/>
                  <a:pt x="4184" y="3999"/>
                  <a:pt x="4303" y="3762"/>
                </a:cubicBezTo>
                <a:cubicBezTo>
                  <a:pt x="4429" y="3525"/>
                  <a:pt x="4466" y="3258"/>
                  <a:pt x="4429" y="2999"/>
                </a:cubicBezTo>
                <a:lnTo>
                  <a:pt x="4429" y="2992"/>
                </a:lnTo>
                <a:cubicBezTo>
                  <a:pt x="4384" y="2733"/>
                  <a:pt x="4258" y="2496"/>
                  <a:pt x="4073" y="2311"/>
                </a:cubicBezTo>
                <a:cubicBezTo>
                  <a:pt x="3888" y="2125"/>
                  <a:pt x="3651" y="2000"/>
                  <a:pt x="3392" y="1955"/>
                </a:cubicBezTo>
                <a:cubicBezTo>
                  <a:pt x="3327" y="1946"/>
                  <a:pt x="3262" y="1941"/>
                  <a:pt x="3197" y="194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77"/>
          <p:cNvSpPr/>
          <p:nvPr/>
        </p:nvSpPr>
        <p:spPr>
          <a:xfrm>
            <a:off x="2468450" y="1752050"/>
            <a:ext cx="333300" cy="333300"/>
          </a:xfrm>
          <a:custGeom>
            <a:rect b="b" l="l" r="r" t="t"/>
            <a:pathLst>
              <a:path extrusionOk="0" h="4444" w="4444">
                <a:moveTo>
                  <a:pt x="3473" y="274"/>
                </a:moveTo>
                <a:cubicBezTo>
                  <a:pt x="3858" y="274"/>
                  <a:pt x="4088" y="363"/>
                  <a:pt x="4154" y="415"/>
                </a:cubicBezTo>
                <a:cubicBezTo>
                  <a:pt x="4088" y="467"/>
                  <a:pt x="3858" y="556"/>
                  <a:pt x="3473" y="556"/>
                </a:cubicBezTo>
                <a:cubicBezTo>
                  <a:pt x="3088" y="556"/>
                  <a:pt x="2858" y="467"/>
                  <a:pt x="2792" y="415"/>
                </a:cubicBezTo>
                <a:cubicBezTo>
                  <a:pt x="2858" y="363"/>
                  <a:pt x="3088" y="274"/>
                  <a:pt x="3473" y="274"/>
                </a:cubicBezTo>
                <a:close/>
                <a:moveTo>
                  <a:pt x="4169" y="718"/>
                </a:moveTo>
                <a:lnTo>
                  <a:pt x="4169" y="1237"/>
                </a:lnTo>
                <a:cubicBezTo>
                  <a:pt x="4125" y="1281"/>
                  <a:pt x="3888" y="1385"/>
                  <a:pt x="3473" y="1385"/>
                </a:cubicBezTo>
                <a:cubicBezTo>
                  <a:pt x="3058" y="1385"/>
                  <a:pt x="2821" y="1281"/>
                  <a:pt x="2777" y="1237"/>
                </a:cubicBezTo>
                <a:lnTo>
                  <a:pt x="2777" y="718"/>
                </a:lnTo>
                <a:cubicBezTo>
                  <a:pt x="2962" y="793"/>
                  <a:pt x="3221" y="830"/>
                  <a:pt x="3473" y="830"/>
                </a:cubicBezTo>
                <a:cubicBezTo>
                  <a:pt x="3725" y="830"/>
                  <a:pt x="3984" y="793"/>
                  <a:pt x="4169" y="718"/>
                </a:cubicBezTo>
                <a:close/>
                <a:moveTo>
                  <a:pt x="1667" y="139"/>
                </a:moveTo>
                <a:cubicBezTo>
                  <a:pt x="1631" y="139"/>
                  <a:pt x="1596" y="152"/>
                  <a:pt x="1570" y="178"/>
                </a:cubicBezTo>
                <a:cubicBezTo>
                  <a:pt x="1518" y="230"/>
                  <a:pt x="1518" y="319"/>
                  <a:pt x="1570" y="378"/>
                </a:cubicBezTo>
                <a:lnTo>
                  <a:pt x="1748" y="556"/>
                </a:lnTo>
                <a:lnTo>
                  <a:pt x="1252" y="556"/>
                </a:lnTo>
                <a:cubicBezTo>
                  <a:pt x="1066" y="556"/>
                  <a:pt x="896" y="630"/>
                  <a:pt x="763" y="756"/>
                </a:cubicBezTo>
                <a:cubicBezTo>
                  <a:pt x="630" y="889"/>
                  <a:pt x="556" y="1067"/>
                  <a:pt x="556" y="1252"/>
                </a:cubicBezTo>
                <a:lnTo>
                  <a:pt x="556" y="1333"/>
                </a:lnTo>
                <a:lnTo>
                  <a:pt x="378" y="1148"/>
                </a:lnTo>
                <a:cubicBezTo>
                  <a:pt x="352" y="1122"/>
                  <a:pt x="317" y="1109"/>
                  <a:pt x="282" y="1109"/>
                </a:cubicBezTo>
                <a:cubicBezTo>
                  <a:pt x="246" y="1109"/>
                  <a:pt x="211" y="1122"/>
                  <a:pt x="185" y="1148"/>
                </a:cubicBezTo>
                <a:cubicBezTo>
                  <a:pt x="126" y="1207"/>
                  <a:pt x="126" y="1289"/>
                  <a:pt x="185" y="1348"/>
                </a:cubicBezTo>
                <a:lnTo>
                  <a:pt x="600" y="1763"/>
                </a:lnTo>
                <a:lnTo>
                  <a:pt x="607" y="1763"/>
                </a:lnTo>
                <a:cubicBezTo>
                  <a:pt x="615" y="1777"/>
                  <a:pt x="630" y="1785"/>
                  <a:pt x="644" y="1792"/>
                </a:cubicBezTo>
                <a:lnTo>
                  <a:pt x="652" y="1792"/>
                </a:lnTo>
                <a:cubicBezTo>
                  <a:pt x="667" y="1800"/>
                  <a:pt x="681" y="1800"/>
                  <a:pt x="696" y="1800"/>
                </a:cubicBezTo>
                <a:cubicBezTo>
                  <a:pt x="718" y="1800"/>
                  <a:pt x="733" y="1800"/>
                  <a:pt x="748" y="1792"/>
                </a:cubicBezTo>
                <a:cubicBezTo>
                  <a:pt x="770" y="1785"/>
                  <a:pt x="785" y="1777"/>
                  <a:pt x="792" y="1763"/>
                </a:cubicBezTo>
                <a:lnTo>
                  <a:pt x="1215" y="1348"/>
                </a:lnTo>
                <a:cubicBezTo>
                  <a:pt x="1266" y="1296"/>
                  <a:pt x="1266" y="1207"/>
                  <a:pt x="1215" y="1148"/>
                </a:cubicBezTo>
                <a:cubicBezTo>
                  <a:pt x="1185" y="1122"/>
                  <a:pt x="1148" y="1109"/>
                  <a:pt x="1112" y="1109"/>
                </a:cubicBezTo>
                <a:cubicBezTo>
                  <a:pt x="1076" y="1109"/>
                  <a:pt x="1041" y="1122"/>
                  <a:pt x="1015" y="1148"/>
                </a:cubicBezTo>
                <a:lnTo>
                  <a:pt x="837" y="1333"/>
                </a:lnTo>
                <a:lnTo>
                  <a:pt x="837" y="1252"/>
                </a:lnTo>
                <a:cubicBezTo>
                  <a:pt x="837" y="1141"/>
                  <a:pt x="881" y="1030"/>
                  <a:pt x="955" y="955"/>
                </a:cubicBezTo>
                <a:cubicBezTo>
                  <a:pt x="1037" y="874"/>
                  <a:pt x="1141" y="830"/>
                  <a:pt x="1252" y="830"/>
                </a:cubicBezTo>
                <a:lnTo>
                  <a:pt x="1748" y="830"/>
                </a:lnTo>
                <a:lnTo>
                  <a:pt x="1570" y="1015"/>
                </a:lnTo>
                <a:cubicBezTo>
                  <a:pt x="1518" y="1067"/>
                  <a:pt x="1518" y="1155"/>
                  <a:pt x="1570" y="1207"/>
                </a:cubicBezTo>
                <a:cubicBezTo>
                  <a:pt x="1600" y="1237"/>
                  <a:pt x="1637" y="1252"/>
                  <a:pt x="1666" y="1252"/>
                </a:cubicBezTo>
                <a:cubicBezTo>
                  <a:pt x="1703" y="1252"/>
                  <a:pt x="1740" y="1237"/>
                  <a:pt x="1770" y="1207"/>
                </a:cubicBezTo>
                <a:lnTo>
                  <a:pt x="2185" y="793"/>
                </a:lnTo>
                <a:cubicBezTo>
                  <a:pt x="2199" y="778"/>
                  <a:pt x="2207" y="763"/>
                  <a:pt x="2214" y="748"/>
                </a:cubicBezTo>
                <a:lnTo>
                  <a:pt x="2214" y="741"/>
                </a:lnTo>
                <a:cubicBezTo>
                  <a:pt x="2222" y="726"/>
                  <a:pt x="2222" y="711"/>
                  <a:pt x="2222" y="696"/>
                </a:cubicBezTo>
                <a:cubicBezTo>
                  <a:pt x="2222" y="674"/>
                  <a:pt x="2222" y="659"/>
                  <a:pt x="2214" y="644"/>
                </a:cubicBezTo>
                <a:lnTo>
                  <a:pt x="2214" y="637"/>
                </a:lnTo>
                <a:cubicBezTo>
                  <a:pt x="2207" y="622"/>
                  <a:pt x="2199" y="607"/>
                  <a:pt x="2185" y="593"/>
                </a:cubicBezTo>
                <a:lnTo>
                  <a:pt x="1770" y="178"/>
                </a:lnTo>
                <a:cubicBezTo>
                  <a:pt x="1740" y="152"/>
                  <a:pt x="1703" y="139"/>
                  <a:pt x="1667" y="139"/>
                </a:cubicBezTo>
                <a:close/>
                <a:moveTo>
                  <a:pt x="4169" y="1555"/>
                </a:moveTo>
                <a:lnTo>
                  <a:pt x="4169" y="2066"/>
                </a:lnTo>
                <a:cubicBezTo>
                  <a:pt x="4125" y="2118"/>
                  <a:pt x="3888" y="2222"/>
                  <a:pt x="3473" y="2222"/>
                </a:cubicBezTo>
                <a:cubicBezTo>
                  <a:pt x="3058" y="2222"/>
                  <a:pt x="2821" y="2118"/>
                  <a:pt x="2777" y="2066"/>
                </a:cubicBezTo>
                <a:lnTo>
                  <a:pt x="2777" y="1555"/>
                </a:lnTo>
                <a:cubicBezTo>
                  <a:pt x="2962" y="1629"/>
                  <a:pt x="3221" y="1666"/>
                  <a:pt x="3473" y="1666"/>
                </a:cubicBezTo>
                <a:cubicBezTo>
                  <a:pt x="3725" y="1666"/>
                  <a:pt x="3984" y="1629"/>
                  <a:pt x="4169" y="1555"/>
                </a:cubicBezTo>
                <a:close/>
                <a:moveTo>
                  <a:pt x="3473" y="0"/>
                </a:moveTo>
                <a:cubicBezTo>
                  <a:pt x="3007" y="0"/>
                  <a:pt x="2540" y="119"/>
                  <a:pt x="2503" y="385"/>
                </a:cubicBezTo>
                <a:cubicBezTo>
                  <a:pt x="2503" y="393"/>
                  <a:pt x="2503" y="407"/>
                  <a:pt x="2503" y="415"/>
                </a:cubicBezTo>
                <a:lnTo>
                  <a:pt x="2503" y="2081"/>
                </a:lnTo>
                <a:cubicBezTo>
                  <a:pt x="2503" y="2370"/>
                  <a:pt x="2992" y="2496"/>
                  <a:pt x="3473" y="2496"/>
                </a:cubicBezTo>
                <a:cubicBezTo>
                  <a:pt x="3962" y="2496"/>
                  <a:pt x="4443" y="2370"/>
                  <a:pt x="4443" y="2081"/>
                </a:cubicBezTo>
                <a:lnTo>
                  <a:pt x="4443" y="415"/>
                </a:lnTo>
                <a:cubicBezTo>
                  <a:pt x="4443" y="407"/>
                  <a:pt x="4443" y="393"/>
                  <a:pt x="4443" y="385"/>
                </a:cubicBezTo>
                <a:cubicBezTo>
                  <a:pt x="4414" y="119"/>
                  <a:pt x="3940" y="0"/>
                  <a:pt x="3473" y="0"/>
                </a:cubicBezTo>
                <a:close/>
                <a:moveTo>
                  <a:pt x="2088" y="2496"/>
                </a:moveTo>
                <a:cubicBezTo>
                  <a:pt x="2162" y="2496"/>
                  <a:pt x="2222" y="2562"/>
                  <a:pt x="2222" y="2636"/>
                </a:cubicBezTo>
                <a:lnTo>
                  <a:pt x="2222" y="3473"/>
                </a:lnTo>
                <a:cubicBezTo>
                  <a:pt x="2222" y="3547"/>
                  <a:pt x="2162" y="3606"/>
                  <a:pt x="2088" y="3606"/>
                </a:cubicBezTo>
                <a:lnTo>
                  <a:pt x="422" y="3606"/>
                </a:lnTo>
                <a:cubicBezTo>
                  <a:pt x="341" y="3606"/>
                  <a:pt x="282" y="3547"/>
                  <a:pt x="282" y="3473"/>
                </a:cubicBezTo>
                <a:lnTo>
                  <a:pt x="282" y="2636"/>
                </a:lnTo>
                <a:cubicBezTo>
                  <a:pt x="282" y="2562"/>
                  <a:pt x="341" y="2496"/>
                  <a:pt x="422" y="2496"/>
                </a:cubicBezTo>
                <a:close/>
                <a:moveTo>
                  <a:pt x="422" y="2222"/>
                </a:moveTo>
                <a:cubicBezTo>
                  <a:pt x="193" y="2222"/>
                  <a:pt x="0" y="2407"/>
                  <a:pt x="0" y="2636"/>
                </a:cubicBezTo>
                <a:lnTo>
                  <a:pt x="0" y="3473"/>
                </a:lnTo>
                <a:cubicBezTo>
                  <a:pt x="0" y="3703"/>
                  <a:pt x="193" y="3888"/>
                  <a:pt x="422" y="3888"/>
                </a:cubicBezTo>
                <a:lnTo>
                  <a:pt x="1111" y="3888"/>
                </a:lnTo>
                <a:lnTo>
                  <a:pt x="1111" y="4162"/>
                </a:lnTo>
                <a:lnTo>
                  <a:pt x="696" y="4162"/>
                </a:lnTo>
                <a:cubicBezTo>
                  <a:pt x="622" y="4162"/>
                  <a:pt x="556" y="4229"/>
                  <a:pt x="556" y="4303"/>
                </a:cubicBezTo>
                <a:cubicBezTo>
                  <a:pt x="556" y="4377"/>
                  <a:pt x="622" y="4443"/>
                  <a:pt x="696" y="4443"/>
                </a:cubicBezTo>
                <a:lnTo>
                  <a:pt x="1807" y="4443"/>
                </a:lnTo>
                <a:cubicBezTo>
                  <a:pt x="1888" y="4443"/>
                  <a:pt x="1948" y="4377"/>
                  <a:pt x="1948" y="4303"/>
                </a:cubicBezTo>
                <a:cubicBezTo>
                  <a:pt x="1948" y="4229"/>
                  <a:pt x="1888" y="4162"/>
                  <a:pt x="1807" y="4162"/>
                </a:cubicBezTo>
                <a:lnTo>
                  <a:pt x="1392" y="4162"/>
                </a:lnTo>
                <a:lnTo>
                  <a:pt x="1392" y="3888"/>
                </a:lnTo>
                <a:lnTo>
                  <a:pt x="2088" y="3888"/>
                </a:lnTo>
                <a:cubicBezTo>
                  <a:pt x="2318" y="3888"/>
                  <a:pt x="2503" y="3703"/>
                  <a:pt x="2503" y="3473"/>
                </a:cubicBezTo>
                <a:lnTo>
                  <a:pt x="2503" y="2636"/>
                </a:lnTo>
                <a:cubicBezTo>
                  <a:pt x="2503" y="2407"/>
                  <a:pt x="2318" y="2222"/>
                  <a:pt x="2088" y="2222"/>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77"/>
          <p:cNvSpPr/>
          <p:nvPr/>
        </p:nvSpPr>
        <p:spPr>
          <a:xfrm>
            <a:off x="534800" y="1752125"/>
            <a:ext cx="335025" cy="333225"/>
          </a:xfrm>
          <a:custGeom>
            <a:rect b="b" l="l" r="r" t="t"/>
            <a:pathLst>
              <a:path extrusionOk="0" h="4443" w="4467">
                <a:moveTo>
                  <a:pt x="3489" y="2221"/>
                </a:moveTo>
                <a:cubicBezTo>
                  <a:pt x="3600" y="2221"/>
                  <a:pt x="3711" y="2258"/>
                  <a:pt x="3785" y="2339"/>
                </a:cubicBezTo>
                <a:cubicBezTo>
                  <a:pt x="3866" y="2421"/>
                  <a:pt x="3911" y="2524"/>
                  <a:pt x="3911" y="2635"/>
                </a:cubicBezTo>
                <a:lnTo>
                  <a:pt x="3911" y="2776"/>
                </a:lnTo>
                <a:lnTo>
                  <a:pt x="3074" y="2776"/>
                </a:lnTo>
                <a:lnTo>
                  <a:pt x="3074" y="2635"/>
                </a:lnTo>
                <a:cubicBezTo>
                  <a:pt x="3074" y="2524"/>
                  <a:pt x="3118" y="2421"/>
                  <a:pt x="3200" y="2339"/>
                </a:cubicBezTo>
                <a:cubicBezTo>
                  <a:pt x="3274" y="2258"/>
                  <a:pt x="3378" y="2221"/>
                  <a:pt x="3489" y="2221"/>
                </a:cubicBezTo>
                <a:close/>
                <a:moveTo>
                  <a:pt x="1544" y="1"/>
                </a:moveTo>
                <a:cubicBezTo>
                  <a:pt x="1388" y="1"/>
                  <a:pt x="1232" y="25"/>
                  <a:pt x="1082" y="73"/>
                </a:cubicBezTo>
                <a:cubicBezTo>
                  <a:pt x="801" y="162"/>
                  <a:pt x="556" y="325"/>
                  <a:pt x="371" y="555"/>
                </a:cubicBezTo>
                <a:cubicBezTo>
                  <a:pt x="186" y="777"/>
                  <a:pt x="68" y="1043"/>
                  <a:pt x="38" y="1332"/>
                </a:cubicBezTo>
                <a:cubicBezTo>
                  <a:pt x="1" y="1621"/>
                  <a:pt x="45" y="1910"/>
                  <a:pt x="171" y="2176"/>
                </a:cubicBezTo>
                <a:cubicBezTo>
                  <a:pt x="290" y="2435"/>
                  <a:pt x="490" y="2658"/>
                  <a:pt x="734" y="2813"/>
                </a:cubicBezTo>
                <a:cubicBezTo>
                  <a:pt x="978" y="2969"/>
                  <a:pt x="1260" y="3050"/>
                  <a:pt x="1549" y="3050"/>
                </a:cubicBezTo>
                <a:lnTo>
                  <a:pt x="2104" y="3050"/>
                </a:lnTo>
                <a:cubicBezTo>
                  <a:pt x="2185" y="3050"/>
                  <a:pt x="2245" y="2991"/>
                  <a:pt x="2245" y="2909"/>
                </a:cubicBezTo>
                <a:cubicBezTo>
                  <a:pt x="2245" y="2835"/>
                  <a:pt x="2185" y="2776"/>
                  <a:pt x="2104" y="2776"/>
                </a:cubicBezTo>
                <a:lnTo>
                  <a:pt x="1549" y="2776"/>
                </a:lnTo>
                <a:cubicBezTo>
                  <a:pt x="1312" y="2776"/>
                  <a:pt x="1082" y="2709"/>
                  <a:pt x="882" y="2576"/>
                </a:cubicBezTo>
                <a:cubicBezTo>
                  <a:pt x="682" y="2450"/>
                  <a:pt x="519" y="2273"/>
                  <a:pt x="416" y="2058"/>
                </a:cubicBezTo>
                <a:cubicBezTo>
                  <a:pt x="319" y="1843"/>
                  <a:pt x="282" y="1606"/>
                  <a:pt x="312" y="1369"/>
                </a:cubicBezTo>
                <a:cubicBezTo>
                  <a:pt x="342" y="1132"/>
                  <a:pt x="438" y="910"/>
                  <a:pt x="593" y="725"/>
                </a:cubicBezTo>
                <a:cubicBezTo>
                  <a:pt x="741" y="547"/>
                  <a:pt x="941" y="406"/>
                  <a:pt x="1171" y="340"/>
                </a:cubicBezTo>
                <a:cubicBezTo>
                  <a:pt x="1294" y="299"/>
                  <a:pt x="1425" y="278"/>
                  <a:pt x="1555" y="278"/>
                </a:cubicBezTo>
                <a:cubicBezTo>
                  <a:pt x="1660" y="278"/>
                  <a:pt x="1765" y="291"/>
                  <a:pt x="1867" y="318"/>
                </a:cubicBezTo>
                <a:cubicBezTo>
                  <a:pt x="2097" y="377"/>
                  <a:pt x="2304" y="495"/>
                  <a:pt x="2467" y="673"/>
                </a:cubicBezTo>
                <a:cubicBezTo>
                  <a:pt x="2630" y="843"/>
                  <a:pt x="2733" y="1058"/>
                  <a:pt x="2778" y="1295"/>
                </a:cubicBezTo>
                <a:cubicBezTo>
                  <a:pt x="2785" y="1340"/>
                  <a:pt x="2822" y="1377"/>
                  <a:pt x="2859" y="1399"/>
                </a:cubicBezTo>
                <a:cubicBezTo>
                  <a:pt x="2878" y="1405"/>
                  <a:pt x="2897" y="1408"/>
                  <a:pt x="2917" y="1408"/>
                </a:cubicBezTo>
                <a:cubicBezTo>
                  <a:pt x="2944" y="1408"/>
                  <a:pt x="2971" y="1401"/>
                  <a:pt x="2993" y="1384"/>
                </a:cubicBezTo>
                <a:cubicBezTo>
                  <a:pt x="3096" y="1317"/>
                  <a:pt x="3215" y="1265"/>
                  <a:pt x="3333" y="1251"/>
                </a:cubicBezTo>
                <a:cubicBezTo>
                  <a:pt x="3363" y="1247"/>
                  <a:pt x="3393" y="1245"/>
                  <a:pt x="3423" y="1245"/>
                </a:cubicBezTo>
                <a:cubicBezTo>
                  <a:pt x="3514" y="1245"/>
                  <a:pt x="3607" y="1262"/>
                  <a:pt x="3696" y="1295"/>
                </a:cubicBezTo>
                <a:cubicBezTo>
                  <a:pt x="3807" y="1340"/>
                  <a:pt x="3911" y="1414"/>
                  <a:pt x="3992" y="1502"/>
                </a:cubicBezTo>
                <a:cubicBezTo>
                  <a:pt x="4074" y="1591"/>
                  <a:pt x="4133" y="1702"/>
                  <a:pt x="4170" y="1821"/>
                </a:cubicBezTo>
                <a:cubicBezTo>
                  <a:pt x="4183" y="1885"/>
                  <a:pt x="4241" y="1927"/>
                  <a:pt x="4304" y="1927"/>
                </a:cubicBezTo>
                <a:cubicBezTo>
                  <a:pt x="4314" y="1927"/>
                  <a:pt x="4323" y="1926"/>
                  <a:pt x="4333" y="1925"/>
                </a:cubicBezTo>
                <a:cubicBezTo>
                  <a:pt x="4407" y="1902"/>
                  <a:pt x="4451" y="1828"/>
                  <a:pt x="4437" y="1754"/>
                </a:cubicBezTo>
                <a:cubicBezTo>
                  <a:pt x="4392" y="1591"/>
                  <a:pt x="4311" y="1443"/>
                  <a:pt x="4200" y="1317"/>
                </a:cubicBezTo>
                <a:cubicBezTo>
                  <a:pt x="4089" y="1191"/>
                  <a:pt x="3948" y="1095"/>
                  <a:pt x="3792" y="1036"/>
                </a:cubicBezTo>
                <a:cubicBezTo>
                  <a:pt x="3674" y="991"/>
                  <a:pt x="3546" y="971"/>
                  <a:pt x="3417" y="971"/>
                </a:cubicBezTo>
                <a:cubicBezTo>
                  <a:pt x="3377" y="971"/>
                  <a:pt x="3336" y="973"/>
                  <a:pt x="3296" y="977"/>
                </a:cubicBezTo>
                <a:cubicBezTo>
                  <a:pt x="3200" y="991"/>
                  <a:pt x="3096" y="1021"/>
                  <a:pt x="3007" y="1058"/>
                </a:cubicBezTo>
                <a:cubicBezTo>
                  <a:pt x="2933" y="843"/>
                  <a:pt x="2822" y="651"/>
                  <a:pt x="2667" y="481"/>
                </a:cubicBezTo>
                <a:cubicBezTo>
                  <a:pt x="2467" y="273"/>
                  <a:pt x="2215" y="118"/>
                  <a:pt x="1934" y="51"/>
                </a:cubicBezTo>
                <a:cubicBezTo>
                  <a:pt x="1806" y="17"/>
                  <a:pt x="1675" y="1"/>
                  <a:pt x="1544" y="1"/>
                </a:cubicBezTo>
                <a:close/>
                <a:moveTo>
                  <a:pt x="3433" y="3577"/>
                </a:moveTo>
                <a:lnTo>
                  <a:pt x="3429" y="3583"/>
                </a:lnTo>
                <a:cubicBezTo>
                  <a:pt x="3429" y="3580"/>
                  <a:pt x="3431" y="3578"/>
                  <a:pt x="3433" y="3577"/>
                </a:cubicBezTo>
                <a:close/>
                <a:moveTo>
                  <a:pt x="3429" y="3591"/>
                </a:moveTo>
                <a:cubicBezTo>
                  <a:pt x="3429" y="3591"/>
                  <a:pt x="3429" y="3598"/>
                  <a:pt x="3422" y="3598"/>
                </a:cubicBezTo>
                <a:cubicBezTo>
                  <a:pt x="3422" y="3598"/>
                  <a:pt x="3429" y="3591"/>
                  <a:pt x="3429" y="3591"/>
                </a:cubicBezTo>
                <a:close/>
                <a:moveTo>
                  <a:pt x="3555" y="3591"/>
                </a:moveTo>
                <a:cubicBezTo>
                  <a:pt x="3555" y="3591"/>
                  <a:pt x="3563" y="3598"/>
                  <a:pt x="3563" y="3598"/>
                </a:cubicBezTo>
                <a:lnTo>
                  <a:pt x="3563" y="3605"/>
                </a:lnTo>
                <a:cubicBezTo>
                  <a:pt x="3563" y="3605"/>
                  <a:pt x="3555" y="3598"/>
                  <a:pt x="3555" y="3591"/>
                </a:cubicBezTo>
                <a:close/>
                <a:moveTo>
                  <a:pt x="3563" y="3635"/>
                </a:moveTo>
                <a:cubicBezTo>
                  <a:pt x="3555" y="3643"/>
                  <a:pt x="3555" y="3643"/>
                  <a:pt x="3555" y="3643"/>
                </a:cubicBezTo>
                <a:cubicBezTo>
                  <a:pt x="3555" y="3643"/>
                  <a:pt x="3555" y="3635"/>
                  <a:pt x="3563" y="3635"/>
                </a:cubicBezTo>
                <a:close/>
                <a:moveTo>
                  <a:pt x="3548" y="3650"/>
                </a:moveTo>
                <a:cubicBezTo>
                  <a:pt x="3548" y="3657"/>
                  <a:pt x="3548" y="3657"/>
                  <a:pt x="3541" y="3657"/>
                </a:cubicBezTo>
                <a:cubicBezTo>
                  <a:pt x="3541" y="3657"/>
                  <a:pt x="3548" y="3657"/>
                  <a:pt x="3548" y="3650"/>
                </a:cubicBezTo>
                <a:close/>
                <a:moveTo>
                  <a:pt x="3533" y="3665"/>
                </a:moveTo>
                <a:cubicBezTo>
                  <a:pt x="3533" y="3665"/>
                  <a:pt x="3533" y="3672"/>
                  <a:pt x="3533" y="3672"/>
                </a:cubicBezTo>
                <a:lnTo>
                  <a:pt x="3526" y="3672"/>
                </a:lnTo>
                <a:cubicBezTo>
                  <a:pt x="3526" y="3672"/>
                  <a:pt x="3533" y="3672"/>
                  <a:pt x="3533" y="3665"/>
                </a:cubicBezTo>
                <a:close/>
                <a:moveTo>
                  <a:pt x="3493" y="3405"/>
                </a:moveTo>
                <a:cubicBezTo>
                  <a:pt x="3453" y="3405"/>
                  <a:pt x="3412" y="3417"/>
                  <a:pt x="3378" y="3443"/>
                </a:cubicBezTo>
                <a:lnTo>
                  <a:pt x="3378" y="3435"/>
                </a:lnTo>
                <a:cubicBezTo>
                  <a:pt x="3341" y="3465"/>
                  <a:pt x="3318" y="3494"/>
                  <a:pt x="3296" y="3531"/>
                </a:cubicBezTo>
                <a:cubicBezTo>
                  <a:pt x="3281" y="3568"/>
                  <a:pt x="3281" y="3613"/>
                  <a:pt x="3289" y="3650"/>
                </a:cubicBezTo>
                <a:cubicBezTo>
                  <a:pt x="3296" y="3694"/>
                  <a:pt x="3318" y="3731"/>
                  <a:pt x="3348" y="3761"/>
                </a:cubicBezTo>
                <a:cubicBezTo>
                  <a:pt x="3378" y="3791"/>
                  <a:pt x="3407" y="3805"/>
                  <a:pt x="3452" y="3820"/>
                </a:cubicBezTo>
                <a:lnTo>
                  <a:pt x="3489" y="3820"/>
                </a:lnTo>
                <a:cubicBezTo>
                  <a:pt x="3518" y="3820"/>
                  <a:pt x="3548" y="3813"/>
                  <a:pt x="3570" y="3805"/>
                </a:cubicBezTo>
                <a:cubicBezTo>
                  <a:pt x="3607" y="3791"/>
                  <a:pt x="3644" y="3761"/>
                  <a:pt x="3666" y="3731"/>
                </a:cubicBezTo>
                <a:cubicBezTo>
                  <a:pt x="3689" y="3694"/>
                  <a:pt x="3696" y="3657"/>
                  <a:pt x="3696" y="3613"/>
                </a:cubicBezTo>
                <a:cubicBezTo>
                  <a:pt x="3696" y="3561"/>
                  <a:pt x="3674" y="3502"/>
                  <a:pt x="3637" y="3465"/>
                </a:cubicBezTo>
                <a:cubicBezTo>
                  <a:pt x="3599" y="3427"/>
                  <a:pt x="3546" y="3405"/>
                  <a:pt x="3493" y="3405"/>
                </a:cubicBezTo>
                <a:close/>
                <a:moveTo>
                  <a:pt x="4044" y="3050"/>
                </a:moveTo>
                <a:cubicBezTo>
                  <a:pt x="4126" y="3050"/>
                  <a:pt x="4185" y="3109"/>
                  <a:pt x="4185" y="3191"/>
                </a:cubicBezTo>
                <a:lnTo>
                  <a:pt x="4185" y="4020"/>
                </a:lnTo>
                <a:cubicBezTo>
                  <a:pt x="4185" y="4102"/>
                  <a:pt x="4126" y="4161"/>
                  <a:pt x="4044" y="4161"/>
                </a:cubicBezTo>
                <a:lnTo>
                  <a:pt x="2933" y="4161"/>
                </a:lnTo>
                <a:cubicBezTo>
                  <a:pt x="2859" y="4161"/>
                  <a:pt x="2800" y="4102"/>
                  <a:pt x="2800" y="4020"/>
                </a:cubicBezTo>
                <a:lnTo>
                  <a:pt x="2800" y="3191"/>
                </a:lnTo>
                <a:cubicBezTo>
                  <a:pt x="2800" y="3109"/>
                  <a:pt x="2859" y="3050"/>
                  <a:pt x="2933" y="3050"/>
                </a:cubicBezTo>
                <a:close/>
                <a:moveTo>
                  <a:pt x="3489" y="1939"/>
                </a:moveTo>
                <a:cubicBezTo>
                  <a:pt x="3304" y="1939"/>
                  <a:pt x="3133" y="2013"/>
                  <a:pt x="3000" y="2147"/>
                </a:cubicBezTo>
                <a:cubicBezTo>
                  <a:pt x="2867" y="2273"/>
                  <a:pt x="2800" y="2450"/>
                  <a:pt x="2800" y="2635"/>
                </a:cubicBezTo>
                <a:lnTo>
                  <a:pt x="2800" y="2798"/>
                </a:lnTo>
                <a:cubicBezTo>
                  <a:pt x="2637" y="2858"/>
                  <a:pt x="2519" y="3013"/>
                  <a:pt x="2519" y="3191"/>
                </a:cubicBezTo>
                <a:lnTo>
                  <a:pt x="2519" y="4020"/>
                </a:lnTo>
                <a:cubicBezTo>
                  <a:pt x="2519" y="4250"/>
                  <a:pt x="2704" y="4442"/>
                  <a:pt x="2933" y="4442"/>
                </a:cubicBezTo>
                <a:lnTo>
                  <a:pt x="4044" y="4442"/>
                </a:lnTo>
                <a:cubicBezTo>
                  <a:pt x="4274" y="4442"/>
                  <a:pt x="4466" y="4250"/>
                  <a:pt x="4466" y="4020"/>
                </a:cubicBezTo>
                <a:lnTo>
                  <a:pt x="4466" y="3191"/>
                </a:lnTo>
                <a:cubicBezTo>
                  <a:pt x="4466" y="3013"/>
                  <a:pt x="4348" y="2858"/>
                  <a:pt x="4185" y="2798"/>
                </a:cubicBezTo>
                <a:lnTo>
                  <a:pt x="4185" y="2635"/>
                </a:lnTo>
                <a:cubicBezTo>
                  <a:pt x="4185" y="2450"/>
                  <a:pt x="4111" y="2273"/>
                  <a:pt x="3985" y="2147"/>
                </a:cubicBezTo>
                <a:cubicBezTo>
                  <a:pt x="3852" y="2013"/>
                  <a:pt x="3674" y="1939"/>
                  <a:pt x="3489" y="1939"/>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77"/>
          <p:cNvSpPr/>
          <p:nvPr/>
        </p:nvSpPr>
        <p:spPr>
          <a:xfrm>
            <a:off x="1502750" y="1752050"/>
            <a:ext cx="333300" cy="333300"/>
          </a:xfrm>
          <a:custGeom>
            <a:rect b="b" l="l" r="r" t="t"/>
            <a:pathLst>
              <a:path extrusionOk="0" h="4444" w="4444">
                <a:moveTo>
                  <a:pt x="3473" y="2222"/>
                </a:moveTo>
                <a:cubicBezTo>
                  <a:pt x="3577" y="2222"/>
                  <a:pt x="3688" y="2266"/>
                  <a:pt x="3762" y="2340"/>
                </a:cubicBezTo>
                <a:cubicBezTo>
                  <a:pt x="3844" y="2422"/>
                  <a:pt x="3888" y="2525"/>
                  <a:pt x="3888" y="2636"/>
                </a:cubicBezTo>
                <a:lnTo>
                  <a:pt x="3888" y="2777"/>
                </a:lnTo>
                <a:lnTo>
                  <a:pt x="3051" y="2777"/>
                </a:lnTo>
                <a:lnTo>
                  <a:pt x="3051" y="2636"/>
                </a:lnTo>
                <a:cubicBezTo>
                  <a:pt x="3051" y="2525"/>
                  <a:pt x="3096" y="2422"/>
                  <a:pt x="3177" y="2340"/>
                </a:cubicBezTo>
                <a:cubicBezTo>
                  <a:pt x="3259" y="2266"/>
                  <a:pt x="3362" y="2222"/>
                  <a:pt x="3473" y="2222"/>
                </a:cubicBezTo>
                <a:close/>
                <a:moveTo>
                  <a:pt x="3496" y="3555"/>
                </a:moveTo>
                <a:lnTo>
                  <a:pt x="3496" y="3555"/>
                </a:lnTo>
                <a:cubicBezTo>
                  <a:pt x="3510" y="3555"/>
                  <a:pt x="3518" y="3562"/>
                  <a:pt x="3518" y="3562"/>
                </a:cubicBezTo>
                <a:cubicBezTo>
                  <a:pt x="3518" y="3562"/>
                  <a:pt x="3503" y="3555"/>
                  <a:pt x="3496" y="3555"/>
                </a:cubicBezTo>
                <a:close/>
                <a:moveTo>
                  <a:pt x="3540" y="3592"/>
                </a:moveTo>
                <a:cubicBezTo>
                  <a:pt x="3540" y="3599"/>
                  <a:pt x="3540" y="3599"/>
                  <a:pt x="3540" y="3599"/>
                </a:cubicBezTo>
                <a:lnTo>
                  <a:pt x="3540" y="3614"/>
                </a:lnTo>
                <a:cubicBezTo>
                  <a:pt x="3540" y="3606"/>
                  <a:pt x="3540" y="3599"/>
                  <a:pt x="3533" y="3592"/>
                </a:cubicBezTo>
                <a:close/>
                <a:moveTo>
                  <a:pt x="3525" y="3651"/>
                </a:moveTo>
                <a:cubicBezTo>
                  <a:pt x="3525" y="3658"/>
                  <a:pt x="3525" y="3658"/>
                  <a:pt x="3518" y="3658"/>
                </a:cubicBezTo>
                <a:cubicBezTo>
                  <a:pt x="3525" y="3658"/>
                  <a:pt x="3525" y="3651"/>
                  <a:pt x="3525" y="3651"/>
                </a:cubicBezTo>
                <a:close/>
                <a:moveTo>
                  <a:pt x="3421" y="3658"/>
                </a:moveTo>
                <a:cubicBezTo>
                  <a:pt x="3421" y="3666"/>
                  <a:pt x="3421" y="3666"/>
                  <a:pt x="3429" y="3666"/>
                </a:cubicBezTo>
                <a:lnTo>
                  <a:pt x="3421" y="3666"/>
                </a:lnTo>
                <a:lnTo>
                  <a:pt x="3421" y="3658"/>
                </a:lnTo>
                <a:close/>
                <a:moveTo>
                  <a:pt x="3510" y="3666"/>
                </a:moveTo>
                <a:cubicBezTo>
                  <a:pt x="3510" y="3666"/>
                  <a:pt x="3510" y="3673"/>
                  <a:pt x="3510" y="3673"/>
                </a:cubicBezTo>
                <a:lnTo>
                  <a:pt x="3503" y="3673"/>
                </a:lnTo>
                <a:cubicBezTo>
                  <a:pt x="3510" y="3673"/>
                  <a:pt x="3510" y="3673"/>
                  <a:pt x="3510" y="3666"/>
                </a:cubicBezTo>
                <a:close/>
                <a:moveTo>
                  <a:pt x="3470" y="3406"/>
                </a:moveTo>
                <a:cubicBezTo>
                  <a:pt x="3430" y="3406"/>
                  <a:pt x="3390" y="3418"/>
                  <a:pt x="3355" y="3444"/>
                </a:cubicBezTo>
                <a:cubicBezTo>
                  <a:pt x="3318" y="3466"/>
                  <a:pt x="3296" y="3495"/>
                  <a:pt x="3281" y="3532"/>
                </a:cubicBezTo>
                <a:cubicBezTo>
                  <a:pt x="3266" y="3569"/>
                  <a:pt x="3259" y="3614"/>
                  <a:pt x="3266" y="3651"/>
                </a:cubicBezTo>
                <a:cubicBezTo>
                  <a:pt x="3273" y="3695"/>
                  <a:pt x="3296" y="3732"/>
                  <a:pt x="3325" y="3762"/>
                </a:cubicBezTo>
                <a:cubicBezTo>
                  <a:pt x="3355" y="3792"/>
                  <a:pt x="3392" y="3806"/>
                  <a:pt x="3429" y="3821"/>
                </a:cubicBezTo>
                <a:lnTo>
                  <a:pt x="3473" y="3821"/>
                </a:lnTo>
                <a:cubicBezTo>
                  <a:pt x="3496" y="3821"/>
                  <a:pt x="3525" y="3814"/>
                  <a:pt x="3547" y="3806"/>
                </a:cubicBezTo>
                <a:cubicBezTo>
                  <a:pt x="3592" y="3792"/>
                  <a:pt x="3621" y="3762"/>
                  <a:pt x="3644" y="3732"/>
                </a:cubicBezTo>
                <a:cubicBezTo>
                  <a:pt x="3666" y="3695"/>
                  <a:pt x="3681" y="3658"/>
                  <a:pt x="3681" y="3614"/>
                </a:cubicBezTo>
                <a:cubicBezTo>
                  <a:pt x="3681" y="3562"/>
                  <a:pt x="3658" y="3503"/>
                  <a:pt x="3621" y="3466"/>
                </a:cubicBezTo>
                <a:cubicBezTo>
                  <a:pt x="3579" y="3428"/>
                  <a:pt x="3524" y="3406"/>
                  <a:pt x="3470" y="3406"/>
                </a:cubicBezTo>
                <a:close/>
                <a:moveTo>
                  <a:pt x="2222" y="0"/>
                </a:moveTo>
                <a:cubicBezTo>
                  <a:pt x="956" y="0"/>
                  <a:pt x="0" y="415"/>
                  <a:pt x="0" y="970"/>
                </a:cubicBezTo>
                <a:lnTo>
                  <a:pt x="0" y="3192"/>
                </a:lnTo>
                <a:cubicBezTo>
                  <a:pt x="0" y="3784"/>
                  <a:pt x="1037" y="4132"/>
                  <a:pt x="2066" y="4162"/>
                </a:cubicBezTo>
                <a:cubicBezTo>
                  <a:pt x="2140" y="4162"/>
                  <a:pt x="2207" y="4103"/>
                  <a:pt x="2207" y="4029"/>
                </a:cubicBezTo>
                <a:cubicBezTo>
                  <a:pt x="2207" y="3947"/>
                  <a:pt x="2148" y="3888"/>
                  <a:pt x="2074" y="3880"/>
                </a:cubicBezTo>
                <a:cubicBezTo>
                  <a:pt x="1000" y="3851"/>
                  <a:pt x="282" y="3503"/>
                  <a:pt x="282" y="3192"/>
                </a:cubicBezTo>
                <a:lnTo>
                  <a:pt x="282" y="2570"/>
                </a:lnTo>
                <a:cubicBezTo>
                  <a:pt x="659" y="2866"/>
                  <a:pt x="1363" y="3029"/>
                  <a:pt x="2066" y="3051"/>
                </a:cubicBezTo>
                <a:cubicBezTo>
                  <a:pt x="2140" y="3051"/>
                  <a:pt x="2207" y="2992"/>
                  <a:pt x="2207" y="2918"/>
                </a:cubicBezTo>
                <a:cubicBezTo>
                  <a:pt x="2207" y="2836"/>
                  <a:pt x="2148" y="2777"/>
                  <a:pt x="2074" y="2770"/>
                </a:cubicBezTo>
                <a:cubicBezTo>
                  <a:pt x="1000" y="2740"/>
                  <a:pt x="282" y="2392"/>
                  <a:pt x="282" y="2081"/>
                </a:cubicBezTo>
                <a:lnTo>
                  <a:pt x="282" y="1452"/>
                </a:lnTo>
                <a:cubicBezTo>
                  <a:pt x="667" y="1763"/>
                  <a:pt x="1407" y="1940"/>
                  <a:pt x="2222" y="1940"/>
                </a:cubicBezTo>
                <a:cubicBezTo>
                  <a:pt x="2414" y="1940"/>
                  <a:pt x="2600" y="1933"/>
                  <a:pt x="2792" y="1911"/>
                </a:cubicBezTo>
                <a:cubicBezTo>
                  <a:pt x="2874" y="1903"/>
                  <a:pt x="2925" y="1837"/>
                  <a:pt x="2918" y="1763"/>
                </a:cubicBezTo>
                <a:cubicBezTo>
                  <a:pt x="2911" y="1686"/>
                  <a:pt x="2852" y="1636"/>
                  <a:pt x="2778" y="1636"/>
                </a:cubicBezTo>
                <a:cubicBezTo>
                  <a:pt x="2773" y="1636"/>
                  <a:pt x="2768" y="1636"/>
                  <a:pt x="2762" y="1637"/>
                </a:cubicBezTo>
                <a:cubicBezTo>
                  <a:pt x="2577" y="1655"/>
                  <a:pt x="2396" y="1664"/>
                  <a:pt x="2223" y="1664"/>
                </a:cubicBezTo>
                <a:cubicBezTo>
                  <a:pt x="1366" y="1664"/>
                  <a:pt x="685" y="1454"/>
                  <a:pt x="408" y="1207"/>
                </a:cubicBezTo>
                <a:cubicBezTo>
                  <a:pt x="319" y="1126"/>
                  <a:pt x="274" y="1044"/>
                  <a:pt x="274" y="970"/>
                </a:cubicBezTo>
                <a:cubicBezTo>
                  <a:pt x="274" y="644"/>
                  <a:pt x="1074" y="274"/>
                  <a:pt x="2222" y="274"/>
                </a:cubicBezTo>
                <a:cubicBezTo>
                  <a:pt x="3370" y="274"/>
                  <a:pt x="4162" y="644"/>
                  <a:pt x="4162" y="970"/>
                </a:cubicBezTo>
                <a:cubicBezTo>
                  <a:pt x="4162" y="1118"/>
                  <a:pt x="3992" y="1281"/>
                  <a:pt x="3688" y="1407"/>
                </a:cubicBezTo>
                <a:cubicBezTo>
                  <a:pt x="3621" y="1437"/>
                  <a:pt x="3584" y="1518"/>
                  <a:pt x="3621" y="1592"/>
                </a:cubicBezTo>
                <a:cubicBezTo>
                  <a:pt x="3644" y="1643"/>
                  <a:pt x="3697" y="1677"/>
                  <a:pt x="3750" y="1677"/>
                </a:cubicBezTo>
                <a:cubicBezTo>
                  <a:pt x="3767" y="1677"/>
                  <a:pt x="3783" y="1673"/>
                  <a:pt x="3799" y="1666"/>
                </a:cubicBezTo>
                <a:cubicBezTo>
                  <a:pt x="3947" y="1600"/>
                  <a:pt x="4066" y="1533"/>
                  <a:pt x="4162" y="1452"/>
                </a:cubicBezTo>
                <a:lnTo>
                  <a:pt x="4162" y="1940"/>
                </a:lnTo>
                <a:cubicBezTo>
                  <a:pt x="4162" y="2022"/>
                  <a:pt x="4229" y="2081"/>
                  <a:pt x="4303" y="2081"/>
                </a:cubicBezTo>
                <a:cubicBezTo>
                  <a:pt x="4384" y="2081"/>
                  <a:pt x="4443" y="2022"/>
                  <a:pt x="4443" y="1940"/>
                </a:cubicBezTo>
                <a:lnTo>
                  <a:pt x="4443" y="970"/>
                </a:lnTo>
                <a:cubicBezTo>
                  <a:pt x="4443" y="415"/>
                  <a:pt x="3488" y="0"/>
                  <a:pt x="2222" y="0"/>
                </a:cubicBezTo>
                <a:close/>
                <a:moveTo>
                  <a:pt x="4162" y="3051"/>
                </a:moveTo>
                <a:lnTo>
                  <a:pt x="4162" y="4162"/>
                </a:lnTo>
                <a:lnTo>
                  <a:pt x="2777" y="4162"/>
                </a:lnTo>
                <a:lnTo>
                  <a:pt x="2777" y="3051"/>
                </a:lnTo>
                <a:close/>
                <a:moveTo>
                  <a:pt x="3473" y="1940"/>
                </a:moveTo>
                <a:cubicBezTo>
                  <a:pt x="3288" y="1940"/>
                  <a:pt x="3110" y="2014"/>
                  <a:pt x="2977" y="2148"/>
                </a:cubicBezTo>
                <a:cubicBezTo>
                  <a:pt x="2851" y="2274"/>
                  <a:pt x="2777" y="2451"/>
                  <a:pt x="2777" y="2636"/>
                </a:cubicBezTo>
                <a:lnTo>
                  <a:pt x="2777" y="2777"/>
                </a:lnTo>
                <a:lnTo>
                  <a:pt x="2637" y="2777"/>
                </a:lnTo>
                <a:cubicBezTo>
                  <a:pt x="2562" y="2777"/>
                  <a:pt x="2496" y="2836"/>
                  <a:pt x="2496" y="2918"/>
                </a:cubicBezTo>
                <a:lnTo>
                  <a:pt x="2496" y="4303"/>
                </a:lnTo>
                <a:cubicBezTo>
                  <a:pt x="2496" y="4377"/>
                  <a:pt x="2562" y="4443"/>
                  <a:pt x="2637" y="4443"/>
                </a:cubicBezTo>
                <a:lnTo>
                  <a:pt x="4303" y="4443"/>
                </a:lnTo>
                <a:cubicBezTo>
                  <a:pt x="4384" y="4443"/>
                  <a:pt x="4443" y="4377"/>
                  <a:pt x="4443" y="4303"/>
                </a:cubicBezTo>
                <a:lnTo>
                  <a:pt x="4443" y="2918"/>
                </a:lnTo>
                <a:cubicBezTo>
                  <a:pt x="4443" y="2836"/>
                  <a:pt x="4384" y="2777"/>
                  <a:pt x="4303" y="2777"/>
                </a:cubicBezTo>
                <a:lnTo>
                  <a:pt x="4162" y="2777"/>
                </a:lnTo>
                <a:lnTo>
                  <a:pt x="4162" y="2636"/>
                </a:lnTo>
                <a:cubicBezTo>
                  <a:pt x="4162" y="2451"/>
                  <a:pt x="4095" y="2274"/>
                  <a:pt x="3962" y="2148"/>
                </a:cubicBezTo>
                <a:cubicBezTo>
                  <a:pt x="3829" y="2014"/>
                  <a:pt x="3658" y="1940"/>
                  <a:pt x="3473" y="194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77"/>
          <p:cNvSpPr/>
          <p:nvPr/>
        </p:nvSpPr>
        <p:spPr>
          <a:xfrm>
            <a:off x="2468450" y="2266400"/>
            <a:ext cx="333300" cy="333300"/>
          </a:xfrm>
          <a:custGeom>
            <a:rect b="b" l="l" r="r" t="t"/>
            <a:pathLst>
              <a:path extrusionOk="0" h="4444" w="4444">
                <a:moveTo>
                  <a:pt x="3694" y="2730"/>
                </a:moveTo>
                <a:cubicBezTo>
                  <a:pt x="3650" y="2730"/>
                  <a:pt x="3608" y="2749"/>
                  <a:pt x="3577" y="2785"/>
                </a:cubicBezTo>
                <a:lnTo>
                  <a:pt x="3036" y="3503"/>
                </a:lnTo>
                <a:lnTo>
                  <a:pt x="2762" y="3229"/>
                </a:lnTo>
                <a:cubicBezTo>
                  <a:pt x="2736" y="3203"/>
                  <a:pt x="2701" y="3191"/>
                  <a:pt x="2666" y="3191"/>
                </a:cubicBezTo>
                <a:cubicBezTo>
                  <a:pt x="2631" y="3191"/>
                  <a:pt x="2596" y="3203"/>
                  <a:pt x="2570" y="3229"/>
                </a:cubicBezTo>
                <a:cubicBezTo>
                  <a:pt x="2518" y="3289"/>
                  <a:pt x="2518" y="3377"/>
                  <a:pt x="2570" y="3429"/>
                </a:cubicBezTo>
                <a:lnTo>
                  <a:pt x="2844" y="3696"/>
                </a:lnTo>
                <a:cubicBezTo>
                  <a:pt x="2873" y="3726"/>
                  <a:pt x="2903" y="3748"/>
                  <a:pt x="2940" y="3763"/>
                </a:cubicBezTo>
                <a:cubicBezTo>
                  <a:pt x="2970" y="3777"/>
                  <a:pt x="3007" y="3777"/>
                  <a:pt x="3036" y="3777"/>
                </a:cubicBezTo>
                <a:lnTo>
                  <a:pt x="3058" y="3777"/>
                </a:lnTo>
                <a:cubicBezTo>
                  <a:pt x="3095" y="3777"/>
                  <a:pt x="3132" y="3770"/>
                  <a:pt x="3170" y="3748"/>
                </a:cubicBezTo>
                <a:cubicBezTo>
                  <a:pt x="3207" y="3726"/>
                  <a:pt x="3236" y="3703"/>
                  <a:pt x="3258" y="3674"/>
                </a:cubicBezTo>
                <a:lnTo>
                  <a:pt x="3799" y="2955"/>
                </a:lnTo>
                <a:cubicBezTo>
                  <a:pt x="3843" y="2889"/>
                  <a:pt x="3836" y="2807"/>
                  <a:pt x="3769" y="2755"/>
                </a:cubicBezTo>
                <a:lnTo>
                  <a:pt x="3777" y="2755"/>
                </a:lnTo>
                <a:cubicBezTo>
                  <a:pt x="3750" y="2738"/>
                  <a:pt x="3722" y="2730"/>
                  <a:pt x="3694" y="2730"/>
                </a:cubicBezTo>
                <a:close/>
                <a:moveTo>
                  <a:pt x="696" y="1"/>
                </a:moveTo>
                <a:cubicBezTo>
                  <a:pt x="511" y="1"/>
                  <a:pt x="341" y="75"/>
                  <a:pt x="207" y="201"/>
                </a:cubicBezTo>
                <a:cubicBezTo>
                  <a:pt x="74" y="334"/>
                  <a:pt x="0" y="512"/>
                  <a:pt x="0" y="697"/>
                </a:cubicBezTo>
                <a:lnTo>
                  <a:pt x="0" y="2363"/>
                </a:lnTo>
                <a:cubicBezTo>
                  <a:pt x="0" y="2548"/>
                  <a:pt x="74" y="2718"/>
                  <a:pt x="207" y="2852"/>
                </a:cubicBezTo>
                <a:cubicBezTo>
                  <a:pt x="341" y="2985"/>
                  <a:pt x="511" y="3052"/>
                  <a:pt x="696" y="3052"/>
                </a:cubicBezTo>
                <a:lnTo>
                  <a:pt x="1503" y="3052"/>
                </a:lnTo>
                <a:lnTo>
                  <a:pt x="1415" y="3607"/>
                </a:lnTo>
                <a:lnTo>
                  <a:pt x="1111" y="3607"/>
                </a:lnTo>
                <a:cubicBezTo>
                  <a:pt x="1037" y="3607"/>
                  <a:pt x="978" y="3674"/>
                  <a:pt x="978" y="3748"/>
                </a:cubicBezTo>
                <a:cubicBezTo>
                  <a:pt x="978" y="3822"/>
                  <a:pt x="1037" y="3888"/>
                  <a:pt x="1111" y="3888"/>
                </a:cubicBezTo>
                <a:lnTo>
                  <a:pt x="1533" y="3888"/>
                </a:lnTo>
                <a:cubicBezTo>
                  <a:pt x="1548" y="3888"/>
                  <a:pt x="1563" y="3881"/>
                  <a:pt x="1577" y="3881"/>
                </a:cubicBezTo>
                <a:cubicBezTo>
                  <a:pt x="1577" y="3881"/>
                  <a:pt x="1577" y="3874"/>
                  <a:pt x="1585" y="3874"/>
                </a:cubicBezTo>
                <a:cubicBezTo>
                  <a:pt x="1592" y="3874"/>
                  <a:pt x="1607" y="3866"/>
                  <a:pt x="1614" y="3859"/>
                </a:cubicBezTo>
                <a:cubicBezTo>
                  <a:pt x="1622" y="3851"/>
                  <a:pt x="1622" y="3851"/>
                  <a:pt x="1622" y="3851"/>
                </a:cubicBezTo>
                <a:cubicBezTo>
                  <a:pt x="1637" y="3844"/>
                  <a:pt x="1644" y="3829"/>
                  <a:pt x="1651" y="3822"/>
                </a:cubicBezTo>
                <a:cubicBezTo>
                  <a:pt x="1651" y="3814"/>
                  <a:pt x="1651" y="3814"/>
                  <a:pt x="1651" y="3814"/>
                </a:cubicBezTo>
                <a:cubicBezTo>
                  <a:pt x="1659" y="3800"/>
                  <a:pt x="1666" y="3785"/>
                  <a:pt x="1666" y="3770"/>
                </a:cubicBezTo>
                <a:lnTo>
                  <a:pt x="1807" y="2941"/>
                </a:lnTo>
                <a:lnTo>
                  <a:pt x="1807" y="2926"/>
                </a:lnTo>
                <a:cubicBezTo>
                  <a:pt x="1807" y="2918"/>
                  <a:pt x="1807" y="2918"/>
                  <a:pt x="1807" y="2911"/>
                </a:cubicBezTo>
                <a:cubicBezTo>
                  <a:pt x="1807" y="2904"/>
                  <a:pt x="1807" y="2904"/>
                  <a:pt x="1807" y="2896"/>
                </a:cubicBezTo>
                <a:cubicBezTo>
                  <a:pt x="1807" y="2889"/>
                  <a:pt x="1807" y="2889"/>
                  <a:pt x="1807" y="2881"/>
                </a:cubicBezTo>
                <a:cubicBezTo>
                  <a:pt x="1800" y="2881"/>
                  <a:pt x="1800" y="2874"/>
                  <a:pt x="1800" y="2867"/>
                </a:cubicBezTo>
                <a:cubicBezTo>
                  <a:pt x="1800" y="2867"/>
                  <a:pt x="1800" y="2859"/>
                  <a:pt x="1792" y="2859"/>
                </a:cubicBezTo>
                <a:cubicBezTo>
                  <a:pt x="1792" y="2852"/>
                  <a:pt x="1792" y="2852"/>
                  <a:pt x="1792" y="2844"/>
                </a:cubicBezTo>
                <a:cubicBezTo>
                  <a:pt x="1785" y="2844"/>
                  <a:pt x="1785" y="2837"/>
                  <a:pt x="1785" y="2837"/>
                </a:cubicBezTo>
                <a:cubicBezTo>
                  <a:pt x="1777" y="2830"/>
                  <a:pt x="1777" y="2830"/>
                  <a:pt x="1777" y="2822"/>
                </a:cubicBezTo>
                <a:cubicBezTo>
                  <a:pt x="1770" y="2822"/>
                  <a:pt x="1770" y="2815"/>
                  <a:pt x="1763" y="2815"/>
                </a:cubicBezTo>
                <a:cubicBezTo>
                  <a:pt x="1763" y="2815"/>
                  <a:pt x="1755" y="2807"/>
                  <a:pt x="1755" y="2807"/>
                </a:cubicBezTo>
                <a:cubicBezTo>
                  <a:pt x="1755" y="2807"/>
                  <a:pt x="1748" y="2800"/>
                  <a:pt x="1748" y="2800"/>
                </a:cubicBezTo>
                <a:cubicBezTo>
                  <a:pt x="1740" y="2792"/>
                  <a:pt x="1740" y="2792"/>
                  <a:pt x="1733" y="2792"/>
                </a:cubicBezTo>
                <a:cubicBezTo>
                  <a:pt x="1726" y="2792"/>
                  <a:pt x="1726" y="2785"/>
                  <a:pt x="1718" y="2785"/>
                </a:cubicBezTo>
                <a:lnTo>
                  <a:pt x="1711" y="2785"/>
                </a:lnTo>
                <a:cubicBezTo>
                  <a:pt x="1703" y="2778"/>
                  <a:pt x="1696" y="2778"/>
                  <a:pt x="1696" y="2778"/>
                </a:cubicBezTo>
                <a:lnTo>
                  <a:pt x="696" y="2778"/>
                </a:lnTo>
                <a:cubicBezTo>
                  <a:pt x="585" y="2778"/>
                  <a:pt x="481" y="2733"/>
                  <a:pt x="400" y="2652"/>
                </a:cubicBezTo>
                <a:cubicBezTo>
                  <a:pt x="326" y="2578"/>
                  <a:pt x="282" y="2467"/>
                  <a:pt x="282" y="2363"/>
                </a:cubicBezTo>
                <a:lnTo>
                  <a:pt x="282" y="2311"/>
                </a:lnTo>
                <a:lnTo>
                  <a:pt x="1844" y="2311"/>
                </a:lnTo>
                <a:cubicBezTo>
                  <a:pt x="1925" y="2311"/>
                  <a:pt x="1985" y="2252"/>
                  <a:pt x="1985" y="2178"/>
                </a:cubicBezTo>
                <a:cubicBezTo>
                  <a:pt x="1985" y="2096"/>
                  <a:pt x="1925" y="2037"/>
                  <a:pt x="1844" y="2037"/>
                </a:cubicBezTo>
                <a:lnTo>
                  <a:pt x="282" y="2037"/>
                </a:lnTo>
                <a:lnTo>
                  <a:pt x="282" y="697"/>
                </a:lnTo>
                <a:cubicBezTo>
                  <a:pt x="282" y="578"/>
                  <a:pt x="326" y="475"/>
                  <a:pt x="400" y="401"/>
                </a:cubicBezTo>
                <a:cubicBezTo>
                  <a:pt x="481" y="319"/>
                  <a:pt x="585" y="275"/>
                  <a:pt x="696" y="275"/>
                </a:cubicBezTo>
                <a:lnTo>
                  <a:pt x="3755" y="275"/>
                </a:lnTo>
                <a:cubicBezTo>
                  <a:pt x="3858" y="275"/>
                  <a:pt x="3969" y="319"/>
                  <a:pt x="4043" y="401"/>
                </a:cubicBezTo>
                <a:cubicBezTo>
                  <a:pt x="4125" y="475"/>
                  <a:pt x="4169" y="586"/>
                  <a:pt x="4169" y="697"/>
                </a:cubicBezTo>
                <a:lnTo>
                  <a:pt x="4169" y="2082"/>
                </a:lnTo>
                <a:cubicBezTo>
                  <a:pt x="4169" y="2156"/>
                  <a:pt x="4228" y="2222"/>
                  <a:pt x="4310" y="2222"/>
                </a:cubicBezTo>
                <a:cubicBezTo>
                  <a:pt x="4384" y="2222"/>
                  <a:pt x="4443" y="2156"/>
                  <a:pt x="4443" y="2082"/>
                </a:cubicBezTo>
                <a:lnTo>
                  <a:pt x="4443" y="697"/>
                </a:lnTo>
                <a:cubicBezTo>
                  <a:pt x="4443" y="512"/>
                  <a:pt x="4377" y="334"/>
                  <a:pt x="4243" y="201"/>
                </a:cubicBezTo>
                <a:cubicBezTo>
                  <a:pt x="4110" y="75"/>
                  <a:pt x="3940" y="1"/>
                  <a:pt x="3755" y="1"/>
                </a:cubicBezTo>
                <a:close/>
                <a:moveTo>
                  <a:pt x="3199" y="2222"/>
                </a:moveTo>
                <a:cubicBezTo>
                  <a:pt x="3732" y="2222"/>
                  <a:pt x="4169" y="2659"/>
                  <a:pt x="4169" y="3192"/>
                </a:cubicBezTo>
                <a:cubicBezTo>
                  <a:pt x="4169" y="3726"/>
                  <a:pt x="3732" y="4162"/>
                  <a:pt x="3199" y="4162"/>
                </a:cubicBezTo>
                <a:cubicBezTo>
                  <a:pt x="2659" y="4162"/>
                  <a:pt x="2222" y="3726"/>
                  <a:pt x="2222" y="3192"/>
                </a:cubicBezTo>
                <a:cubicBezTo>
                  <a:pt x="2222" y="2659"/>
                  <a:pt x="2659" y="2222"/>
                  <a:pt x="3199" y="2222"/>
                </a:cubicBezTo>
                <a:close/>
                <a:moveTo>
                  <a:pt x="3199" y="1941"/>
                </a:moveTo>
                <a:cubicBezTo>
                  <a:pt x="2510" y="1941"/>
                  <a:pt x="1948" y="2504"/>
                  <a:pt x="1948" y="3192"/>
                </a:cubicBezTo>
                <a:cubicBezTo>
                  <a:pt x="1948" y="3881"/>
                  <a:pt x="2510" y="4444"/>
                  <a:pt x="3199" y="4444"/>
                </a:cubicBezTo>
                <a:cubicBezTo>
                  <a:pt x="3888" y="4444"/>
                  <a:pt x="4443" y="3881"/>
                  <a:pt x="4443" y="3192"/>
                </a:cubicBezTo>
                <a:cubicBezTo>
                  <a:pt x="4443" y="2504"/>
                  <a:pt x="3888" y="1941"/>
                  <a:pt x="3199" y="194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77"/>
          <p:cNvSpPr/>
          <p:nvPr/>
        </p:nvSpPr>
        <p:spPr>
          <a:xfrm>
            <a:off x="536525" y="2780825"/>
            <a:ext cx="333300" cy="333300"/>
          </a:xfrm>
          <a:custGeom>
            <a:rect b="b" l="l" r="r" t="t"/>
            <a:pathLst>
              <a:path extrusionOk="0" h="4444" w="4444">
                <a:moveTo>
                  <a:pt x="948" y="904"/>
                </a:moveTo>
                <a:cubicBezTo>
                  <a:pt x="948" y="904"/>
                  <a:pt x="941" y="911"/>
                  <a:pt x="941" y="911"/>
                </a:cubicBezTo>
                <a:cubicBezTo>
                  <a:pt x="941" y="911"/>
                  <a:pt x="941" y="904"/>
                  <a:pt x="941" y="904"/>
                </a:cubicBezTo>
                <a:close/>
                <a:moveTo>
                  <a:pt x="911" y="926"/>
                </a:moveTo>
                <a:lnTo>
                  <a:pt x="918" y="933"/>
                </a:lnTo>
                <a:lnTo>
                  <a:pt x="911" y="941"/>
                </a:lnTo>
                <a:cubicBezTo>
                  <a:pt x="911" y="933"/>
                  <a:pt x="911" y="933"/>
                  <a:pt x="911" y="933"/>
                </a:cubicBezTo>
                <a:cubicBezTo>
                  <a:pt x="911" y="933"/>
                  <a:pt x="911" y="933"/>
                  <a:pt x="911" y="926"/>
                </a:cubicBezTo>
                <a:close/>
                <a:moveTo>
                  <a:pt x="1037" y="993"/>
                </a:moveTo>
                <a:lnTo>
                  <a:pt x="1037" y="1000"/>
                </a:lnTo>
                <a:lnTo>
                  <a:pt x="1029" y="1000"/>
                </a:lnTo>
                <a:cubicBezTo>
                  <a:pt x="1029" y="1000"/>
                  <a:pt x="1037" y="1000"/>
                  <a:pt x="1037" y="993"/>
                </a:cubicBezTo>
                <a:close/>
                <a:moveTo>
                  <a:pt x="1948" y="830"/>
                </a:moveTo>
                <a:cubicBezTo>
                  <a:pt x="1866" y="830"/>
                  <a:pt x="1807" y="896"/>
                  <a:pt x="1807" y="970"/>
                </a:cubicBezTo>
                <a:cubicBezTo>
                  <a:pt x="1807" y="1044"/>
                  <a:pt x="1866" y="1111"/>
                  <a:pt x="1948" y="1111"/>
                </a:cubicBezTo>
                <a:lnTo>
                  <a:pt x="3199" y="1111"/>
                </a:lnTo>
                <a:cubicBezTo>
                  <a:pt x="3273" y="1111"/>
                  <a:pt x="3332" y="1044"/>
                  <a:pt x="3332" y="970"/>
                </a:cubicBezTo>
                <a:cubicBezTo>
                  <a:pt x="3332" y="896"/>
                  <a:pt x="3273" y="830"/>
                  <a:pt x="3199" y="830"/>
                </a:cubicBezTo>
                <a:close/>
                <a:moveTo>
                  <a:pt x="972" y="766"/>
                </a:moveTo>
                <a:cubicBezTo>
                  <a:pt x="930" y="766"/>
                  <a:pt x="887" y="777"/>
                  <a:pt x="852" y="800"/>
                </a:cubicBezTo>
                <a:cubicBezTo>
                  <a:pt x="822" y="822"/>
                  <a:pt x="792" y="852"/>
                  <a:pt x="778" y="889"/>
                </a:cubicBezTo>
                <a:cubicBezTo>
                  <a:pt x="763" y="933"/>
                  <a:pt x="755" y="970"/>
                  <a:pt x="763" y="1015"/>
                </a:cubicBezTo>
                <a:cubicBezTo>
                  <a:pt x="770" y="1052"/>
                  <a:pt x="792" y="1089"/>
                  <a:pt x="822" y="1118"/>
                </a:cubicBezTo>
                <a:cubicBezTo>
                  <a:pt x="852" y="1148"/>
                  <a:pt x="889" y="1163"/>
                  <a:pt x="926" y="1178"/>
                </a:cubicBezTo>
                <a:lnTo>
                  <a:pt x="970" y="1178"/>
                </a:lnTo>
                <a:cubicBezTo>
                  <a:pt x="1000" y="1178"/>
                  <a:pt x="1022" y="1170"/>
                  <a:pt x="1052" y="1163"/>
                </a:cubicBezTo>
                <a:cubicBezTo>
                  <a:pt x="1089" y="1148"/>
                  <a:pt x="1118" y="1118"/>
                  <a:pt x="1141" y="1089"/>
                </a:cubicBezTo>
                <a:cubicBezTo>
                  <a:pt x="1163" y="1052"/>
                  <a:pt x="1178" y="1015"/>
                  <a:pt x="1178" y="970"/>
                </a:cubicBezTo>
                <a:cubicBezTo>
                  <a:pt x="1178" y="919"/>
                  <a:pt x="1155" y="859"/>
                  <a:pt x="1118" y="822"/>
                </a:cubicBezTo>
                <a:cubicBezTo>
                  <a:pt x="1081" y="785"/>
                  <a:pt x="1027" y="766"/>
                  <a:pt x="972" y="766"/>
                </a:cubicBezTo>
                <a:close/>
                <a:moveTo>
                  <a:pt x="948" y="2570"/>
                </a:moveTo>
                <a:cubicBezTo>
                  <a:pt x="948" y="2570"/>
                  <a:pt x="941" y="2577"/>
                  <a:pt x="941" y="2577"/>
                </a:cubicBezTo>
                <a:cubicBezTo>
                  <a:pt x="941" y="2577"/>
                  <a:pt x="941" y="2570"/>
                  <a:pt x="948" y="2570"/>
                </a:cubicBezTo>
                <a:close/>
                <a:moveTo>
                  <a:pt x="918" y="2599"/>
                </a:moveTo>
                <a:lnTo>
                  <a:pt x="911" y="2607"/>
                </a:lnTo>
                <a:cubicBezTo>
                  <a:pt x="911" y="2599"/>
                  <a:pt x="911" y="2599"/>
                  <a:pt x="918" y="2599"/>
                </a:cubicBezTo>
                <a:close/>
                <a:moveTo>
                  <a:pt x="911" y="2614"/>
                </a:moveTo>
                <a:lnTo>
                  <a:pt x="904" y="2622"/>
                </a:lnTo>
                <a:cubicBezTo>
                  <a:pt x="904" y="2622"/>
                  <a:pt x="904" y="2614"/>
                  <a:pt x="911" y="2614"/>
                </a:cubicBezTo>
                <a:close/>
                <a:moveTo>
                  <a:pt x="1037" y="2614"/>
                </a:moveTo>
                <a:cubicBezTo>
                  <a:pt x="1037" y="2615"/>
                  <a:pt x="1044" y="2622"/>
                  <a:pt x="1044" y="2622"/>
                </a:cubicBezTo>
                <a:lnTo>
                  <a:pt x="1044" y="2637"/>
                </a:lnTo>
                <a:cubicBezTo>
                  <a:pt x="1044" y="2629"/>
                  <a:pt x="1044" y="2622"/>
                  <a:pt x="1037" y="2614"/>
                </a:cubicBezTo>
                <a:close/>
                <a:moveTo>
                  <a:pt x="941" y="2696"/>
                </a:moveTo>
                <a:cubicBezTo>
                  <a:pt x="941" y="2696"/>
                  <a:pt x="948" y="2696"/>
                  <a:pt x="948" y="2703"/>
                </a:cubicBezTo>
                <a:cubicBezTo>
                  <a:pt x="948" y="2703"/>
                  <a:pt x="941" y="2703"/>
                  <a:pt x="941" y="2696"/>
                </a:cubicBezTo>
                <a:close/>
                <a:moveTo>
                  <a:pt x="1948" y="2496"/>
                </a:moveTo>
                <a:cubicBezTo>
                  <a:pt x="1866" y="2496"/>
                  <a:pt x="1807" y="2562"/>
                  <a:pt x="1807" y="2637"/>
                </a:cubicBezTo>
                <a:cubicBezTo>
                  <a:pt x="1807" y="2711"/>
                  <a:pt x="1866" y="2777"/>
                  <a:pt x="1948" y="2777"/>
                </a:cubicBezTo>
                <a:lnTo>
                  <a:pt x="2222" y="2777"/>
                </a:lnTo>
                <a:cubicBezTo>
                  <a:pt x="2303" y="2777"/>
                  <a:pt x="2362" y="2711"/>
                  <a:pt x="2362" y="2637"/>
                </a:cubicBezTo>
                <a:cubicBezTo>
                  <a:pt x="2362" y="2562"/>
                  <a:pt x="2303" y="2496"/>
                  <a:pt x="2222" y="2496"/>
                </a:cubicBezTo>
                <a:close/>
                <a:moveTo>
                  <a:pt x="3473" y="2222"/>
                </a:moveTo>
                <a:cubicBezTo>
                  <a:pt x="3584" y="2222"/>
                  <a:pt x="3688" y="2266"/>
                  <a:pt x="3769" y="2340"/>
                </a:cubicBezTo>
                <a:cubicBezTo>
                  <a:pt x="3851" y="2422"/>
                  <a:pt x="3888" y="2525"/>
                  <a:pt x="3888" y="2637"/>
                </a:cubicBezTo>
                <a:lnTo>
                  <a:pt x="3888" y="2777"/>
                </a:lnTo>
                <a:lnTo>
                  <a:pt x="3058" y="2777"/>
                </a:lnTo>
                <a:lnTo>
                  <a:pt x="3058" y="2637"/>
                </a:lnTo>
                <a:cubicBezTo>
                  <a:pt x="3058" y="2525"/>
                  <a:pt x="3103" y="2422"/>
                  <a:pt x="3177" y="2340"/>
                </a:cubicBezTo>
                <a:cubicBezTo>
                  <a:pt x="3258" y="2266"/>
                  <a:pt x="3362" y="2222"/>
                  <a:pt x="3473" y="2222"/>
                </a:cubicBezTo>
                <a:close/>
                <a:moveTo>
                  <a:pt x="977" y="2432"/>
                </a:moveTo>
                <a:cubicBezTo>
                  <a:pt x="936" y="2432"/>
                  <a:pt x="895" y="2444"/>
                  <a:pt x="859" y="2466"/>
                </a:cubicBezTo>
                <a:cubicBezTo>
                  <a:pt x="822" y="2488"/>
                  <a:pt x="792" y="2518"/>
                  <a:pt x="778" y="2555"/>
                </a:cubicBezTo>
                <a:cubicBezTo>
                  <a:pt x="763" y="2599"/>
                  <a:pt x="763" y="2637"/>
                  <a:pt x="770" y="2681"/>
                </a:cubicBezTo>
                <a:cubicBezTo>
                  <a:pt x="778" y="2718"/>
                  <a:pt x="792" y="2755"/>
                  <a:pt x="822" y="2785"/>
                </a:cubicBezTo>
                <a:cubicBezTo>
                  <a:pt x="852" y="2814"/>
                  <a:pt x="889" y="2829"/>
                  <a:pt x="933" y="2844"/>
                </a:cubicBezTo>
                <a:lnTo>
                  <a:pt x="970" y="2844"/>
                </a:lnTo>
                <a:cubicBezTo>
                  <a:pt x="1000" y="2844"/>
                  <a:pt x="1029" y="2836"/>
                  <a:pt x="1052" y="2829"/>
                </a:cubicBezTo>
                <a:cubicBezTo>
                  <a:pt x="1089" y="2814"/>
                  <a:pt x="1126" y="2785"/>
                  <a:pt x="1148" y="2755"/>
                </a:cubicBezTo>
                <a:cubicBezTo>
                  <a:pt x="1170" y="2718"/>
                  <a:pt x="1178" y="2681"/>
                  <a:pt x="1178" y="2637"/>
                </a:cubicBezTo>
                <a:cubicBezTo>
                  <a:pt x="1178" y="2585"/>
                  <a:pt x="1155" y="2525"/>
                  <a:pt x="1118" y="2488"/>
                </a:cubicBezTo>
                <a:cubicBezTo>
                  <a:pt x="1081" y="2451"/>
                  <a:pt x="1029" y="2432"/>
                  <a:pt x="977" y="2432"/>
                </a:cubicBezTo>
                <a:close/>
                <a:moveTo>
                  <a:pt x="3503" y="3555"/>
                </a:moveTo>
                <a:cubicBezTo>
                  <a:pt x="3510" y="3555"/>
                  <a:pt x="3518" y="3555"/>
                  <a:pt x="3525" y="3562"/>
                </a:cubicBezTo>
                <a:cubicBezTo>
                  <a:pt x="3518" y="3562"/>
                  <a:pt x="3510" y="3555"/>
                  <a:pt x="3503" y="3555"/>
                </a:cubicBezTo>
                <a:close/>
                <a:moveTo>
                  <a:pt x="970" y="0"/>
                </a:moveTo>
                <a:cubicBezTo>
                  <a:pt x="711" y="0"/>
                  <a:pt x="467" y="97"/>
                  <a:pt x="289" y="282"/>
                </a:cubicBezTo>
                <a:cubicBezTo>
                  <a:pt x="104" y="467"/>
                  <a:pt x="0" y="711"/>
                  <a:pt x="0" y="970"/>
                </a:cubicBezTo>
                <a:cubicBezTo>
                  <a:pt x="0" y="1230"/>
                  <a:pt x="104" y="1474"/>
                  <a:pt x="289" y="1659"/>
                </a:cubicBezTo>
                <a:cubicBezTo>
                  <a:pt x="341" y="1718"/>
                  <a:pt x="407" y="1763"/>
                  <a:pt x="474" y="1807"/>
                </a:cubicBezTo>
                <a:cubicBezTo>
                  <a:pt x="407" y="1844"/>
                  <a:pt x="341" y="1889"/>
                  <a:pt x="289" y="1948"/>
                </a:cubicBezTo>
                <a:cubicBezTo>
                  <a:pt x="104" y="2133"/>
                  <a:pt x="0" y="2377"/>
                  <a:pt x="0" y="2637"/>
                </a:cubicBezTo>
                <a:cubicBezTo>
                  <a:pt x="0" y="2896"/>
                  <a:pt x="104" y="3140"/>
                  <a:pt x="289" y="3325"/>
                </a:cubicBezTo>
                <a:cubicBezTo>
                  <a:pt x="474" y="3510"/>
                  <a:pt x="718" y="3607"/>
                  <a:pt x="978" y="3607"/>
                </a:cubicBezTo>
                <a:lnTo>
                  <a:pt x="2088" y="3607"/>
                </a:lnTo>
                <a:cubicBezTo>
                  <a:pt x="2162" y="3607"/>
                  <a:pt x="2222" y="3547"/>
                  <a:pt x="2222" y="3473"/>
                </a:cubicBezTo>
                <a:cubicBezTo>
                  <a:pt x="2222" y="3392"/>
                  <a:pt x="2162" y="3333"/>
                  <a:pt x="2081" y="3333"/>
                </a:cubicBezTo>
                <a:lnTo>
                  <a:pt x="970" y="3333"/>
                </a:lnTo>
                <a:cubicBezTo>
                  <a:pt x="785" y="3333"/>
                  <a:pt x="615" y="3259"/>
                  <a:pt x="481" y="3125"/>
                </a:cubicBezTo>
                <a:cubicBezTo>
                  <a:pt x="348" y="2999"/>
                  <a:pt x="282" y="2822"/>
                  <a:pt x="282" y="2637"/>
                </a:cubicBezTo>
                <a:cubicBezTo>
                  <a:pt x="282" y="2451"/>
                  <a:pt x="348" y="2281"/>
                  <a:pt x="481" y="2148"/>
                </a:cubicBezTo>
                <a:cubicBezTo>
                  <a:pt x="615" y="2014"/>
                  <a:pt x="785" y="1940"/>
                  <a:pt x="970" y="1940"/>
                </a:cubicBezTo>
                <a:lnTo>
                  <a:pt x="2777" y="1940"/>
                </a:lnTo>
                <a:cubicBezTo>
                  <a:pt x="2858" y="1940"/>
                  <a:pt x="2918" y="1881"/>
                  <a:pt x="2918" y="1807"/>
                </a:cubicBezTo>
                <a:cubicBezTo>
                  <a:pt x="2918" y="1726"/>
                  <a:pt x="2858" y="1666"/>
                  <a:pt x="2777" y="1666"/>
                </a:cubicBezTo>
                <a:lnTo>
                  <a:pt x="970" y="1666"/>
                </a:lnTo>
                <a:cubicBezTo>
                  <a:pt x="785" y="1666"/>
                  <a:pt x="615" y="1592"/>
                  <a:pt x="481" y="1459"/>
                </a:cubicBezTo>
                <a:cubicBezTo>
                  <a:pt x="348" y="1333"/>
                  <a:pt x="282" y="1155"/>
                  <a:pt x="282" y="970"/>
                </a:cubicBezTo>
                <a:cubicBezTo>
                  <a:pt x="282" y="785"/>
                  <a:pt x="348" y="615"/>
                  <a:pt x="481" y="482"/>
                </a:cubicBezTo>
                <a:cubicBezTo>
                  <a:pt x="615" y="348"/>
                  <a:pt x="785" y="274"/>
                  <a:pt x="970" y="274"/>
                </a:cubicBezTo>
                <a:lnTo>
                  <a:pt x="3192" y="274"/>
                </a:lnTo>
                <a:cubicBezTo>
                  <a:pt x="3451" y="274"/>
                  <a:pt x="3688" y="422"/>
                  <a:pt x="3806" y="645"/>
                </a:cubicBezTo>
                <a:cubicBezTo>
                  <a:pt x="3940" y="896"/>
                  <a:pt x="3910" y="1185"/>
                  <a:pt x="3732" y="1452"/>
                </a:cubicBezTo>
                <a:cubicBezTo>
                  <a:pt x="3688" y="1511"/>
                  <a:pt x="3703" y="1600"/>
                  <a:pt x="3769" y="1644"/>
                </a:cubicBezTo>
                <a:cubicBezTo>
                  <a:pt x="3791" y="1658"/>
                  <a:pt x="3817" y="1664"/>
                  <a:pt x="3843" y="1664"/>
                </a:cubicBezTo>
                <a:cubicBezTo>
                  <a:pt x="3888" y="1664"/>
                  <a:pt x="3934" y="1645"/>
                  <a:pt x="3962" y="1607"/>
                </a:cubicBezTo>
                <a:cubicBezTo>
                  <a:pt x="4199" y="1252"/>
                  <a:pt x="4236" y="859"/>
                  <a:pt x="4058" y="519"/>
                </a:cubicBezTo>
                <a:cubicBezTo>
                  <a:pt x="3888" y="200"/>
                  <a:pt x="3555" y="0"/>
                  <a:pt x="3192" y="0"/>
                </a:cubicBezTo>
                <a:close/>
                <a:moveTo>
                  <a:pt x="3540" y="3636"/>
                </a:moveTo>
                <a:cubicBezTo>
                  <a:pt x="3540" y="3644"/>
                  <a:pt x="3540" y="3644"/>
                  <a:pt x="3532" y="3644"/>
                </a:cubicBezTo>
                <a:cubicBezTo>
                  <a:pt x="3532" y="3644"/>
                  <a:pt x="3540" y="3636"/>
                  <a:pt x="3540" y="3636"/>
                </a:cubicBezTo>
                <a:close/>
                <a:moveTo>
                  <a:pt x="3475" y="3410"/>
                </a:moveTo>
                <a:cubicBezTo>
                  <a:pt x="3433" y="3410"/>
                  <a:pt x="3390" y="3421"/>
                  <a:pt x="3355" y="3444"/>
                </a:cubicBezTo>
                <a:cubicBezTo>
                  <a:pt x="3325" y="3466"/>
                  <a:pt x="3295" y="3496"/>
                  <a:pt x="3281" y="3533"/>
                </a:cubicBezTo>
                <a:cubicBezTo>
                  <a:pt x="3266" y="3577"/>
                  <a:pt x="3258" y="3614"/>
                  <a:pt x="3266" y="3658"/>
                </a:cubicBezTo>
                <a:cubicBezTo>
                  <a:pt x="3281" y="3695"/>
                  <a:pt x="3295" y="3732"/>
                  <a:pt x="3325" y="3762"/>
                </a:cubicBezTo>
                <a:cubicBezTo>
                  <a:pt x="3355" y="3792"/>
                  <a:pt x="3392" y="3807"/>
                  <a:pt x="3436" y="3821"/>
                </a:cubicBezTo>
                <a:lnTo>
                  <a:pt x="3473" y="3821"/>
                </a:lnTo>
                <a:cubicBezTo>
                  <a:pt x="3503" y="3821"/>
                  <a:pt x="3525" y="3814"/>
                  <a:pt x="3555" y="3807"/>
                </a:cubicBezTo>
                <a:cubicBezTo>
                  <a:pt x="3592" y="3792"/>
                  <a:pt x="3621" y="3762"/>
                  <a:pt x="3643" y="3732"/>
                </a:cubicBezTo>
                <a:cubicBezTo>
                  <a:pt x="3673" y="3695"/>
                  <a:pt x="3680" y="3658"/>
                  <a:pt x="3680" y="3614"/>
                </a:cubicBezTo>
                <a:cubicBezTo>
                  <a:pt x="3680" y="3562"/>
                  <a:pt x="3658" y="3503"/>
                  <a:pt x="3621" y="3466"/>
                </a:cubicBezTo>
                <a:cubicBezTo>
                  <a:pt x="3584" y="3428"/>
                  <a:pt x="3530" y="3410"/>
                  <a:pt x="3475" y="3410"/>
                </a:cubicBezTo>
                <a:close/>
                <a:moveTo>
                  <a:pt x="4028" y="3051"/>
                </a:moveTo>
                <a:cubicBezTo>
                  <a:pt x="4103" y="3051"/>
                  <a:pt x="4169" y="3118"/>
                  <a:pt x="4169" y="3192"/>
                </a:cubicBezTo>
                <a:lnTo>
                  <a:pt x="4169" y="4029"/>
                </a:lnTo>
                <a:cubicBezTo>
                  <a:pt x="4169" y="4103"/>
                  <a:pt x="4103" y="4162"/>
                  <a:pt x="4028" y="4162"/>
                </a:cubicBezTo>
                <a:lnTo>
                  <a:pt x="2918" y="4162"/>
                </a:lnTo>
                <a:cubicBezTo>
                  <a:pt x="2844" y="4162"/>
                  <a:pt x="2777" y="4103"/>
                  <a:pt x="2777" y="4029"/>
                </a:cubicBezTo>
                <a:lnTo>
                  <a:pt x="2777" y="3192"/>
                </a:lnTo>
                <a:cubicBezTo>
                  <a:pt x="2777" y="3118"/>
                  <a:pt x="2844" y="3051"/>
                  <a:pt x="2918" y="3051"/>
                </a:cubicBezTo>
                <a:close/>
                <a:moveTo>
                  <a:pt x="3473" y="1940"/>
                </a:moveTo>
                <a:cubicBezTo>
                  <a:pt x="3288" y="1940"/>
                  <a:pt x="3110" y="2014"/>
                  <a:pt x="2984" y="2148"/>
                </a:cubicBezTo>
                <a:cubicBezTo>
                  <a:pt x="2851" y="2281"/>
                  <a:pt x="2777" y="2451"/>
                  <a:pt x="2777" y="2637"/>
                </a:cubicBezTo>
                <a:lnTo>
                  <a:pt x="2777" y="2799"/>
                </a:lnTo>
                <a:cubicBezTo>
                  <a:pt x="2622" y="2859"/>
                  <a:pt x="2503" y="3014"/>
                  <a:pt x="2503" y="3192"/>
                </a:cubicBezTo>
                <a:lnTo>
                  <a:pt x="2503" y="4029"/>
                </a:lnTo>
                <a:cubicBezTo>
                  <a:pt x="2503" y="4258"/>
                  <a:pt x="2688" y="4443"/>
                  <a:pt x="2918" y="4443"/>
                </a:cubicBezTo>
                <a:lnTo>
                  <a:pt x="4028" y="4443"/>
                </a:lnTo>
                <a:cubicBezTo>
                  <a:pt x="4258" y="4443"/>
                  <a:pt x="4443" y="4258"/>
                  <a:pt x="4443" y="4029"/>
                </a:cubicBezTo>
                <a:lnTo>
                  <a:pt x="4443" y="3192"/>
                </a:lnTo>
                <a:cubicBezTo>
                  <a:pt x="4443" y="3014"/>
                  <a:pt x="4332" y="2859"/>
                  <a:pt x="4169" y="2799"/>
                </a:cubicBezTo>
                <a:lnTo>
                  <a:pt x="4169" y="2637"/>
                </a:lnTo>
                <a:cubicBezTo>
                  <a:pt x="4169" y="2451"/>
                  <a:pt x="4095" y="2274"/>
                  <a:pt x="3962" y="2148"/>
                </a:cubicBezTo>
                <a:cubicBezTo>
                  <a:pt x="3836" y="2014"/>
                  <a:pt x="3658" y="1940"/>
                  <a:pt x="3473" y="194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77"/>
          <p:cNvSpPr/>
          <p:nvPr/>
        </p:nvSpPr>
        <p:spPr>
          <a:xfrm>
            <a:off x="1501625" y="2780750"/>
            <a:ext cx="334425" cy="333375"/>
          </a:xfrm>
          <a:custGeom>
            <a:rect b="b" l="l" r="r" t="t"/>
            <a:pathLst>
              <a:path extrusionOk="0" h="4445" w="4459">
                <a:moveTo>
                  <a:pt x="1445" y="446"/>
                </a:moveTo>
                <a:lnTo>
                  <a:pt x="1445" y="446"/>
                </a:lnTo>
                <a:cubicBezTo>
                  <a:pt x="1393" y="564"/>
                  <a:pt x="1348" y="697"/>
                  <a:pt x="1304" y="831"/>
                </a:cubicBezTo>
                <a:lnTo>
                  <a:pt x="874" y="831"/>
                </a:lnTo>
                <a:cubicBezTo>
                  <a:pt x="1045" y="668"/>
                  <a:pt x="1237" y="542"/>
                  <a:pt x="1445" y="446"/>
                </a:cubicBezTo>
                <a:close/>
                <a:moveTo>
                  <a:pt x="2249" y="276"/>
                </a:moveTo>
                <a:cubicBezTo>
                  <a:pt x="2384" y="276"/>
                  <a:pt x="2519" y="291"/>
                  <a:pt x="2652" y="320"/>
                </a:cubicBezTo>
                <a:cubicBezTo>
                  <a:pt x="2740" y="483"/>
                  <a:pt x="2814" y="653"/>
                  <a:pt x="2874" y="831"/>
                </a:cubicBezTo>
                <a:lnTo>
                  <a:pt x="1600" y="831"/>
                </a:lnTo>
                <a:cubicBezTo>
                  <a:pt x="1659" y="638"/>
                  <a:pt x="1733" y="460"/>
                  <a:pt x="1822" y="327"/>
                </a:cubicBezTo>
                <a:cubicBezTo>
                  <a:pt x="1963" y="293"/>
                  <a:pt x="2106" y="276"/>
                  <a:pt x="2249" y="276"/>
                </a:cubicBezTo>
                <a:close/>
                <a:moveTo>
                  <a:pt x="3022" y="446"/>
                </a:moveTo>
                <a:lnTo>
                  <a:pt x="3022" y="446"/>
                </a:lnTo>
                <a:cubicBezTo>
                  <a:pt x="3237" y="542"/>
                  <a:pt x="3429" y="668"/>
                  <a:pt x="3599" y="831"/>
                </a:cubicBezTo>
                <a:lnTo>
                  <a:pt x="3170" y="831"/>
                </a:lnTo>
                <a:cubicBezTo>
                  <a:pt x="3125" y="697"/>
                  <a:pt x="3081" y="571"/>
                  <a:pt x="3022" y="446"/>
                </a:cubicBezTo>
                <a:close/>
                <a:moveTo>
                  <a:pt x="1237" y="1112"/>
                </a:moveTo>
                <a:cubicBezTo>
                  <a:pt x="1185" y="1371"/>
                  <a:pt x="1148" y="1653"/>
                  <a:pt x="1134" y="1941"/>
                </a:cubicBezTo>
                <a:lnTo>
                  <a:pt x="312" y="1941"/>
                </a:lnTo>
                <a:cubicBezTo>
                  <a:pt x="319" y="1912"/>
                  <a:pt x="319" y="1890"/>
                  <a:pt x="326" y="1860"/>
                </a:cubicBezTo>
                <a:cubicBezTo>
                  <a:pt x="378" y="1586"/>
                  <a:pt x="482" y="1334"/>
                  <a:pt x="637" y="1112"/>
                </a:cubicBezTo>
                <a:close/>
                <a:moveTo>
                  <a:pt x="3488" y="2223"/>
                </a:moveTo>
                <a:cubicBezTo>
                  <a:pt x="3599" y="2223"/>
                  <a:pt x="3703" y="2267"/>
                  <a:pt x="3777" y="2341"/>
                </a:cubicBezTo>
                <a:cubicBezTo>
                  <a:pt x="3859" y="2423"/>
                  <a:pt x="3903" y="2526"/>
                  <a:pt x="3903" y="2638"/>
                </a:cubicBezTo>
                <a:lnTo>
                  <a:pt x="3903" y="2778"/>
                </a:lnTo>
                <a:lnTo>
                  <a:pt x="3066" y="2778"/>
                </a:lnTo>
                <a:lnTo>
                  <a:pt x="3066" y="2638"/>
                </a:lnTo>
                <a:cubicBezTo>
                  <a:pt x="3066" y="2526"/>
                  <a:pt x="3111" y="2423"/>
                  <a:pt x="3192" y="2341"/>
                </a:cubicBezTo>
                <a:cubicBezTo>
                  <a:pt x="3274" y="2267"/>
                  <a:pt x="3377" y="2223"/>
                  <a:pt x="3488" y="2223"/>
                </a:cubicBezTo>
                <a:close/>
                <a:moveTo>
                  <a:pt x="1126" y="2223"/>
                </a:moveTo>
                <a:cubicBezTo>
                  <a:pt x="1126" y="2512"/>
                  <a:pt x="1148" y="2793"/>
                  <a:pt x="1185" y="3052"/>
                </a:cubicBezTo>
                <a:lnTo>
                  <a:pt x="482" y="3052"/>
                </a:lnTo>
                <a:cubicBezTo>
                  <a:pt x="460" y="3015"/>
                  <a:pt x="445" y="2978"/>
                  <a:pt x="430" y="2934"/>
                </a:cubicBezTo>
                <a:cubicBezTo>
                  <a:pt x="341" y="2704"/>
                  <a:pt x="297" y="2467"/>
                  <a:pt x="297" y="2223"/>
                </a:cubicBezTo>
                <a:close/>
                <a:moveTo>
                  <a:pt x="3511" y="3548"/>
                </a:moveTo>
                <a:cubicBezTo>
                  <a:pt x="3518" y="3548"/>
                  <a:pt x="3518" y="3556"/>
                  <a:pt x="3518" y="3556"/>
                </a:cubicBezTo>
                <a:cubicBezTo>
                  <a:pt x="3518" y="3556"/>
                  <a:pt x="3511" y="3556"/>
                  <a:pt x="3511" y="3548"/>
                </a:cubicBezTo>
                <a:close/>
                <a:moveTo>
                  <a:pt x="3525" y="3563"/>
                </a:moveTo>
                <a:cubicBezTo>
                  <a:pt x="3533" y="3563"/>
                  <a:pt x="3533" y="3563"/>
                  <a:pt x="3533" y="3571"/>
                </a:cubicBezTo>
                <a:lnTo>
                  <a:pt x="3525" y="3563"/>
                </a:lnTo>
                <a:close/>
                <a:moveTo>
                  <a:pt x="3542" y="3578"/>
                </a:moveTo>
                <a:lnTo>
                  <a:pt x="3542" y="3578"/>
                </a:lnTo>
                <a:cubicBezTo>
                  <a:pt x="3543" y="3578"/>
                  <a:pt x="3545" y="3578"/>
                  <a:pt x="3548" y="3578"/>
                </a:cubicBezTo>
                <a:cubicBezTo>
                  <a:pt x="3548" y="3578"/>
                  <a:pt x="3548" y="3578"/>
                  <a:pt x="3548" y="3585"/>
                </a:cubicBezTo>
                <a:cubicBezTo>
                  <a:pt x="3548" y="3585"/>
                  <a:pt x="3544" y="3582"/>
                  <a:pt x="3542" y="3578"/>
                </a:cubicBezTo>
                <a:close/>
                <a:moveTo>
                  <a:pt x="3422" y="3593"/>
                </a:moveTo>
                <a:cubicBezTo>
                  <a:pt x="3422" y="3600"/>
                  <a:pt x="3422" y="3608"/>
                  <a:pt x="3414" y="3615"/>
                </a:cubicBezTo>
                <a:lnTo>
                  <a:pt x="3414" y="3600"/>
                </a:lnTo>
                <a:cubicBezTo>
                  <a:pt x="3414" y="3600"/>
                  <a:pt x="3422" y="3600"/>
                  <a:pt x="3422" y="3593"/>
                </a:cubicBezTo>
                <a:close/>
                <a:moveTo>
                  <a:pt x="3555" y="3637"/>
                </a:moveTo>
                <a:cubicBezTo>
                  <a:pt x="3555" y="3637"/>
                  <a:pt x="3548" y="3645"/>
                  <a:pt x="3548" y="3645"/>
                </a:cubicBezTo>
                <a:cubicBezTo>
                  <a:pt x="3548" y="3645"/>
                  <a:pt x="3548" y="3637"/>
                  <a:pt x="3555" y="3637"/>
                </a:cubicBezTo>
                <a:close/>
                <a:moveTo>
                  <a:pt x="3540" y="3659"/>
                </a:moveTo>
                <a:cubicBezTo>
                  <a:pt x="3540" y="3659"/>
                  <a:pt x="3533" y="3667"/>
                  <a:pt x="3533" y="3667"/>
                </a:cubicBezTo>
                <a:cubicBezTo>
                  <a:pt x="3533" y="3667"/>
                  <a:pt x="3533" y="3659"/>
                  <a:pt x="3540" y="3659"/>
                </a:cubicBezTo>
                <a:close/>
                <a:moveTo>
                  <a:pt x="3485" y="3408"/>
                </a:moveTo>
                <a:cubicBezTo>
                  <a:pt x="3431" y="3408"/>
                  <a:pt x="3378" y="3429"/>
                  <a:pt x="3340" y="3467"/>
                </a:cubicBezTo>
                <a:cubicBezTo>
                  <a:pt x="3303" y="3504"/>
                  <a:pt x="3281" y="3563"/>
                  <a:pt x="3281" y="3615"/>
                </a:cubicBezTo>
                <a:cubicBezTo>
                  <a:pt x="3281" y="3659"/>
                  <a:pt x="3288" y="3696"/>
                  <a:pt x="3311" y="3733"/>
                </a:cubicBezTo>
                <a:cubicBezTo>
                  <a:pt x="3340" y="3763"/>
                  <a:pt x="3370" y="3793"/>
                  <a:pt x="3407" y="3808"/>
                </a:cubicBezTo>
                <a:cubicBezTo>
                  <a:pt x="3429" y="3815"/>
                  <a:pt x="3459" y="3822"/>
                  <a:pt x="3488" y="3822"/>
                </a:cubicBezTo>
                <a:lnTo>
                  <a:pt x="3525" y="3822"/>
                </a:lnTo>
                <a:cubicBezTo>
                  <a:pt x="3570" y="3808"/>
                  <a:pt x="3607" y="3793"/>
                  <a:pt x="3636" y="3763"/>
                </a:cubicBezTo>
                <a:cubicBezTo>
                  <a:pt x="3666" y="3733"/>
                  <a:pt x="3681" y="3696"/>
                  <a:pt x="3688" y="3652"/>
                </a:cubicBezTo>
                <a:cubicBezTo>
                  <a:pt x="3696" y="3615"/>
                  <a:pt x="3696" y="3571"/>
                  <a:pt x="3681" y="3534"/>
                </a:cubicBezTo>
                <a:cubicBezTo>
                  <a:pt x="3666" y="3497"/>
                  <a:pt x="3636" y="3467"/>
                  <a:pt x="3599" y="3445"/>
                </a:cubicBezTo>
                <a:cubicBezTo>
                  <a:pt x="3565" y="3419"/>
                  <a:pt x="3524" y="3408"/>
                  <a:pt x="3485" y="3408"/>
                </a:cubicBezTo>
                <a:close/>
                <a:moveTo>
                  <a:pt x="1237" y="3334"/>
                </a:moveTo>
                <a:cubicBezTo>
                  <a:pt x="1289" y="3578"/>
                  <a:pt x="1356" y="3800"/>
                  <a:pt x="1445" y="4000"/>
                </a:cubicBezTo>
                <a:cubicBezTo>
                  <a:pt x="1319" y="3941"/>
                  <a:pt x="1200" y="3874"/>
                  <a:pt x="1089" y="3793"/>
                </a:cubicBezTo>
                <a:cubicBezTo>
                  <a:pt x="911" y="3659"/>
                  <a:pt x="763" y="3504"/>
                  <a:pt x="645" y="3334"/>
                </a:cubicBezTo>
                <a:close/>
                <a:moveTo>
                  <a:pt x="4044" y="3052"/>
                </a:moveTo>
                <a:cubicBezTo>
                  <a:pt x="4118" y="3052"/>
                  <a:pt x="4177" y="3119"/>
                  <a:pt x="4177" y="3193"/>
                </a:cubicBezTo>
                <a:lnTo>
                  <a:pt x="4177" y="4022"/>
                </a:lnTo>
                <a:cubicBezTo>
                  <a:pt x="4177" y="4104"/>
                  <a:pt x="4118" y="4163"/>
                  <a:pt x="4044" y="4163"/>
                </a:cubicBezTo>
                <a:lnTo>
                  <a:pt x="2933" y="4163"/>
                </a:lnTo>
                <a:cubicBezTo>
                  <a:pt x="2851" y="4163"/>
                  <a:pt x="2792" y="4104"/>
                  <a:pt x="2792" y="4022"/>
                </a:cubicBezTo>
                <a:lnTo>
                  <a:pt x="2792" y="3193"/>
                </a:lnTo>
                <a:cubicBezTo>
                  <a:pt x="2792" y="3119"/>
                  <a:pt x="2851" y="3052"/>
                  <a:pt x="2933" y="3052"/>
                </a:cubicBezTo>
                <a:close/>
                <a:moveTo>
                  <a:pt x="2230" y="0"/>
                </a:moveTo>
                <a:cubicBezTo>
                  <a:pt x="2057" y="0"/>
                  <a:pt x="1885" y="21"/>
                  <a:pt x="1719" y="61"/>
                </a:cubicBezTo>
                <a:cubicBezTo>
                  <a:pt x="1711" y="61"/>
                  <a:pt x="1704" y="68"/>
                  <a:pt x="1689" y="68"/>
                </a:cubicBezTo>
                <a:cubicBezTo>
                  <a:pt x="1689" y="68"/>
                  <a:pt x="1681" y="68"/>
                  <a:pt x="1674" y="75"/>
                </a:cubicBezTo>
                <a:cubicBezTo>
                  <a:pt x="1267" y="179"/>
                  <a:pt x="904" y="394"/>
                  <a:pt x="615" y="705"/>
                </a:cubicBezTo>
                <a:cubicBezTo>
                  <a:pt x="563" y="757"/>
                  <a:pt x="519" y="816"/>
                  <a:pt x="474" y="875"/>
                </a:cubicBezTo>
                <a:cubicBezTo>
                  <a:pt x="467" y="883"/>
                  <a:pt x="460" y="890"/>
                  <a:pt x="452" y="905"/>
                </a:cubicBezTo>
                <a:cubicBezTo>
                  <a:pt x="252" y="1171"/>
                  <a:pt x="119" y="1475"/>
                  <a:pt x="52" y="1808"/>
                </a:cubicBezTo>
                <a:cubicBezTo>
                  <a:pt x="38" y="1890"/>
                  <a:pt x="30" y="1971"/>
                  <a:pt x="23" y="2053"/>
                </a:cubicBezTo>
                <a:cubicBezTo>
                  <a:pt x="23" y="2060"/>
                  <a:pt x="23" y="2075"/>
                  <a:pt x="23" y="2082"/>
                </a:cubicBezTo>
                <a:lnTo>
                  <a:pt x="23" y="2090"/>
                </a:lnTo>
                <a:cubicBezTo>
                  <a:pt x="1" y="2408"/>
                  <a:pt x="52" y="2734"/>
                  <a:pt x="171" y="3037"/>
                </a:cubicBezTo>
                <a:cubicBezTo>
                  <a:pt x="200" y="3104"/>
                  <a:pt x="230" y="3178"/>
                  <a:pt x="267" y="3245"/>
                </a:cubicBezTo>
                <a:cubicBezTo>
                  <a:pt x="267" y="3252"/>
                  <a:pt x="275" y="3267"/>
                  <a:pt x="282" y="3274"/>
                </a:cubicBezTo>
                <a:cubicBezTo>
                  <a:pt x="437" y="3563"/>
                  <a:pt x="660" y="3815"/>
                  <a:pt x="926" y="4015"/>
                </a:cubicBezTo>
                <a:cubicBezTo>
                  <a:pt x="1156" y="4185"/>
                  <a:pt x="1415" y="4304"/>
                  <a:pt x="1689" y="4370"/>
                </a:cubicBezTo>
                <a:cubicBezTo>
                  <a:pt x="1696" y="4378"/>
                  <a:pt x="1704" y="4378"/>
                  <a:pt x="1711" y="4378"/>
                </a:cubicBezTo>
                <a:cubicBezTo>
                  <a:pt x="1837" y="4407"/>
                  <a:pt x="1963" y="4430"/>
                  <a:pt x="2089" y="4437"/>
                </a:cubicBezTo>
                <a:lnTo>
                  <a:pt x="2096" y="4437"/>
                </a:lnTo>
                <a:cubicBezTo>
                  <a:pt x="2170" y="4437"/>
                  <a:pt x="2229" y="4385"/>
                  <a:pt x="2237" y="4311"/>
                </a:cubicBezTo>
                <a:cubicBezTo>
                  <a:pt x="2237" y="4230"/>
                  <a:pt x="2178" y="4163"/>
                  <a:pt x="2104" y="4163"/>
                </a:cubicBezTo>
                <a:cubicBezTo>
                  <a:pt x="2007" y="4156"/>
                  <a:pt x="1911" y="4141"/>
                  <a:pt x="1822" y="4119"/>
                </a:cubicBezTo>
                <a:cubicBezTo>
                  <a:pt x="1696" y="3919"/>
                  <a:pt x="1593" y="3645"/>
                  <a:pt x="1519" y="3334"/>
                </a:cubicBezTo>
                <a:lnTo>
                  <a:pt x="2096" y="3334"/>
                </a:lnTo>
                <a:cubicBezTo>
                  <a:pt x="2178" y="3334"/>
                  <a:pt x="2237" y="3267"/>
                  <a:pt x="2237" y="3193"/>
                </a:cubicBezTo>
                <a:cubicBezTo>
                  <a:pt x="2237" y="3119"/>
                  <a:pt x="2178" y="3052"/>
                  <a:pt x="2096" y="3052"/>
                </a:cubicBezTo>
                <a:lnTo>
                  <a:pt x="1467" y="3052"/>
                </a:lnTo>
                <a:cubicBezTo>
                  <a:pt x="1430" y="2793"/>
                  <a:pt x="1407" y="2512"/>
                  <a:pt x="1407" y="2223"/>
                </a:cubicBezTo>
                <a:lnTo>
                  <a:pt x="2518" y="2223"/>
                </a:lnTo>
                <a:cubicBezTo>
                  <a:pt x="2592" y="2223"/>
                  <a:pt x="2652" y="2156"/>
                  <a:pt x="2652" y="2082"/>
                </a:cubicBezTo>
                <a:cubicBezTo>
                  <a:pt x="2652" y="2008"/>
                  <a:pt x="2592" y="1941"/>
                  <a:pt x="2518" y="1941"/>
                </a:cubicBezTo>
                <a:lnTo>
                  <a:pt x="1415" y="1941"/>
                </a:lnTo>
                <a:cubicBezTo>
                  <a:pt x="1430" y="1645"/>
                  <a:pt x="1467" y="1364"/>
                  <a:pt x="1526" y="1112"/>
                </a:cubicBezTo>
                <a:lnTo>
                  <a:pt x="2955" y="1112"/>
                </a:lnTo>
                <a:cubicBezTo>
                  <a:pt x="2992" y="1253"/>
                  <a:pt x="3014" y="1401"/>
                  <a:pt x="3029" y="1542"/>
                </a:cubicBezTo>
                <a:cubicBezTo>
                  <a:pt x="3037" y="1616"/>
                  <a:pt x="3096" y="1667"/>
                  <a:pt x="3170" y="1667"/>
                </a:cubicBezTo>
                <a:lnTo>
                  <a:pt x="3177" y="1667"/>
                </a:lnTo>
                <a:cubicBezTo>
                  <a:pt x="3259" y="1660"/>
                  <a:pt x="3311" y="1593"/>
                  <a:pt x="3303" y="1519"/>
                </a:cubicBezTo>
                <a:cubicBezTo>
                  <a:pt x="3296" y="1386"/>
                  <a:pt x="3274" y="1245"/>
                  <a:pt x="3244" y="1112"/>
                </a:cubicBezTo>
                <a:lnTo>
                  <a:pt x="3829" y="1112"/>
                </a:lnTo>
                <a:cubicBezTo>
                  <a:pt x="4007" y="1364"/>
                  <a:pt x="4125" y="1653"/>
                  <a:pt x="4162" y="1964"/>
                </a:cubicBezTo>
                <a:cubicBezTo>
                  <a:pt x="4176" y="2033"/>
                  <a:pt x="4235" y="2083"/>
                  <a:pt x="4304" y="2083"/>
                </a:cubicBezTo>
                <a:cubicBezTo>
                  <a:pt x="4308" y="2083"/>
                  <a:pt x="4313" y="2083"/>
                  <a:pt x="4318" y="2082"/>
                </a:cubicBezTo>
                <a:cubicBezTo>
                  <a:pt x="4399" y="2067"/>
                  <a:pt x="4451" y="2001"/>
                  <a:pt x="4436" y="1919"/>
                </a:cubicBezTo>
                <a:cubicBezTo>
                  <a:pt x="4384" y="1549"/>
                  <a:pt x="4244" y="1194"/>
                  <a:pt x="4021" y="897"/>
                </a:cubicBezTo>
                <a:cubicBezTo>
                  <a:pt x="4014" y="890"/>
                  <a:pt x="4014" y="890"/>
                  <a:pt x="4007" y="883"/>
                </a:cubicBezTo>
                <a:cubicBezTo>
                  <a:pt x="3984" y="853"/>
                  <a:pt x="3962" y="823"/>
                  <a:pt x="3940" y="794"/>
                </a:cubicBezTo>
                <a:cubicBezTo>
                  <a:pt x="3666" y="468"/>
                  <a:pt x="3311" y="231"/>
                  <a:pt x="2911" y="105"/>
                </a:cubicBezTo>
                <a:cubicBezTo>
                  <a:pt x="2866" y="90"/>
                  <a:pt x="2822" y="83"/>
                  <a:pt x="2785" y="68"/>
                </a:cubicBezTo>
                <a:lnTo>
                  <a:pt x="2770" y="68"/>
                </a:lnTo>
                <a:cubicBezTo>
                  <a:pt x="2592" y="23"/>
                  <a:pt x="2411" y="0"/>
                  <a:pt x="2230" y="0"/>
                </a:cubicBezTo>
                <a:close/>
                <a:moveTo>
                  <a:pt x="3488" y="1941"/>
                </a:moveTo>
                <a:cubicBezTo>
                  <a:pt x="3303" y="1941"/>
                  <a:pt x="3125" y="2015"/>
                  <a:pt x="2992" y="2149"/>
                </a:cubicBezTo>
                <a:cubicBezTo>
                  <a:pt x="2866" y="2275"/>
                  <a:pt x="2792" y="2452"/>
                  <a:pt x="2792" y="2638"/>
                </a:cubicBezTo>
                <a:lnTo>
                  <a:pt x="2792" y="2800"/>
                </a:lnTo>
                <a:cubicBezTo>
                  <a:pt x="2629" y="2860"/>
                  <a:pt x="2511" y="3015"/>
                  <a:pt x="2511" y="3193"/>
                </a:cubicBezTo>
                <a:lnTo>
                  <a:pt x="2511" y="4022"/>
                </a:lnTo>
                <a:cubicBezTo>
                  <a:pt x="2511" y="4252"/>
                  <a:pt x="2703" y="4444"/>
                  <a:pt x="2933" y="4444"/>
                </a:cubicBezTo>
                <a:lnTo>
                  <a:pt x="4044" y="4444"/>
                </a:lnTo>
                <a:cubicBezTo>
                  <a:pt x="4273" y="4444"/>
                  <a:pt x="4458" y="4252"/>
                  <a:pt x="4458" y="4022"/>
                </a:cubicBezTo>
                <a:lnTo>
                  <a:pt x="4458" y="3193"/>
                </a:lnTo>
                <a:cubicBezTo>
                  <a:pt x="4458" y="3015"/>
                  <a:pt x="4340" y="2860"/>
                  <a:pt x="4177" y="2800"/>
                </a:cubicBezTo>
                <a:lnTo>
                  <a:pt x="4177" y="2638"/>
                </a:lnTo>
                <a:cubicBezTo>
                  <a:pt x="4177" y="2452"/>
                  <a:pt x="4110" y="2275"/>
                  <a:pt x="3977" y="2149"/>
                </a:cubicBezTo>
                <a:cubicBezTo>
                  <a:pt x="3844" y="2015"/>
                  <a:pt x="3673" y="1941"/>
                  <a:pt x="3488" y="194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77"/>
          <p:cNvSpPr/>
          <p:nvPr/>
        </p:nvSpPr>
        <p:spPr>
          <a:xfrm>
            <a:off x="3434075" y="2266400"/>
            <a:ext cx="333300" cy="333300"/>
          </a:xfrm>
          <a:custGeom>
            <a:rect b="b" l="l" r="r" t="t"/>
            <a:pathLst>
              <a:path extrusionOk="0" h="4444" w="4444">
                <a:moveTo>
                  <a:pt x="1948" y="1"/>
                </a:moveTo>
                <a:cubicBezTo>
                  <a:pt x="1652" y="1"/>
                  <a:pt x="1371" y="112"/>
                  <a:pt x="1164" y="327"/>
                </a:cubicBezTo>
                <a:cubicBezTo>
                  <a:pt x="949" y="534"/>
                  <a:pt x="838" y="808"/>
                  <a:pt x="838" y="1112"/>
                </a:cubicBezTo>
                <a:cubicBezTo>
                  <a:pt x="838" y="1408"/>
                  <a:pt x="949" y="1682"/>
                  <a:pt x="1164" y="1896"/>
                </a:cubicBezTo>
                <a:cubicBezTo>
                  <a:pt x="1371" y="2104"/>
                  <a:pt x="1652" y="2222"/>
                  <a:pt x="1948" y="2222"/>
                </a:cubicBezTo>
                <a:cubicBezTo>
                  <a:pt x="2023" y="2222"/>
                  <a:pt x="2082" y="2156"/>
                  <a:pt x="2082" y="2082"/>
                </a:cubicBezTo>
                <a:cubicBezTo>
                  <a:pt x="2082" y="2008"/>
                  <a:pt x="2023" y="1941"/>
                  <a:pt x="1948" y="1941"/>
                </a:cubicBezTo>
                <a:cubicBezTo>
                  <a:pt x="1726" y="1941"/>
                  <a:pt x="1512" y="1852"/>
                  <a:pt x="1356" y="1697"/>
                </a:cubicBezTo>
                <a:cubicBezTo>
                  <a:pt x="1201" y="1541"/>
                  <a:pt x="1112" y="1334"/>
                  <a:pt x="1112" y="1112"/>
                </a:cubicBezTo>
                <a:cubicBezTo>
                  <a:pt x="1112" y="889"/>
                  <a:pt x="1201" y="675"/>
                  <a:pt x="1356" y="519"/>
                </a:cubicBezTo>
                <a:cubicBezTo>
                  <a:pt x="1512" y="364"/>
                  <a:pt x="1726" y="275"/>
                  <a:pt x="1948" y="275"/>
                </a:cubicBezTo>
                <a:cubicBezTo>
                  <a:pt x="2023" y="275"/>
                  <a:pt x="2082" y="215"/>
                  <a:pt x="2082" y="134"/>
                </a:cubicBezTo>
                <a:cubicBezTo>
                  <a:pt x="2082" y="60"/>
                  <a:pt x="2023" y="1"/>
                  <a:pt x="1948" y="1"/>
                </a:cubicBezTo>
                <a:close/>
                <a:moveTo>
                  <a:pt x="2504" y="1"/>
                </a:moveTo>
                <a:cubicBezTo>
                  <a:pt x="2422" y="1"/>
                  <a:pt x="2363" y="60"/>
                  <a:pt x="2363" y="134"/>
                </a:cubicBezTo>
                <a:lnTo>
                  <a:pt x="2363" y="556"/>
                </a:lnTo>
                <a:cubicBezTo>
                  <a:pt x="2363" y="630"/>
                  <a:pt x="2422" y="689"/>
                  <a:pt x="2504" y="689"/>
                </a:cubicBezTo>
                <a:cubicBezTo>
                  <a:pt x="2615" y="689"/>
                  <a:pt x="2719" y="734"/>
                  <a:pt x="2793" y="815"/>
                </a:cubicBezTo>
                <a:cubicBezTo>
                  <a:pt x="2874" y="897"/>
                  <a:pt x="2919" y="1000"/>
                  <a:pt x="2919" y="1112"/>
                </a:cubicBezTo>
                <a:cubicBezTo>
                  <a:pt x="2919" y="1215"/>
                  <a:pt x="2874" y="1326"/>
                  <a:pt x="2793" y="1400"/>
                </a:cubicBezTo>
                <a:cubicBezTo>
                  <a:pt x="2719" y="1482"/>
                  <a:pt x="2615" y="1526"/>
                  <a:pt x="2504" y="1526"/>
                </a:cubicBezTo>
                <a:cubicBezTo>
                  <a:pt x="2422" y="1526"/>
                  <a:pt x="2363" y="1585"/>
                  <a:pt x="2363" y="1659"/>
                </a:cubicBezTo>
                <a:lnTo>
                  <a:pt x="2363" y="2082"/>
                </a:lnTo>
                <a:cubicBezTo>
                  <a:pt x="2363" y="2156"/>
                  <a:pt x="2422" y="2215"/>
                  <a:pt x="2504" y="2215"/>
                </a:cubicBezTo>
                <a:lnTo>
                  <a:pt x="2504" y="2222"/>
                </a:lnTo>
                <a:cubicBezTo>
                  <a:pt x="2578" y="2222"/>
                  <a:pt x="2637" y="2156"/>
                  <a:pt x="2637" y="2082"/>
                </a:cubicBezTo>
                <a:lnTo>
                  <a:pt x="2637" y="1793"/>
                </a:lnTo>
                <a:cubicBezTo>
                  <a:pt x="2726" y="1771"/>
                  <a:pt x="2807" y="1741"/>
                  <a:pt x="2882" y="1689"/>
                </a:cubicBezTo>
                <a:lnTo>
                  <a:pt x="3096" y="1904"/>
                </a:lnTo>
                <a:cubicBezTo>
                  <a:pt x="3126" y="1926"/>
                  <a:pt x="3163" y="1941"/>
                  <a:pt x="3193" y="1941"/>
                </a:cubicBezTo>
                <a:cubicBezTo>
                  <a:pt x="3230" y="1941"/>
                  <a:pt x="3267" y="1926"/>
                  <a:pt x="3296" y="1904"/>
                </a:cubicBezTo>
                <a:cubicBezTo>
                  <a:pt x="3348" y="1845"/>
                  <a:pt x="3348" y="1756"/>
                  <a:pt x="3296" y="1704"/>
                </a:cubicBezTo>
                <a:lnTo>
                  <a:pt x="3081" y="1489"/>
                </a:lnTo>
                <a:cubicBezTo>
                  <a:pt x="3126" y="1415"/>
                  <a:pt x="3163" y="1334"/>
                  <a:pt x="3178" y="1245"/>
                </a:cubicBezTo>
                <a:lnTo>
                  <a:pt x="3474" y="1245"/>
                </a:lnTo>
                <a:cubicBezTo>
                  <a:pt x="3548" y="1245"/>
                  <a:pt x="3615" y="1186"/>
                  <a:pt x="3615" y="1112"/>
                </a:cubicBezTo>
                <a:cubicBezTo>
                  <a:pt x="3615" y="1030"/>
                  <a:pt x="3548" y="971"/>
                  <a:pt x="3474" y="971"/>
                </a:cubicBezTo>
                <a:lnTo>
                  <a:pt x="3178" y="971"/>
                </a:lnTo>
                <a:cubicBezTo>
                  <a:pt x="3163" y="882"/>
                  <a:pt x="3133" y="800"/>
                  <a:pt x="3081" y="726"/>
                </a:cubicBezTo>
                <a:lnTo>
                  <a:pt x="3296" y="512"/>
                </a:lnTo>
                <a:cubicBezTo>
                  <a:pt x="3348" y="460"/>
                  <a:pt x="3348" y="371"/>
                  <a:pt x="3296" y="319"/>
                </a:cubicBezTo>
                <a:cubicBezTo>
                  <a:pt x="3267" y="290"/>
                  <a:pt x="3230" y="275"/>
                  <a:pt x="3193" y="275"/>
                </a:cubicBezTo>
                <a:cubicBezTo>
                  <a:pt x="3157" y="275"/>
                  <a:pt x="3122" y="290"/>
                  <a:pt x="3096" y="319"/>
                </a:cubicBezTo>
                <a:lnTo>
                  <a:pt x="2882" y="527"/>
                </a:lnTo>
                <a:cubicBezTo>
                  <a:pt x="2807" y="482"/>
                  <a:pt x="2726" y="445"/>
                  <a:pt x="2637" y="430"/>
                </a:cubicBezTo>
                <a:lnTo>
                  <a:pt x="2637" y="134"/>
                </a:lnTo>
                <a:cubicBezTo>
                  <a:pt x="2637" y="60"/>
                  <a:pt x="2578" y="1"/>
                  <a:pt x="2504" y="1"/>
                </a:cubicBezTo>
                <a:close/>
                <a:moveTo>
                  <a:pt x="1948" y="2356"/>
                </a:moveTo>
                <a:cubicBezTo>
                  <a:pt x="1430" y="2356"/>
                  <a:pt x="941" y="2563"/>
                  <a:pt x="571" y="2926"/>
                </a:cubicBezTo>
                <a:cubicBezTo>
                  <a:pt x="208" y="3296"/>
                  <a:pt x="1" y="3785"/>
                  <a:pt x="1" y="4303"/>
                </a:cubicBezTo>
                <a:cubicBezTo>
                  <a:pt x="1" y="4377"/>
                  <a:pt x="68" y="4444"/>
                  <a:pt x="142" y="4444"/>
                </a:cubicBezTo>
                <a:cubicBezTo>
                  <a:pt x="216" y="4444"/>
                  <a:pt x="282" y="4377"/>
                  <a:pt x="282" y="4303"/>
                </a:cubicBezTo>
                <a:cubicBezTo>
                  <a:pt x="282" y="3859"/>
                  <a:pt x="453" y="3437"/>
                  <a:pt x="771" y="3126"/>
                </a:cubicBezTo>
                <a:cubicBezTo>
                  <a:pt x="1082" y="2807"/>
                  <a:pt x="1504" y="2637"/>
                  <a:pt x="1948" y="2637"/>
                </a:cubicBezTo>
                <a:cubicBezTo>
                  <a:pt x="2023" y="2637"/>
                  <a:pt x="2082" y="2570"/>
                  <a:pt x="2082" y="2496"/>
                </a:cubicBezTo>
                <a:cubicBezTo>
                  <a:pt x="2082" y="2422"/>
                  <a:pt x="2023" y="2356"/>
                  <a:pt x="1948" y="2356"/>
                </a:cubicBezTo>
                <a:close/>
                <a:moveTo>
                  <a:pt x="2504" y="3466"/>
                </a:moveTo>
                <a:cubicBezTo>
                  <a:pt x="2422" y="3466"/>
                  <a:pt x="2363" y="3533"/>
                  <a:pt x="2363" y="3607"/>
                </a:cubicBezTo>
                <a:cubicBezTo>
                  <a:pt x="2363" y="3681"/>
                  <a:pt x="2422" y="3748"/>
                  <a:pt x="2504" y="3748"/>
                </a:cubicBezTo>
                <a:cubicBezTo>
                  <a:pt x="2652" y="3748"/>
                  <a:pt x="2793" y="3807"/>
                  <a:pt x="2896" y="3911"/>
                </a:cubicBezTo>
                <a:cubicBezTo>
                  <a:pt x="3000" y="4014"/>
                  <a:pt x="3059" y="4155"/>
                  <a:pt x="3059" y="4303"/>
                </a:cubicBezTo>
                <a:cubicBezTo>
                  <a:pt x="3059" y="4377"/>
                  <a:pt x="3118" y="4444"/>
                  <a:pt x="3193" y="4444"/>
                </a:cubicBezTo>
                <a:cubicBezTo>
                  <a:pt x="3274" y="4444"/>
                  <a:pt x="3333" y="4377"/>
                  <a:pt x="3333" y="4303"/>
                </a:cubicBezTo>
                <a:cubicBezTo>
                  <a:pt x="3333" y="4081"/>
                  <a:pt x="3244" y="3874"/>
                  <a:pt x="3089" y="3711"/>
                </a:cubicBezTo>
                <a:cubicBezTo>
                  <a:pt x="2933" y="3555"/>
                  <a:pt x="2726" y="3466"/>
                  <a:pt x="2504" y="3466"/>
                </a:cubicBezTo>
                <a:close/>
                <a:moveTo>
                  <a:pt x="2504" y="2356"/>
                </a:moveTo>
                <a:cubicBezTo>
                  <a:pt x="2422" y="2356"/>
                  <a:pt x="2363" y="2422"/>
                  <a:pt x="2363" y="2496"/>
                </a:cubicBezTo>
                <a:cubicBezTo>
                  <a:pt x="2363" y="2570"/>
                  <a:pt x="2422" y="2637"/>
                  <a:pt x="2504" y="2637"/>
                </a:cubicBezTo>
                <a:lnTo>
                  <a:pt x="2645" y="2637"/>
                </a:lnTo>
                <a:lnTo>
                  <a:pt x="2645" y="2941"/>
                </a:lnTo>
                <a:cubicBezTo>
                  <a:pt x="2645" y="3007"/>
                  <a:pt x="2689" y="3066"/>
                  <a:pt x="2756" y="3074"/>
                </a:cubicBezTo>
                <a:cubicBezTo>
                  <a:pt x="2911" y="3111"/>
                  <a:pt x="3059" y="3170"/>
                  <a:pt x="3193" y="3259"/>
                </a:cubicBezTo>
                <a:cubicBezTo>
                  <a:pt x="3215" y="3275"/>
                  <a:pt x="3241" y="3283"/>
                  <a:pt x="3269" y="3283"/>
                </a:cubicBezTo>
                <a:cubicBezTo>
                  <a:pt x="3304" y="3283"/>
                  <a:pt x="3341" y="3269"/>
                  <a:pt x="3370" y="3244"/>
                </a:cubicBezTo>
                <a:lnTo>
                  <a:pt x="3585" y="3029"/>
                </a:lnTo>
                <a:lnTo>
                  <a:pt x="3778" y="3222"/>
                </a:lnTo>
                <a:lnTo>
                  <a:pt x="3563" y="3437"/>
                </a:lnTo>
                <a:cubicBezTo>
                  <a:pt x="3518" y="3489"/>
                  <a:pt x="3511" y="3555"/>
                  <a:pt x="3548" y="3614"/>
                </a:cubicBezTo>
                <a:cubicBezTo>
                  <a:pt x="3637" y="3748"/>
                  <a:pt x="3696" y="3896"/>
                  <a:pt x="3726" y="4051"/>
                </a:cubicBezTo>
                <a:cubicBezTo>
                  <a:pt x="3741" y="4118"/>
                  <a:pt x="3800" y="4162"/>
                  <a:pt x="3866" y="4162"/>
                </a:cubicBezTo>
                <a:lnTo>
                  <a:pt x="4170" y="4162"/>
                </a:lnTo>
                <a:lnTo>
                  <a:pt x="4170" y="4303"/>
                </a:lnTo>
                <a:cubicBezTo>
                  <a:pt x="4170" y="4377"/>
                  <a:pt x="4229" y="4444"/>
                  <a:pt x="4311" y="4444"/>
                </a:cubicBezTo>
                <a:cubicBezTo>
                  <a:pt x="4385" y="4444"/>
                  <a:pt x="4444" y="4377"/>
                  <a:pt x="4444" y="4303"/>
                </a:cubicBezTo>
                <a:lnTo>
                  <a:pt x="4444" y="4029"/>
                </a:lnTo>
                <a:cubicBezTo>
                  <a:pt x="4444" y="3948"/>
                  <a:pt x="4385" y="3888"/>
                  <a:pt x="4311" y="3888"/>
                </a:cubicBezTo>
                <a:lnTo>
                  <a:pt x="3970" y="3888"/>
                </a:lnTo>
                <a:cubicBezTo>
                  <a:pt x="3940" y="3770"/>
                  <a:pt x="3896" y="3659"/>
                  <a:pt x="3837" y="3555"/>
                </a:cubicBezTo>
                <a:lnTo>
                  <a:pt x="4074" y="3318"/>
                </a:lnTo>
                <a:cubicBezTo>
                  <a:pt x="4096" y="3296"/>
                  <a:pt x="4111" y="3259"/>
                  <a:pt x="4111" y="3222"/>
                </a:cubicBezTo>
                <a:cubicBezTo>
                  <a:pt x="4111" y="3185"/>
                  <a:pt x="4096" y="3148"/>
                  <a:pt x="4074" y="3126"/>
                </a:cubicBezTo>
                <a:lnTo>
                  <a:pt x="3681" y="2733"/>
                </a:lnTo>
                <a:cubicBezTo>
                  <a:pt x="3652" y="2704"/>
                  <a:pt x="3615" y="2689"/>
                  <a:pt x="3578" y="2689"/>
                </a:cubicBezTo>
                <a:cubicBezTo>
                  <a:pt x="3541" y="2689"/>
                  <a:pt x="3511" y="2704"/>
                  <a:pt x="3481" y="2733"/>
                </a:cubicBezTo>
                <a:lnTo>
                  <a:pt x="3244" y="2970"/>
                </a:lnTo>
                <a:cubicBezTo>
                  <a:pt x="3141" y="2911"/>
                  <a:pt x="3037" y="2867"/>
                  <a:pt x="2919" y="2830"/>
                </a:cubicBezTo>
                <a:lnTo>
                  <a:pt x="2919" y="2496"/>
                </a:lnTo>
                <a:cubicBezTo>
                  <a:pt x="2919" y="2422"/>
                  <a:pt x="2859" y="2356"/>
                  <a:pt x="2778" y="2356"/>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77"/>
          <p:cNvSpPr/>
          <p:nvPr/>
        </p:nvSpPr>
        <p:spPr>
          <a:xfrm>
            <a:off x="2468450" y="3315725"/>
            <a:ext cx="333300" cy="291675"/>
          </a:xfrm>
          <a:custGeom>
            <a:rect b="b" l="l" r="r" t="t"/>
            <a:pathLst>
              <a:path extrusionOk="0" h="3889" w="4444">
                <a:moveTo>
                  <a:pt x="4006" y="282"/>
                </a:moveTo>
                <a:cubicBezTo>
                  <a:pt x="4051" y="282"/>
                  <a:pt x="4088" y="297"/>
                  <a:pt x="4117" y="327"/>
                </a:cubicBezTo>
                <a:cubicBezTo>
                  <a:pt x="4147" y="356"/>
                  <a:pt x="4169" y="401"/>
                  <a:pt x="4169" y="438"/>
                </a:cubicBezTo>
                <a:lnTo>
                  <a:pt x="4169" y="838"/>
                </a:lnTo>
                <a:lnTo>
                  <a:pt x="282" y="838"/>
                </a:lnTo>
                <a:lnTo>
                  <a:pt x="282" y="445"/>
                </a:lnTo>
                <a:cubicBezTo>
                  <a:pt x="282" y="401"/>
                  <a:pt x="296" y="356"/>
                  <a:pt x="326" y="327"/>
                </a:cubicBezTo>
                <a:cubicBezTo>
                  <a:pt x="356" y="297"/>
                  <a:pt x="400" y="282"/>
                  <a:pt x="437" y="282"/>
                </a:cubicBezTo>
                <a:close/>
                <a:moveTo>
                  <a:pt x="2362" y="2222"/>
                </a:moveTo>
                <a:cubicBezTo>
                  <a:pt x="2288" y="2222"/>
                  <a:pt x="2222" y="2289"/>
                  <a:pt x="2222" y="2363"/>
                </a:cubicBezTo>
                <a:cubicBezTo>
                  <a:pt x="2222" y="2437"/>
                  <a:pt x="2288" y="2504"/>
                  <a:pt x="2362" y="2504"/>
                </a:cubicBezTo>
                <a:lnTo>
                  <a:pt x="3199" y="2504"/>
                </a:lnTo>
                <a:cubicBezTo>
                  <a:pt x="3273" y="2504"/>
                  <a:pt x="3332" y="2437"/>
                  <a:pt x="3332" y="2363"/>
                </a:cubicBezTo>
                <a:cubicBezTo>
                  <a:pt x="3332" y="2289"/>
                  <a:pt x="3273" y="2222"/>
                  <a:pt x="3199" y="2222"/>
                </a:cubicBezTo>
                <a:close/>
                <a:moveTo>
                  <a:pt x="1252" y="1667"/>
                </a:moveTo>
                <a:cubicBezTo>
                  <a:pt x="1216" y="1667"/>
                  <a:pt x="1181" y="1682"/>
                  <a:pt x="1155" y="1711"/>
                </a:cubicBezTo>
                <a:cubicBezTo>
                  <a:pt x="1096" y="1763"/>
                  <a:pt x="1096" y="1852"/>
                  <a:pt x="1155" y="1904"/>
                </a:cubicBezTo>
                <a:lnTo>
                  <a:pt x="1614" y="2363"/>
                </a:lnTo>
                <a:lnTo>
                  <a:pt x="1155" y="2822"/>
                </a:lnTo>
                <a:cubicBezTo>
                  <a:pt x="1096" y="2874"/>
                  <a:pt x="1096" y="2963"/>
                  <a:pt x="1155" y="3015"/>
                </a:cubicBezTo>
                <a:cubicBezTo>
                  <a:pt x="1178" y="3044"/>
                  <a:pt x="1215" y="3059"/>
                  <a:pt x="1252" y="3059"/>
                </a:cubicBezTo>
                <a:cubicBezTo>
                  <a:pt x="1289" y="3059"/>
                  <a:pt x="1326" y="3044"/>
                  <a:pt x="1348" y="3015"/>
                </a:cubicBezTo>
                <a:lnTo>
                  <a:pt x="1903" y="2459"/>
                </a:lnTo>
                <a:cubicBezTo>
                  <a:pt x="1962" y="2407"/>
                  <a:pt x="1962" y="2319"/>
                  <a:pt x="1903" y="2267"/>
                </a:cubicBezTo>
                <a:lnTo>
                  <a:pt x="1348" y="1711"/>
                </a:lnTo>
                <a:cubicBezTo>
                  <a:pt x="1322" y="1682"/>
                  <a:pt x="1287" y="1667"/>
                  <a:pt x="1252" y="1667"/>
                </a:cubicBezTo>
                <a:close/>
                <a:moveTo>
                  <a:pt x="4169" y="1112"/>
                </a:moveTo>
                <a:lnTo>
                  <a:pt x="4169" y="3452"/>
                </a:lnTo>
                <a:cubicBezTo>
                  <a:pt x="4169" y="3496"/>
                  <a:pt x="4147" y="3533"/>
                  <a:pt x="4117" y="3563"/>
                </a:cubicBezTo>
                <a:cubicBezTo>
                  <a:pt x="4088" y="3600"/>
                  <a:pt x="4051" y="3615"/>
                  <a:pt x="4006" y="3615"/>
                </a:cubicBezTo>
                <a:lnTo>
                  <a:pt x="422" y="3615"/>
                </a:lnTo>
                <a:cubicBezTo>
                  <a:pt x="385" y="3615"/>
                  <a:pt x="348" y="3600"/>
                  <a:pt x="319" y="3570"/>
                </a:cubicBezTo>
                <a:cubicBezTo>
                  <a:pt x="296" y="3548"/>
                  <a:pt x="282" y="3511"/>
                  <a:pt x="282" y="3474"/>
                </a:cubicBezTo>
                <a:lnTo>
                  <a:pt x="282" y="1112"/>
                </a:lnTo>
                <a:close/>
                <a:moveTo>
                  <a:pt x="437" y="1"/>
                </a:moveTo>
                <a:cubicBezTo>
                  <a:pt x="326" y="1"/>
                  <a:pt x="215" y="53"/>
                  <a:pt x="133" y="134"/>
                </a:cubicBezTo>
                <a:cubicBezTo>
                  <a:pt x="52" y="216"/>
                  <a:pt x="0" y="327"/>
                  <a:pt x="0" y="438"/>
                </a:cubicBezTo>
                <a:lnTo>
                  <a:pt x="0" y="3474"/>
                </a:lnTo>
                <a:cubicBezTo>
                  <a:pt x="0" y="3585"/>
                  <a:pt x="45" y="3689"/>
                  <a:pt x="126" y="3770"/>
                </a:cubicBezTo>
                <a:cubicBezTo>
                  <a:pt x="200" y="3844"/>
                  <a:pt x="311" y="3889"/>
                  <a:pt x="422" y="3889"/>
                </a:cubicBezTo>
                <a:lnTo>
                  <a:pt x="4006" y="3889"/>
                </a:lnTo>
                <a:cubicBezTo>
                  <a:pt x="4125" y="3889"/>
                  <a:pt x="4236" y="3844"/>
                  <a:pt x="4317" y="3763"/>
                </a:cubicBezTo>
                <a:cubicBezTo>
                  <a:pt x="4399" y="3681"/>
                  <a:pt x="4443" y="3570"/>
                  <a:pt x="4443" y="3452"/>
                </a:cubicBezTo>
                <a:lnTo>
                  <a:pt x="4443" y="438"/>
                </a:lnTo>
                <a:cubicBezTo>
                  <a:pt x="4443" y="319"/>
                  <a:pt x="4399" y="216"/>
                  <a:pt x="4317" y="134"/>
                </a:cubicBezTo>
                <a:cubicBezTo>
                  <a:pt x="4236" y="45"/>
                  <a:pt x="4125" y="1"/>
                  <a:pt x="4006"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77"/>
          <p:cNvSpPr/>
          <p:nvPr/>
        </p:nvSpPr>
        <p:spPr>
          <a:xfrm>
            <a:off x="536525" y="3295175"/>
            <a:ext cx="334350" cy="333300"/>
          </a:xfrm>
          <a:custGeom>
            <a:rect b="b" l="l" r="r" t="t"/>
            <a:pathLst>
              <a:path extrusionOk="0" h="4444" w="4458">
                <a:moveTo>
                  <a:pt x="948" y="904"/>
                </a:moveTo>
                <a:cubicBezTo>
                  <a:pt x="948" y="904"/>
                  <a:pt x="941" y="912"/>
                  <a:pt x="941" y="912"/>
                </a:cubicBezTo>
                <a:cubicBezTo>
                  <a:pt x="941" y="912"/>
                  <a:pt x="941" y="904"/>
                  <a:pt x="941" y="904"/>
                </a:cubicBezTo>
                <a:close/>
                <a:moveTo>
                  <a:pt x="911" y="926"/>
                </a:moveTo>
                <a:lnTo>
                  <a:pt x="918" y="934"/>
                </a:lnTo>
                <a:lnTo>
                  <a:pt x="911" y="941"/>
                </a:lnTo>
                <a:cubicBezTo>
                  <a:pt x="911" y="934"/>
                  <a:pt x="911" y="934"/>
                  <a:pt x="911" y="934"/>
                </a:cubicBezTo>
                <a:cubicBezTo>
                  <a:pt x="911" y="934"/>
                  <a:pt x="911" y="934"/>
                  <a:pt x="911" y="926"/>
                </a:cubicBezTo>
                <a:close/>
                <a:moveTo>
                  <a:pt x="1037" y="993"/>
                </a:moveTo>
                <a:lnTo>
                  <a:pt x="1037" y="1001"/>
                </a:lnTo>
                <a:lnTo>
                  <a:pt x="1029" y="1001"/>
                </a:lnTo>
                <a:cubicBezTo>
                  <a:pt x="1029" y="1001"/>
                  <a:pt x="1037" y="1001"/>
                  <a:pt x="1037" y="993"/>
                </a:cubicBezTo>
                <a:close/>
                <a:moveTo>
                  <a:pt x="1948" y="830"/>
                </a:moveTo>
                <a:cubicBezTo>
                  <a:pt x="1874" y="830"/>
                  <a:pt x="1807" y="897"/>
                  <a:pt x="1807" y="971"/>
                </a:cubicBezTo>
                <a:cubicBezTo>
                  <a:pt x="1807" y="1045"/>
                  <a:pt x="1874" y="1112"/>
                  <a:pt x="1948" y="1112"/>
                </a:cubicBezTo>
                <a:lnTo>
                  <a:pt x="3199" y="1112"/>
                </a:lnTo>
                <a:cubicBezTo>
                  <a:pt x="3273" y="1112"/>
                  <a:pt x="3332" y="1045"/>
                  <a:pt x="3332" y="971"/>
                </a:cubicBezTo>
                <a:cubicBezTo>
                  <a:pt x="3332" y="897"/>
                  <a:pt x="3273" y="830"/>
                  <a:pt x="3199" y="830"/>
                </a:cubicBezTo>
                <a:close/>
                <a:moveTo>
                  <a:pt x="972" y="767"/>
                </a:moveTo>
                <a:cubicBezTo>
                  <a:pt x="930" y="767"/>
                  <a:pt x="887" y="778"/>
                  <a:pt x="852" y="801"/>
                </a:cubicBezTo>
                <a:cubicBezTo>
                  <a:pt x="822" y="823"/>
                  <a:pt x="792" y="852"/>
                  <a:pt x="778" y="889"/>
                </a:cubicBezTo>
                <a:cubicBezTo>
                  <a:pt x="763" y="934"/>
                  <a:pt x="755" y="971"/>
                  <a:pt x="763" y="1015"/>
                </a:cubicBezTo>
                <a:cubicBezTo>
                  <a:pt x="770" y="1052"/>
                  <a:pt x="792" y="1089"/>
                  <a:pt x="822" y="1119"/>
                </a:cubicBezTo>
                <a:cubicBezTo>
                  <a:pt x="852" y="1149"/>
                  <a:pt x="889" y="1163"/>
                  <a:pt x="926" y="1178"/>
                </a:cubicBezTo>
                <a:lnTo>
                  <a:pt x="970" y="1178"/>
                </a:lnTo>
                <a:cubicBezTo>
                  <a:pt x="1000" y="1178"/>
                  <a:pt x="1022" y="1171"/>
                  <a:pt x="1052" y="1163"/>
                </a:cubicBezTo>
                <a:cubicBezTo>
                  <a:pt x="1089" y="1149"/>
                  <a:pt x="1118" y="1119"/>
                  <a:pt x="1141" y="1089"/>
                </a:cubicBezTo>
                <a:cubicBezTo>
                  <a:pt x="1163" y="1052"/>
                  <a:pt x="1178" y="1015"/>
                  <a:pt x="1178" y="971"/>
                </a:cubicBezTo>
                <a:cubicBezTo>
                  <a:pt x="1178" y="919"/>
                  <a:pt x="1155" y="860"/>
                  <a:pt x="1118" y="823"/>
                </a:cubicBezTo>
                <a:cubicBezTo>
                  <a:pt x="1081" y="785"/>
                  <a:pt x="1027" y="767"/>
                  <a:pt x="972" y="767"/>
                </a:cubicBezTo>
                <a:close/>
                <a:moveTo>
                  <a:pt x="948" y="2570"/>
                </a:moveTo>
                <a:cubicBezTo>
                  <a:pt x="948" y="2570"/>
                  <a:pt x="941" y="2578"/>
                  <a:pt x="941" y="2578"/>
                </a:cubicBezTo>
                <a:cubicBezTo>
                  <a:pt x="941" y="2578"/>
                  <a:pt x="941" y="2570"/>
                  <a:pt x="948" y="2570"/>
                </a:cubicBezTo>
                <a:close/>
                <a:moveTo>
                  <a:pt x="918" y="2600"/>
                </a:moveTo>
                <a:lnTo>
                  <a:pt x="911" y="2607"/>
                </a:lnTo>
                <a:cubicBezTo>
                  <a:pt x="911" y="2600"/>
                  <a:pt x="911" y="2600"/>
                  <a:pt x="918" y="2600"/>
                </a:cubicBezTo>
                <a:close/>
                <a:moveTo>
                  <a:pt x="911" y="2615"/>
                </a:moveTo>
                <a:lnTo>
                  <a:pt x="904" y="2622"/>
                </a:lnTo>
                <a:cubicBezTo>
                  <a:pt x="904" y="2622"/>
                  <a:pt x="904" y="2615"/>
                  <a:pt x="911" y="2615"/>
                </a:cubicBezTo>
                <a:close/>
                <a:moveTo>
                  <a:pt x="1037" y="2615"/>
                </a:moveTo>
                <a:cubicBezTo>
                  <a:pt x="1044" y="2615"/>
                  <a:pt x="1044" y="2622"/>
                  <a:pt x="1044" y="2622"/>
                </a:cubicBezTo>
                <a:lnTo>
                  <a:pt x="1044" y="2637"/>
                </a:lnTo>
                <a:cubicBezTo>
                  <a:pt x="1044" y="2630"/>
                  <a:pt x="1044" y="2622"/>
                  <a:pt x="1037" y="2615"/>
                </a:cubicBezTo>
                <a:close/>
                <a:moveTo>
                  <a:pt x="941" y="2696"/>
                </a:moveTo>
                <a:cubicBezTo>
                  <a:pt x="941" y="2696"/>
                  <a:pt x="948" y="2696"/>
                  <a:pt x="948" y="2704"/>
                </a:cubicBezTo>
                <a:cubicBezTo>
                  <a:pt x="948" y="2704"/>
                  <a:pt x="941" y="2704"/>
                  <a:pt x="941" y="2696"/>
                </a:cubicBezTo>
                <a:close/>
                <a:moveTo>
                  <a:pt x="977" y="2433"/>
                </a:moveTo>
                <a:cubicBezTo>
                  <a:pt x="936" y="2433"/>
                  <a:pt x="895" y="2444"/>
                  <a:pt x="859" y="2467"/>
                </a:cubicBezTo>
                <a:cubicBezTo>
                  <a:pt x="822" y="2489"/>
                  <a:pt x="792" y="2519"/>
                  <a:pt x="778" y="2556"/>
                </a:cubicBezTo>
                <a:cubicBezTo>
                  <a:pt x="763" y="2600"/>
                  <a:pt x="763" y="2637"/>
                  <a:pt x="770" y="2681"/>
                </a:cubicBezTo>
                <a:cubicBezTo>
                  <a:pt x="778" y="2719"/>
                  <a:pt x="792" y="2756"/>
                  <a:pt x="822" y="2785"/>
                </a:cubicBezTo>
                <a:cubicBezTo>
                  <a:pt x="852" y="2815"/>
                  <a:pt x="889" y="2830"/>
                  <a:pt x="933" y="2844"/>
                </a:cubicBezTo>
                <a:lnTo>
                  <a:pt x="970" y="2844"/>
                </a:lnTo>
                <a:cubicBezTo>
                  <a:pt x="1000" y="2844"/>
                  <a:pt x="1029" y="2837"/>
                  <a:pt x="1052" y="2830"/>
                </a:cubicBezTo>
                <a:cubicBezTo>
                  <a:pt x="1089" y="2815"/>
                  <a:pt x="1126" y="2785"/>
                  <a:pt x="1148" y="2756"/>
                </a:cubicBezTo>
                <a:cubicBezTo>
                  <a:pt x="1170" y="2719"/>
                  <a:pt x="1178" y="2681"/>
                  <a:pt x="1178" y="2637"/>
                </a:cubicBezTo>
                <a:cubicBezTo>
                  <a:pt x="1178" y="2585"/>
                  <a:pt x="1155" y="2526"/>
                  <a:pt x="1118" y="2489"/>
                </a:cubicBezTo>
                <a:cubicBezTo>
                  <a:pt x="1081" y="2451"/>
                  <a:pt x="1029" y="2433"/>
                  <a:pt x="977" y="2433"/>
                </a:cubicBezTo>
                <a:close/>
                <a:moveTo>
                  <a:pt x="978" y="1"/>
                </a:moveTo>
                <a:cubicBezTo>
                  <a:pt x="711" y="1"/>
                  <a:pt x="467" y="97"/>
                  <a:pt x="289" y="282"/>
                </a:cubicBezTo>
                <a:cubicBezTo>
                  <a:pt x="104" y="467"/>
                  <a:pt x="0" y="712"/>
                  <a:pt x="0" y="971"/>
                </a:cubicBezTo>
                <a:cubicBezTo>
                  <a:pt x="0" y="1230"/>
                  <a:pt x="104" y="1474"/>
                  <a:pt x="289" y="1660"/>
                </a:cubicBezTo>
                <a:cubicBezTo>
                  <a:pt x="341" y="1711"/>
                  <a:pt x="407" y="1763"/>
                  <a:pt x="474" y="1800"/>
                </a:cubicBezTo>
                <a:cubicBezTo>
                  <a:pt x="407" y="1845"/>
                  <a:pt x="348" y="1889"/>
                  <a:pt x="289" y="1948"/>
                </a:cubicBezTo>
                <a:cubicBezTo>
                  <a:pt x="104" y="2134"/>
                  <a:pt x="0" y="2378"/>
                  <a:pt x="0" y="2637"/>
                </a:cubicBezTo>
                <a:cubicBezTo>
                  <a:pt x="0" y="2896"/>
                  <a:pt x="104" y="3141"/>
                  <a:pt x="289" y="3326"/>
                </a:cubicBezTo>
                <a:cubicBezTo>
                  <a:pt x="474" y="3511"/>
                  <a:pt x="718" y="3607"/>
                  <a:pt x="978" y="3607"/>
                </a:cubicBezTo>
                <a:lnTo>
                  <a:pt x="1392" y="3607"/>
                </a:lnTo>
                <a:cubicBezTo>
                  <a:pt x="1466" y="3607"/>
                  <a:pt x="1533" y="3548"/>
                  <a:pt x="1533" y="3474"/>
                </a:cubicBezTo>
                <a:lnTo>
                  <a:pt x="1533" y="3466"/>
                </a:lnTo>
                <a:cubicBezTo>
                  <a:pt x="1533" y="3392"/>
                  <a:pt x="1466" y="3333"/>
                  <a:pt x="1392" y="3333"/>
                </a:cubicBezTo>
                <a:lnTo>
                  <a:pt x="978" y="3333"/>
                </a:lnTo>
                <a:cubicBezTo>
                  <a:pt x="792" y="3333"/>
                  <a:pt x="615" y="3259"/>
                  <a:pt x="489" y="3126"/>
                </a:cubicBezTo>
                <a:cubicBezTo>
                  <a:pt x="356" y="2993"/>
                  <a:pt x="282" y="2822"/>
                  <a:pt x="282" y="2637"/>
                </a:cubicBezTo>
                <a:cubicBezTo>
                  <a:pt x="282" y="2452"/>
                  <a:pt x="356" y="2274"/>
                  <a:pt x="489" y="2148"/>
                </a:cubicBezTo>
                <a:cubicBezTo>
                  <a:pt x="615" y="2015"/>
                  <a:pt x="792" y="1941"/>
                  <a:pt x="978" y="1941"/>
                </a:cubicBezTo>
                <a:lnTo>
                  <a:pt x="1807" y="1941"/>
                </a:lnTo>
                <a:cubicBezTo>
                  <a:pt x="1888" y="1941"/>
                  <a:pt x="1948" y="1882"/>
                  <a:pt x="1948" y="1800"/>
                </a:cubicBezTo>
                <a:cubicBezTo>
                  <a:pt x="1948" y="1726"/>
                  <a:pt x="1888" y="1667"/>
                  <a:pt x="1807" y="1667"/>
                </a:cubicBezTo>
                <a:lnTo>
                  <a:pt x="978" y="1667"/>
                </a:lnTo>
                <a:cubicBezTo>
                  <a:pt x="792" y="1667"/>
                  <a:pt x="615" y="1593"/>
                  <a:pt x="489" y="1460"/>
                </a:cubicBezTo>
                <a:cubicBezTo>
                  <a:pt x="356" y="1326"/>
                  <a:pt x="282" y="1156"/>
                  <a:pt x="282" y="971"/>
                </a:cubicBezTo>
                <a:cubicBezTo>
                  <a:pt x="282" y="786"/>
                  <a:pt x="356" y="608"/>
                  <a:pt x="489" y="482"/>
                </a:cubicBezTo>
                <a:cubicBezTo>
                  <a:pt x="615" y="349"/>
                  <a:pt x="792" y="275"/>
                  <a:pt x="978" y="275"/>
                </a:cubicBezTo>
                <a:lnTo>
                  <a:pt x="3199" y="275"/>
                </a:lnTo>
                <a:cubicBezTo>
                  <a:pt x="3340" y="275"/>
                  <a:pt x="3473" y="319"/>
                  <a:pt x="3592" y="393"/>
                </a:cubicBezTo>
                <a:cubicBezTo>
                  <a:pt x="3703" y="475"/>
                  <a:pt x="3792" y="586"/>
                  <a:pt x="3843" y="719"/>
                </a:cubicBezTo>
                <a:cubicBezTo>
                  <a:pt x="3895" y="852"/>
                  <a:pt x="3903" y="993"/>
                  <a:pt x="3873" y="1126"/>
                </a:cubicBezTo>
                <a:cubicBezTo>
                  <a:pt x="3843" y="1267"/>
                  <a:pt x="3769" y="1386"/>
                  <a:pt x="3666" y="1482"/>
                </a:cubicBezTo>
                <a:cubicBezTo>
                  <a:pt x="3614" y="1534"/>
                  <a:pt x="3606" y="1623"/>
                  <a:pt x="3658" y="1682"/>
                </a:cubicBezTo>
                <a:cubicBezTo>
                  <a:pt x="3686" y="1710"/>
                  <a:pt x="3724" y="1725"/>
                  <a:pt x="3763" y="1725"/>
                </a:cubicBezTo>
                <a:cubicBezTo>
                  <a:pt x="3797" y="1725"/>
                  <a:pt x="3831" y="1713"/>
                  <a:pt x="3858" y="1689"/>
                </a:cubicBezTo>
                <a:cubicBezTo>
                  <a:pt x="3999" y="1556"/>
                  <a:pt x="4103" y="1378"/>
                  <a:pt x="4147" y="1193"/>
                </a:cubicBezTo>
                <a:cubicBezTo>
                  <a:pt x="4191" y="1001"/>
                  <a:pt x="4177" y="801"/>
                  <a:pt x="4103" y="615"/>
                </a:cubicBezTo>
                <a:cubicBezTo>
                  <a:pt x="4028" y="438"/>
                  <a:pt x="3910" y="282"/>
                  <a:pt x="3747" y="171"/>
                </a:cubicBezTo>
                <a:cubicBezTo>
                  <a:pt x="3584" y="60"/>
                  <a:pt x="3392" y="1"/>
                  <a:pt x="3199" y="1"/>
                </a:cubicBezTo>
                <a:close/>
                <a:moveTo>
                  <a:pt x="2918" y="2082"/>
                </a:moveTo>
                <a:cubicBezTo>
                  <a:pt x="3029" y="2082"/>
                  <a:pt x="3140" y="2104"/>
                  <a:pt x="3236" y="2148"/>
                </a:cubicBezTo>
                <a:cubicBezTo>
                  <a:pt x="3340" y="2185"/>
                  <a:pt x="3429" y="2252"/>
                  <a:pt x="3510" y="2326"/>
                </a:cubicBezTo>
                <a:cubicBezTo>
                  <a:pt x="3584" y="2408"/>
                  <a:pt x="3643" y="2496"/>
                  <a:pt x="3688" y="2600"/>
                </a:cubicBezTo>
                <a:cubicBezTo>
                  <a:pt x="3732" y="2696"/>
                  <a:pt x="3755" y="2807"/>
                  <a:pt x="3755" y="2918"/>
                </a:cubicBezTo>
                <a:cubicBezTo>
                  <a:pt x="3755" y="3022"/>
                  <a:pt x="3732" y="3133"/>
                  <a:pt x="3688" y="3237"/>
                </a:cubicBezTo>
                <a:cubicBezTo>
                  <a:pt x="3643" y="3333"/>
                  <a:pt x="3584" y="3429"/>
                  <a:pt x="3510" y="3503"/>
                </a:cubicBezTo>
                <a:cubicBezTo>
                  <a:pt x="3429" y="3585"/>
                  <a:pt x="3340" y="3644"/>
                  <a:pt x="3236" y="3681"/>
                </a:cubicBezTo>
                <a:lnTo>
                  <a:pt x="3236" y="3689"/>
                </a:lnTo>
                <a:cubicBezTo>
                  <a:pt x="3136" y="3729"/>
                  <a:pt x="3029" y="3750"/>
                  <a:pt x="2921" y="3750"/>
                </a:cubicBezTo>
                <a:cubicBezTo>
                  <a:pt x="2812" y="3750"/>
                  <a:pt x="2703" y="3729"/>
                  <a:pt x="2599" y="3689"/>
                </a:cubicBezTo>
                <a:cubicBezTo>
                  <a:pt x="2496" y="3644"/>
                  <a:pt x="2407" y="3585"/>
                  <a:pt x="2333" y="3503"/>
                </a:cubicBezTo>
                <a:cubicBezTo>
                  <a:pt x="2251" y="3429"/>
                  <a:pt x="2192" y="3333"/>
                  <a:pt x="2148" y="3237"/>
                </a:cubicBezTo>
                <a:cubicBezTo>
                  <a:pt x="2103" y="3133"/>
                  <a:pt x="2088" y="3022"/>
                  <a:pt x="2088" y="2918"/>
                </a:cubicBezTo>
                <a:cubicBezTo>
                  <a:pt x="2088" y="2807"/>
                  <a:pt x="2103" y="2696"/>
                  <a:pt x="2148" y="2600"/>
                </a:cubicBezTo>
                <a:cubicBezTo>
                  <a:pt x="2192" y="2496"/>
                  <a:pt x="2251" y="2408"/>
                  <a:pt x="2333" y="2326"/>
                </a:cubicBezTo>
                <a:cubicBezTo>
                  <a:pt x="2407" y="2252"/>
                  <a:pt x="2496" y="2185"/>
                  <a:pt x="2599" y="2148"/>
                </a:cubicBezTo>
                <a:cubicBezTo>
                  <a:pt x="2703" y="2104"/>
                  <a:pt x="2807" y="2082"/>
                  <a:pt x="2918" y="2082"/>
                </a:cubicBezTo>
                <a:close/>
                <a:moveTo>
                  <a:pt x="2921" y="1806"/>
                </a:moveTo>
                <a:cubicBezTo>
                  <a:pt x="2777" y="1806"/>
                  <a:pt x="2633" y="1834"/>
                  <a:pt x="2496" y="1889"/>
                </a:cubicBezTo>
                <a:cubicBezTo>
                  <a:pt x="2362" y="1948"/>
                  <a:pt x="2236" y="2030"/>
                  <a:pt x="2133" y="2134"/>
                </a:cubicBezTo>
                <a:cubicBezTo>
                  <a:pt x="2029" y="2237"/>
                  <a:pt x="1948" y="2356"/>
                  <a:pt x="1896" y="2489"/>
                </a:cubicBezTo>
                <a:cubicBezTo>
                  <a:pt x="1837" y="2622"/>
                  <a:pt x="1807" y="2770"/>
                  <a:pt x="1807" y="2918"/>
                </a:cubicBezTo>
                <a:cubicBezTo>
                  <a:pt x="1807" y="3059"/>
                  <a:pt x="1837" y="3207"/>
                  <a:pt x="1896" y="3341"/>
                </a:cubicBezTo>
                <a:cubicBezTo>
                  <a:pt x="1948" y="3474"/>
                  <a:pt x="2029" y="3600"/>
                  <a:pt x="2133" y="3703"/>
                </a:cubicBezTo>
                <a:cubicBezTo>
                  <a:pt x="2236" y="3807"/>
                  <a:pt x="2362" y="3881"/>
                  <a:pt x="2496" y="3940"/>
                </a:cubicBezTo>
                <a:cubicBezTo>
                  <a:pt x="2629" y="4000"/>
                  <a:pt x="2777" y="4022"/>
                  <a:pt x="2918" y="4022"/>
                </a:cubicBezTo>
                <a:cubicBezTo>
                  <a:pt x="3066" y="4022"/>
                  <a:pt x="3207" y="4000"/>
                  <a:pt x="3347" y="3940"/>
                </a:cubicBezTo>
                <a:cubicBezTo>
                  <a:pt x="3436" y="3903"/>
                  <a:pt x="3525" y="3852"/>
                  <a:pt x="3599" y="3792"/>
                </a:cubicBezTo>
                <a:lnTo>
                  <a:pt x="4214" y="4399"/>
                </a:lnTo>
                <a:cubicBezTo>
                  <a:pt x="4236" y="4429"/>
                  <a:pt x="4273" y="4444"/>
                  <a:pt x="4310" y="4444"/>
                </a:cubicBezTo>
                <a:cubicBezTo>
                  <a:pt x="4347" y="4444"/>
                  <a:pt x="4377" y="4429"/>
                  <a:pt x="4406" y="4399"/>
                </a:cubicBezTo>
                <a:cubicBezTo>
                  <a:pt x="4458" y="4348"/>
                  <a:pt x="4458" y="4259"/>
                  <a:pt x="4406" y="4207"/>
                </a:cubicBezTo>
                <a:lnTo>
                  <a:pt x="3799" y="3592"/>
                </a:lnTo>
                <a:cubicBezTo>
                  <a:pt x="3858" y="3518"/>
                  <a:pt x="3910" y="3429"/>
                  <a:pt x="3947" y="3341"/>
                </a:cubicBezTo>
                <a:cubicBezTo>
                  <a:pt x="3999" y="3207"/>
                  <a:pt x="4028" y="3059"/>
                  <a:pt x="4028" y="2918"/>
                </a:cubicBezTo>
                <a:cubicBezTo>
                  <a:pt x="4028" y="2770"/>
                  <a:pt x="3999" y="2622"/>
                  <a:pt x="3947" y="2489"/>
                </a:cubicBezTo>
                <a:cubicBezTo>
                  <a:pt x="3888" y="2356"/>
                  <a:pt x="3806" y="2237"/>
                  <a:pt x="3703" y="2134"/>
                </a:cubicBezTo>
                <a:cubicBezTo>
                  <a:pt x="3599" y="2030"/>
                  <a:pt x="3481" y="1948"/>
                  <a:pt x="3347" y="1889"/>
                </a:cubicBezTo>
                <a:cubicBezTo>
                  <a:pt x="3210" y="1834"/>
                  <a:pt x="3066" y="1806"/>
                  <a:pt x="2921" y="1806"/>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77"/>
          <p:cNvSpPr/>
          <p:nvPr/>
        </p:nvSpPr>
        <p:spPr>
          <a:xfrm>
            <a:off x="1501625" y="3295175"/>
            <a:ext cx="335550" cy="333300"/>
          </a:xfrm>
          <a:custGeom>
            <a:rect b="b" l="l" r="r" t="t"/>
            <a:pathLst>
              <a:path extrusionOk="0" h="4444" w="4474">
                <a:moveTo>
                  <a:pt x="1445" y="445"/>
                </a:moveTo>
                <a:lnTo>
                  <a:pt x="1445" y="445"/>
                </a:lnTo>
                <a:cubicBezTo>
                  <a:pt x="1393" y="564"/>
                  <a:pt x="1348" y="690"/>
                  <a:pt x="1304" y="830"/>
                </a:cubicBezTo>
                <a:lnTo>
                  <a:pt x="874" y="830"/>
                </a:lnTo>
                <a:cubicBezTo>
                  <a:pt x="1045" y="667"/>
                  <a:pt x="1237" y="541"/>
                  <a:pt x="1445" y="445"/>
                </a:cubicBezTo>
                <a:close/>
                <a:moveTo>
                  <a:pt x="2216" y="277"/>
                </a:moveTo>
                <a:cubicBezTo>
                  <a:pt x="2362" y="277"/>
                  <a:pt x="2509" y="294"/>
                  <a:pt x="2652" y="327"/>
                </a:cubicBezTo>
                <a:lnTo>
                  <a:pt x="2652" y="319"/>
                </a:lnTo>
                <a:cubicBezTo>
                  <a:pt x="2740" y="490"/>
                  <a:pt x="2822" y="652"/>
                  <a:pt x="2881" y="830"/>
                </a:cubicBezTo>
                <a:lnTo>
                  <a:pt x="1593" y="830"/>
                </a:lnTo>
                <a:cubicBezTo>
                  <a:pt x="1659" y="638"/>
                  <a:pt x="1733" y="460"/>
                  <a:pt x="1822" y="327"/>
                </a:cubicBezTo>
                <a:cubicBezTo>
                  <a:pt x="1830" y="319"/>
                  <a:pt x="1844" y="319"/>
                  <a:pt x="1859" y="312"/>
                </a:cubicBezTo>
                <a:cubicBezTo>
                  <a:pt x="1976" y="289"/>
                  <a:pt x="2096" y="277"/>
                  <a:pt x="2216" y="277"/>
                </a:cubicBezTo>
                <a:close/>
                <a:moveTo>
                  <a:pt x="3022" y="445"/>
                </a:moveTo>
                <a:lnTo>
                  <a:pt x="3022" y="445"/>
                </a:lnTo>
                <a:cubicBezTo>
                  <a:pt x="3237" y="541"/>
                  <a:pt x="3429" y="667"/>
                  <a:pt x="3592" y="830"/>
                </a:cubicBezTo>
                <a:lnTo>
                  <a:pt x="3170" y="830"/>
                </a:lnTo>
                <a:cubicBezTo>
                  <a:pt x="3133" y="697"/>
                  <a:pt x="3081" y="571"/>
                  <a:pt x="3022" y="445"/>
                </a:cubicBezTo>
                <a:close/>
                <a:moveTo>
                  <a:pt x="1237" y="1112"/>
                </a:moveTo>
                <a:cubicBezTo>
                  <a:pt x="1178" y="1371"/>
                  <a:pt x="1148" y="1652"/>
                  <a:pt x="1134" y="1941"/>
                </a:cubicBezTo>
                <a:lnTo>
                  <a:pt x="312" y="1941"/>
                </a:lnTo>
                <a:cubicBezTo>
                  <a:pt x="319" y="1911"/>
                  <a:pt x="319" y="1874"/>
                  <a:pt x="326" y="1837"/>
                </a:cubicBezTo>
                <a:cubicBezTo>
                  <a:pt x="378" y="1578"/>
                  <a:pt x="489" y="1326"/>
                  <a:pt x="645" y="1112"/>
                </a:cubicBezTo>
                <a:close/>
                <a:moveTo>
                  <a:pt x="1126" y="2222"/>
                </a:moveTo>
                <a:cubicBezTo>
                  <a:pt x="1126" y="2511"/>
                  <a:pt x="1148" y="2793"/>
                  <a:pt x="1185" y="3052"/>
                </a:cubicBezTo>
                <a:lnTo>
                  <a:pt x="482" y="3052"/>
                </a:lnTo>
                <a:cubicBezTo>
                  <a:pt x="467" y="3022"/>
                  <a:pt x="452" y="2993"/>
                  <a:pt x="437" y="2963"/>
                </a:cubicBezTo>
                <a:cubicBezTo>
                  <a:pt x="341" y="2726"/>
                  <a:pt x="289" y="2474"/>
                  <a:pt x="289" y="2222"/>
                </a:cubicBezTo>
                <a:close/>
                <a:moveTo>
                  <a:pt x="2933" y="2082"/>
                </a:moveTo>
                <a:cubicBezTo>
                  <a:pt x="3155" y="2082"/>
                  <a:pt x="3362" y="2171"/>
                  <a:pt x="3518" y="2326"/>
                </a:cubicBezTo>
                <a:cubicBezTo>
                  <a:pt x="3673" y="2482"/>
                  <a:pt x="3762" y="2689"/>
                  <a:pt x="3762" y="2918"/>
                </a:cubicBezTo>
                <a:cubicBezTo>
                  <a:pt x="3762" y="3141"/>
                  <a:pt x="3673" y="3348"/>
                  <a:pt x="3518" y="3503"/>
                </a:cubicBezTo>
                <a:cubicBezTo>
                  <a:pt x="3362" y="3659"/>
                  <a:pt x="3155" y="3748"/>
                  <a:pt x="2933" y="3748"/>
                </a:cubicBezTo>
                <a:cubicBezTo>
                  <a:pt x="2711" y="3748"/>
                  <a:pt x="2496" y="3659"/>
                  <a:pt x="2341" y="3503"/>
                </a:cubicBezTo>
                <a:cubicBezTo>
                  <a:pt x="2185" y="3348"/>
                  <a:pt x="2096" y="3133"/>
                  <a:pt x="2096" y="2918"/>
                </a:cubicBezTo>
                <a:cubicBezTo>
                  <a:pt x="2096" y="2696"/>
                  <a:pt x="2185" y="2482"/>
                  <a:pt x="2341" y="2326"/>
                </a:cubicBezTo>
                <a:cubicBezTo>
                  <a:pt x="2496" y="2171"/>
                  <a:pt x="2711" y="2082"/>
                  <a:pt x="2933" y="2082"/>
                </a:cubicBezTo>
                <a:close/>
                <a:moveTo>
                  <a:pt x="1237" y="3333"/>
                </a:moveTo>
                <a:cubicBezTo>
                  <a:pt x="1289" y="3578"/>
                  <a:pt x="1356" y="3800"/>
                  <a:pt x="1445" y="3992"/>
                </a:cubicBezTo>
                <a:cubicBezTo>
                  <a:pt x="1341" y="3948"/>
                  <a:pt x="1245" y="3896"/>
                  <a:pt x="1156" y="3837"/>
                </a:cubicBezTo>
                <a:cubicBezTo>
                  <a:pt x="948" y="3703"/>
                  <a:pt x="778" y="3526"/>
                  <a:pt x="637" y="3333"/>
                </a:cubicBezTo>
                <a:close/>
                <a:moveTo>
                  <a:pt x="2238" y="0"/>
                </a:moveTo>
                <a:cubicBezTo>
                  <a:pt x="2093" y="0"/>
                  <a:pt x="1947" y="15"/>
                  <a:pt x="1800" y="45"/>
                </a:cubicBezTo>
                <a:cubicBezTo>
                  <a:pt x="1778" y="45"/>
                  <a:pt x="1748" y="53"/>
                  <a:pt x="1719" y="60"/>
                </a:cubicBezTo>
                <a:cubicBezTo>
                  <a:pt x="1704" y="60"/>
                  <a:pt x="1696" y="67"/>
                  <a:pt x="1681" y="67"/>
                </a:cubicBezTo>
                <a:cubicBezTo>
                  <a:pt x="1296" y="171"/>
                  <a:pt x="948" y="371"/>
                  <a:pt x="667" y="652"/>
                </a:cubicBezTo>
                <a:cubicBezTo>
                  <a:pt x="593" y="727"/>
                  <a:pt x="519" y="808"/>
                  <a:pt x="460" y="889"/>
                </a:cubicBezTo>
                <a:cubicBezTo>
                  <a:pt x="460" y="889"/>
                  <a:pt x="452" y="889"/>
                  <a:pt x="452" y="897"/>
                </a:cubicBezTo>
                <a:cubicBezTo>
                  <a:pt x="260" y="1156"/>
                  <a:pt x="119" y="1460"/>
                  <a:pt x="60" y="1785"/>
                </a:cubicBezTo>
                <a:cubicBezTo>
                  <a:pt x="38" y="1874"/>
                  <a:pt x="30" y="1963"/>
                  <a:pt x="23" y="2052"/>
                </a:cubicBezTo>
                <a:cubicBezTo>
                  <a:pt x="23" y="2067"/>
                  <a:pt x="15" y="2074"/>
                  <a:pt x="15" y="2082"/>
                </a:cubicBezTo>
                <a:lnTo>
                  <a:pt x="15" y="2089"/>
                </a:lnTo>
                <a:cubicBezTo>
                  <a:pt x="1" y="2422"/>
                  <a:pt x="52" y="2756"/>
                  <a:pt x="186" y="3074"/>
                </a:cubicBezTo>
                <a:cubicBezTo>
                  <a:pt x="208" y="3133"/>
                  <a:pt x="237" y="3185"/>
                  <a:pt x="260" y="3244"/>
                </a:cubicBezTo>
                <a:cubicBezTo>
                  <a:pt x="267" y="3259"/>
                  <a:pt x="275" y="3266"/>
                  <a:pt x="282" y="3274"/>
                </a:cubicBezTo>
                <a:cubicBezTo>
                  <a:pt x="452" y="3592"/>
                  <a:pt x="697" y="3866"/>
                  <a:pt x="1000" y="4074"/>
                </a:cubicBezTo>
                <a:cubicBezTo>
                  <a:pt x="1215" y="4214"/>
                  <a:pt x="1445" y="4311"/>
                  <a:pt x="1689" y="4377"/>
                </a:cubicBezTo>
                <a:cubicBezTo>
                  <a:pt x="1696" y="4377"/>
                  <a:pt x="1704" y="4377"/>
                  <a:pt x="1711" y="4385"/>
                </a:cubicBezTo>
                <a:cubicBezTo>
                  <a:pt x="1881" y="4422"/>
                  <a:pt x="2052" y="4444"/>
                  <a:pt x="2237" y="4444"/>
                </a:cubicBezTo>
                <a:cubicBezTo>
                  <a:pt x="2311" y="4444"/>
                  <a:pt x="2370" y="4385"/>
                  <a:pt x="2370" y="4311"/>
                </a:cubicBezTo>
                <a:cubicBezTo>
                  <a:pt x="2370" y="4229"/>
                  <a:pt x="2311" y="4170"/>
                  <a:pt x="2237" y="4170"/>
                </a:cubicBezTo>
                <a:lnTo>
                  <a:pt x="2237" y="4163"/>
                </a:lnTo>
                <a:cubicBezTo>
                  <a:pt x="2096" y="4163"/>
                  <a:pt x="1955" y="4148"/>
                  <a:pt x="1822" y="4118"/>
                </a:cubicBezTo>
                <a:cubicBezTo>
                  <a:pt x="1563" y="3703"/>
                  <a:pt x="1400" y="2985"/>
                  <a:pt x="1400" y="2222"/>
                </a:cubicBezTo>
                <a:lnTo>
                  <a:pt x="1681" y="2222"/>
                </a:lnTo>
                <a:cubicBezTo>
                  <a:pt x="1756" y="2222"/>
                  <a:pt x="1822" y="2156"/>
                  <a:pt x="1822" y="2082"/>
                </a:cubicBezTo>
                <a:cubicBezTo>
                  <a:pt x="1822" y="2008"/>
                  <a:pt x="1756" y="1941"/>
                  <a:pt x="1681" y="1941"/>
                </a:cubicBezTo>
                <a:lnTo>
                  <a:pt x="1407" y="1941"/>
                </a:lnTo>
                <a:cubicBezTo>
                  <a:pt x="1422" y="1645"/>
                  <a:pt x="1459" y="1363"/>
                  <a:pt x="1519" y="1112"/>
                </a:cubicBezTo>
                <a:lnTo>
                  <a:pt x="2955" y="1112"/>
                </a:lnTo>
                <a:cubicBezTo>
                  <a:pt x="2977" y="1208"/>
                  <a:pt x="2992" y="1304"/>
                  <a:pt x="3007" y="1400"/>
                </a:cubicBezTo>
                <a:cubicBezTo>
                  <a:pt x="3014" y="1474"/>
                  <a:pt x="3074" y="1526"/>
                  <a:pt x="3148" y="1526"/>
                </a:cubicBezTo>
                <a:lnTo>
                  <a:pt x="3162" y="1526"/>
                </a:lnTo>
                <a:cubicBezTo>
                  <a:pt x="3237" y="1519"/>
                  <a:pt x="3296" y="1445"/>
                  <a:pt x="3281" y="1371"/>
                </a:cubicBezTo>
                <a:cubicBezTo>
                  <a:pt x="3274" y="1282"/>
                  <a:pt x="3259" y="1193"/>
                  <a:pt x="3237" y="1112"/>
                </a:cubicBezTo>
                <a:lnTo>
                  <a:pt x="3829" y="1112"/>
                </a:lnTo>
                <a:lnTo>
                  <a:pt x="3851" y="1141"/>
                </a:lnTo>
                <a:cubicBezTo>
                  <a:pt x="4066" y="1460"/>
                  <a:pt x="4177" y="1837"/>
                  <a:pt x="4177" y="2222"/>
                </a:cubicBezTo>
                <a:cubicBezTo>
                  <a:pt x="4177" y="2296"/>
                  <a:pt x="4244" y="2363"/>
                  <a:pt x="4318" y="2363"/>
                </a:cubicBezTo>
                <a:cubicBezTo>
                  <a:pt x="4399" y="2363"/>
                  <a:pt x="4458" y="2296"/>
                  <a:pt x="4458" y="2222"/>
                </a:cubicBezTo>
                <a:cubicBezTo>
                  <a:pt x="4458" y="1778"/>
                  <a:pt x="4325" y="1356"/>
                  <a:pt x="4081" y="986"/>
                </a:cubicBezTo>
                <a:cubicBezTo>
                  <a:pt x="4066" y="956"/>
                  <a:pt x="4044" y="926"/>
                  <a:pt x="4021" y="904"/>
                </a:cubicBezTo>
                <a:cubicBezTo>
                  <a:pt x="4014" y="897"/>
                  <a:pt x="4014" y="889"/>
                  <a:pt x="4007" y="882"/>
                </a:cubicBezTo>
                <a:cubicBezTo>
                  <a:pt x="3770" y="564"/>
                  <a:pt x="3451" y="319"/>
                  <a:pt x="3088" y="171"/>
                </a:cubicBezTo>
                <a:cubicBezTo>
                  <a:pt x="2985" y="127"/>
                  <a:pt x="2881" y="90"/>
                  <a:pt x="2777" y="67"/>
                </a:cubicBezTo>
                <a:lnTo>
                  <a:pt x="2763" y="67"/>
                </a:lnTo>
                <a:cubicBezTo>
                  <a:pt x="2592" y="23"/>
                  <a:pt x="2416" y="0"/>
                  <a:pt x="2238" y="0"/>
                </a:cubicBezTo>
                <a:close/>
                <a:moveTo>
                  <a:pt x="2933" y="1808"/>
                </a:moveTo>
                <a:cubicBezTo>
                  <a:pt x="2629" y="1808"/>
                  <a:pt x="2355" y="1919"/>
                  <a:pt x="2148" y="2126"/>
                </a:cubicBezTo>
                <a:cubicBezTo>
                  <a:pt x="1933" y="2341"/>
                  <a:pt x="1822" y="2615"/>
                  <a:pt x="1822" y="2918"/>
                </a:cubicBezTo>
                <a:cubicBezTo>
                  <a:pt x="1822" y="3215"/>
                  <a:pt x="1933" y="3489"/>
                  <a:pt x="2148" y="3703"/>
                </a:cubicBezTo>
                <a:cubicBezTo>
                  <a:pt x="2355" y="3911"/>
                  <a:pt x="2637" y="4029"/>
                  <a:pt x="2933" y="4029"/>
                </a:cubicBezTo>
                <a:cubicBezTo>
                  <a:pt x="3177" y="4029"/>
                  <a:pt x="3414" y="3940"/>
                  <a:pt x="3614" y="3792"/>
                </a:cubicBezTo>
                <a:lnTo>
                  <a:pt x="4221" y="4399"/>
                </a:lnTo>
                <a:cubicBezTo>
                  <a:pt x="4244" y="4429"/>
                  <a:pt x="4281" y="4444"/>
                  <a:pt x="4318" y="4444"/>
                </a:cubicBezTo>
                <a:cubicBezTo>
                  <a:pt x="4355" y="4444"/>
                  <a:pt x="4392" y="4429"/>
                  <a:pt x="4414" y="4399"/>
                </a:cubicBezTo>
                <a:cubicBezTo>
                  <a:pt x="4473" y="4348"/>
                  <a:pt x="4473" y="4259"/>
                  <a:pt x="4414" y="4207"/>
                </a:cubicBezTo>
                <a:lnTo>
                  <a:pt x="3807" y="3592"/>
                </a:lnTo>
                <a:cubicBezTo>
                  <a:pt x="3955" y="3400"/>
                  <a:pt x="4044" y="3163"/>
                  <a:pt x="4044" y="2918"/>
                </a:cubicBezTo>
                <a:cubicBezTo>
                  <a:pt x="4044" y="2622"/>
                  <a:pt x="3925" y="2341"/>
                  <a:pt x="3718" y="2126"/>
                </a:cubicBezTo>
                <a:cubicBezTo>
                  <a:pt x="3503" y="1919"/>
                  <a:pt x="3229" y="1808"/>
                  <a:pt x="2933" y="1808"/>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77"/>
          <p:cNvSpPr/>
          <p:nvPr/>
        </p:nvSpPr>
        <p:spPr>
          <a:xfrm>
            <a:off x="1502750" y="2266400"/>
            <a:ext cx="334425" cy="333300"/>
          </a:xfrm>
          <a:custGeom>
            <a:rect b="b" l="l" r="r" t="t"/>
            <a:pathLst>
              <a:path extrusionOk="0" h="4444" w="4459">
                <a:moveTo>
                  <a:pt x="2918" y="2082"/>
                </a:moveTo>
                <a:cubicBezTo>
                  <a:pt x="3140" y="2082"/>
                  <a:pt x="3347" y="2170"/>
                  <a:pt x="3503" y="2326"/>
                </a:cubicBezTo>
                <a:cubicBezTo>
                  <a:pt x="3658" y="2481"/>
                  <a:pt x="3747" y="2696"/>
                  <a:pt x="3747" y="2918"/>
                </a:cubicBezTo>
                <a:cubicBezTo>
                  <a:pt x="3747" y="3141"/>
                  <a:pt x="3658" y="3348"/>
                  <a:pt x="3503" y="3503"/>
                </a:cubicBezTo>
                <a:cubicBezTo>
                  <a:pt x="3347" y="3659"/>
                  <a:pt x="3140" y="3748"/>
                  <a:pt x="2918" y="3748"/>
                </a:cubicBezTo>
                <a:cubicBezTo>
                  <a:pt x="2696" y="3748"/>
                  <a:pt x="2481" y="3659"/>
                  <a:pt x="2326" y="3503"/>
                </a:cubicBezTo>
                <a:cubicBezTo>
                  <a:pt x="2170" y="3348"/>
                  <a:pt x="2081" y="3141"/>
                  <a:pt x="2081" y="2918"/>
                </a:cubicBezTo>
                <a:cubicBezTo>
                  <a:pt x="2081" y="2696"/>
                  <a:pt x="2170" y="2481"/>
                  <a:pt x="2326" y="2326"/>
                </a:cubicBezTo>
                <a:cubicBezTo>
                  <a:pt x="2481" y="2170"/>
                  <a:pt x="2696" y="2082"/>
                  <a:pt x="2918" y="2082"/>
                </a:cubicBezTo>
                <a:close/>
                <a:moveTo>
                  <a:pt x="2222" y="1"/>
                </a:moveTo>
                <a:cubicBezTo>
                  <a:pt x="956" y="1"/>
                  <a:pt x="0" y="415"/>
                  <a:pt x="0" y="971"/>
                </a:cubicBezTo>
                <a:lnTo>
                  <a:pt x="0" y="3192"/>
                </a:lnTo>
                <a:cubicBezTo>
                  <a:pt x="0" y="3681"/>
                  <a:pt x="719" y="4059"/>
                  <a:pt x="1792" y="4148"/>
                </a:cubicBezTo>
                <a:lnTo>
                  <a:pt x="1807" y="4148"/>
                </a:lnTo>
                <a:cubicBezTo>
                  <a:pt x="1881" y="4148"/>
                  <a:pt x="1940" y="4096"/>
                  <a:pt x="1948" y="4022"/>
                </a:cubicBezTo>
                <a:cubicBezTo>
                  <a:pt x="1948" y="3948"/>
                  <a:pt x="1896" y="3881"/>
                  <a:pt x="1815" y="3874"/>
                </a:cubicBezTo>
                <a:cubicBezTo>
                  <a:pt x="852" y="3792"/>
                  <a:pt x="274" y="3466"/>
                  <a:pt x="274" y="3192"/>
                </a:cubicBezTo>
                <a:lnTo>
                  <a:pt x="274" y="2563"/>
                </a:lnTo>
                <a:cubicBezTo>
                  <a:pt x="511" y="2755"/>
                  <a:pt x="889" y="2904"/>
                  <a:pt x="1370" y="2985"/>
                </a:cubicBezTo>
                <a:lnTo>
                  <a:pt x="1392" y="2985"/>
                </a:lnTo>
                <a:cubicBezTo>
                  <a:pt x="1459" y="2985"/>
                  <a:pt x="1518" y="2941"/>
                  <a:pt x="1533" y="2867"/>
                </a:cubicBezTo>
                <a:cubicBezTo>
                  <a:pt x="1541" y="2792"/>
                  <a:pt x="1496" y="2726"/>
                  <a:pt x="1415" y="2711"/>
                </a:cubicBezTo>
                <a:cubicBezTo>
                  <a:pt x="748" y="2593"/>
                  <a:pt x="274" y="2333"/>
                  <a:pt x="274" y="2082"/>
                </a:cubicBezTo>
                <a:lnTo>
                  <a:pt x="274" y="1460"/>
                </a:lnTo>
                <a:cubicBezTo>
                  <a:pt x="578" y="1697"/>
                  <a:pt x="1119" y="1874"/>
                  <a:pt x="1792" y="1926"/>
                </a:cubicBezTo>
                <a:lnTo>
                  <a:pt x="1807" y="1926"/>
                </a:lnTo>
                <a:cubicBezTo>
                  <a:pt x="1881" y="1926"/>
                  <a:pt x="1940" y="1874"/>
                  <a:pt x="1948" y="1800"/>
                </a:cubicBezTo>
                <a:cubicBezTo>
                  <a:pt x="1948" y="1726"/>
                  <a:pt x="1896" y="1652"/>
                  <a:pt x="1815" y="1652"/>
                </a:cubicBezTo>
                <a:cubicBezTo>
                  <a:pt x="852" y="1571"/>
                  <a:pt x="274" y="1245"/>
                  <a:pt x="274" y="971"/>
                </a:cubicBezTo>
                <a:cubicBezTo>
                  <a:pt x="274" y="645"/>
                  <a:pt x="1074" y="275"/>
                  <a:pt x="2222" y="275"/>
                </a:cubicBezTo>
                <a:cubicBezTo>
                  <a:pt x="3362" y="275"/>
                  <a:pt x="4162" y="645"/>
                  <a:pt x="4162" y="971"/>
                </a:cubicBezTo>
                <a:cubicBezTo>
                  <a:pt x="4162" y="1119"/>
                  <a:pt x="3992" y="1282"/>
                  <a:pt x="3695" y="1408"/>
                </a:cubicBezTo>
                <a:cubicBezTo>
                  <a:pt x="3621" y="1437"/>
                  <a:pt x="3592" y="1519"/>
                  <a:pt x="3621" y="1593"/>
                </a:cubicBezTo>
                <a:cubicBezTo>
                  <a:pt x="3644" y="1644"/>
                  <a:pt x="3697" y="1677"/>
                  <a:pt x="3753" y="1677"/>
                </a:cubicBezTo>
                <a:cubicBezTo>
                  <a:pt x="3771" y="1677"/>
                  <a:pt x="3789" y="1674"/>
                  <a:pt x="3807" y="1667"/>
                </a:cubicBezTo>
                <a:cubicBezTo>
                  <a:pt x="3947" y="1600"/>
                  <a:pt x="4066" y="1534"/>
                  <a:pt x="4162" y="1452"/>
                </a:cubicBezTo>
                <a:lnTo>
                  <a:pt x="4162" y="2082"/>
                </a:lnTo>
                <a:cubicBezTo>
                  <a:pt x="4162" y="2156"/>
                  <a:pt x="4229" y="2222"/>
                  <a:pt x="4303" y="2222"/>
                </a:cubicBezTo>
                <a:cubicBezTo>
                  <a:pt x="4384" y="2222"/>
                  <a:pt x="4443" y="2156"/>
                  <a:pt x="4443" y="2082"/>
                </a:cubicBezTo>
                <a:lnTo>
                  <a:pt x="4443" y="971"/>
                </a:lnTo>
                <a:cubicBezTo>
                  <a:pt x="4443" y="415"/>
                  <a:pt x="3488" y="1"/>
                  <a:pt x="2222" y="1"/>
                </a:cubicBezTo>
                <a:close/>
                <a:moveTo>
                  <a:pt x="2918" y="1808"/>
                </a:moveTo>
                <a:cubicBezTo>
                  <a:pt x="2622" y="1808"/>
                  <a:pt x="2340" y="1919"/>
                  <a:pt x="2133" y="2126"/>
                </a:cubicBezTo>
                <a:cubicBezTo>
                  <a:pt x="1918" y="2341"/>
                  <a:pt x="1807" y="2615"/>
                  <a:pt x="1807" y="2918"/>
                </a:cubicBezTo>
                <a:cubicBezTo>
                  <a:pt x="1807" y="3215"/>
                  <a:pt x="1918" y="3489"/>
                  <a:pt x="2133" y="3703"/>
                </a:cubicBezTo>
                <a:cubicBezTo>
                  <a:pt x="2340" y="3911"/>
                  <a:pt x="2622" y="4029"/>
                  <a:pt x="2918" y="4029"/>
                </a:cubicBezTo>
                <a:cubicBezTo>
                  <a:pt x="3162" y="4029"/>
                  <a:pt x="3399" y="3940"/>
                  <a:pt x="3599" y="3792"/>
                </a:cubicBezTo>
                <a:lnTo>
                  <a:pt x="4206" y="4399"/>
                </a:lnTo>
                <a:cubicBezTo>
                  <a:pt x="4236" y="4429"/>
                  <a:pt x="4266" y="4444"/>
                  <a:pt x="4303" y="4444"/>
                </a:cubicBezTo>
                <a:cubicBezTo>
                  <a:pt x="4340" y="4444"/>
                  <a:pt x="4377" y="4429"/>
                  <a:pt x="4399" y="4399"/>
                </a:cubicBezTo>
                <a:cubicBezTo>
                  <a:pt x="4458" y="4348"/>
                  <a:pt x="4458" y="4259"/>
                  <a:pt x="4399" y="4207"/>
                </a:cubicBezTo>
                <a:lnTo>
                  <a:pt x="3792" y="3592"/>
                </a:lnTo>
                <a:cubicBezTo>
                  <a:pt x="3947" y="3400"/>
                  <a:pt x="4029" y="3163"/>
                  <a:pt x="4029" y="2918"/>
                </a:cubicBezTo>
                <a:cubicBezTo>
                  <a:pt x="4029" y="2615"/>
                  <a:pt x="3910" y="2341"/>
                  <a:pt x="3703" y="2126"/>
                </a:cubicBezTo>
                <a:cubicBezTo>
                  <a:pt x="3488" y="1919"/>
                  <a:pt x="3214" y="1808"/>
                  <a:pt x="2918" y="1808"/>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77"/>
          <p:cNvSpPr/>
          <p:nvPr/>
        </p:nvSpPr>
        <p:spPr>
          <a:xfrm>
            <a:off x="4399250" y="3809375"/>
            <a:ext cx="335475" cy="333525"/>
          </a:xfrm>
          <a:custGeom>
            <a:rect b="b" l="l" r="r" t="t"/>
            <a:pathLst>
              <a:path extrusionOk="0" h="4447" w="4473">
                <a:moveTo>
                  <a:pt x="1828" y="1"/>
                </a:moveTo>
                <a:cubicBezTo>
                  <a:pt x="1588" y="1"/>
                  <a:pt x="1352" y="49"/>
                  <a:pt x="1126" y="144"/>
                </a:cubicBezTo>
                <a:cubicBezTo>
                  <a:pt x="793" y="285"/>
                  <a:pt x="519" y="514"/>
                  <a:pt x="319" y="811"/>
                </a:cubicBezTo>
                <a:cubicBezTo>
                  <a:pt x="119" y="1114"/>
                  <a:pt x="15" y="1462"/>
                  <a:pt x="15" y="1818"/>
                </a:cubicBezTo>
                <a:cubicBezTo>
                  <a:pt x="15" y="1877"/>
                  <a:pt x="15" y="1929"/>
                  <a:pt x="23" y="1981"/>
                </a:cubicBezTo>
                <a:cubicBezTo>
                  <a:pt x="30" y="2055"/>
                  <a:pt x="89" y="2106"/>
                  <a:pt x="163" y="2106"/>
                </a:cubicBezTo>
                <a:lnTo>
                  <a:pt x="171" y="2106"/>
                </a:lnTo>
                <a:cubicBezTo>
                  <a:pt x="252" y="2106"/>
                  <a:pt x="304" y="2032"/>
                  <a:pt x="297" y="1958"/>
                </a:cubicBezTo>
                <a:cubicBezTo>
                  <a:pt x="297" y="1914"/>
                  <a:pt x="297" y="1869"/>
                  <a:pt x="297" y="1818"/>
                </a:cubicBezTo>
                <a:cubicBezTo>
                  <a:pt x="297" y="1514"/>
                  <a:pt x="385" y="1218"/>
                  <a:pt x="548" y="966"/>
                </a:cubicBezTo>
                <a:cubicBezTo>
                  <a:pt x="719" y="714"/>
                  <a:pt x="956" y="522"/>
                  <a:pt x="1237" y="403"/>
                </a:cubicBezTo>
                <a:cubicBezTo>
                  <a:pt x="1425" y="322"/>
                  <a:pt x="1630" y="279"/>
                  <a:pt x="1835" y="279"/>
                </a:cubicBezTo>
                <a:cubicBezTo>
                  <a:pt x="1930" y="279"/>
                  <a:pt x="2025" y="288"/>
                  <a:pt x="2118" y="307"/>
                </a:cubicBezTo>
                <a:cubicBezTo>
                  <a:pt x="2414" y="366"/>
                  <a:pt x="2688" y="507"/>
                  <a:pt x="2903" y="714"/>
                </a:cubicBezTo>
                <a:cubicBezTo>
                  <a:pt x="2933" y="740"/>
                  <a:pt x="2970" y="753"/>
                  <a:pt x="3006" y="753"/>
                </a:cubicBezTo>
                <a:cubicBezTo>
                  <a:pt x="3042" y="753"/>
                  <a:pt x="3077" y="740"/>
                  <a:pt x="3103" y="714"/>
                </a:cubicBezTo>
                <a:cubicBezTo>
                  <a:pt x="3155" y="662"/>
                  <a:pt x="3155" y="574"/>
                  <a:pt x="3103" y="514"/>
                </a:cubicBezTo>
                <a:cubicBezTo>
                  <a:pt x="2844" y="270"/>
                  <a:pt x="2518" y="100"/>
                  <a:pt x="2170" y="33"/>
                </a:cubicBezTo>
                <a:cubicBezTo>
                  <a:pt x="2056" y="12"/>
                  <a:pt x="1942" y="1"/>
                  <a:pt x="1828" y="1"/>
                </a:cubicBezTo>
                <a:close/>
                <a:moveTo>
                  <a:pt x="3429" y="144"/>
                </a:moveTo>
                <a:cubicBezTo>
                  <a:pt x="3355" y="144"/>
                  <a:pt x="3288" y="203"/>
                  <a:pt x="3288" y="285"/>
                </a:cubicBezTo>
                <a:cubicBezTo>
                  <a:pt x="3288" y="359"/>
                  <a:pt x="3355" y="418"/>
                  <a:pt x="3429" y="418"/>
                </a:cubicBezTo>
                <a:lnTo>
                  <a:pt x="3984" y="418"/>
                </a:lnTo>
                <a:lnTo>
                  <a:pt x="2548" y="1869"/>
                </a:lnTo>
                <a:cubicBezTo>
                  <a:pt x="2540" y="1877"/>
                  <a:pt x="2533" y="1884"/>
                  <a:pt x="2533" y="1884"/>
                </a:cubicBezTo>
                <a:lnTo>
                  <a:pt x="2503" y="1884"/>
                </a:lnTo>
                <a:cubicBezTo>
                  <a:pt x="2503" y="1877"/>
                  <a:pt x="2496" y="1877"/>
                  <a:pt x="2496" y="1877"/>
                </a:cubicBezTo>
                <a:lnTo>
                  <a:pt x="2037" y="1418"/>
                </a:lnTo>
                <a:cubicBezTo>
                  <a:pt x="1977" y="1359"/>
                  <a:pt x="1898" y="1329"/>
                  <a:pt x="1817" y="1329"/>
                </a:cubicBezTo>
                <a:cubicBezTo>
                  <a:pt x="1737" y="1329"/>
                  <a:pt x="1655" y="1359"/>
                  <a:pt x="1592" y="1418"/>
                </a:cubicBezTo>
                <a:lnTo>
                  <a:pt x="52" y="2958"/>
                </a:lnTo>
                <a:cubicBezTo>
                  <a:pt x="0" y="3017"/>
                  <a:pt x="0" y="3099"/>
                  <a:pt x="52" y="3158"/>
                </a:cubicBezTo>
                <a:cubicBezTo>
                  <a:pt x="82" y="3180"/>
                  <a:pt x="119" y="3195"/>
                  <a:pt x="156" y="3195"/>
                </a:cubicBezTo>
                <a:cubicBezTo>
                  <a:pt x="185" y="3195"/>
                  <a:pt x="222" y="3180"/>
                  <a:pt x="252" y="3158"/>
                </a:cubicBezTo>
                <a:lnTo>
                  <a:pt x="1792" y="1618"/>
                </a:lnTo>
                <a:cubicBezTo>
                  <a:pt x="1800" y="1610"/>
                  <a:pt x="1809" y="1607"/>
                  <a:pt x="1818" y="1607"/>
                </a:cubicBezTo>
                <a:cubicBezTo>
                  <a:pt x="1828" y="1607"/>
                  <a:pt x="1837" y="1610"/>
                  <a:pt x="1844" y="1618"/>
                </a:cubicBezTo>
                <a:lnTo>
                  <a:pt x="2296" y="2069"/>
                </a:lnTo>
                <a:cubicBezTo>
                  <a:pt x="2326" y="2099"/>
                  <a:pt x="2363" y="2121"/>
                  <a:pt x="2400" y="2136"/>
                </a:cubicBezTo>
                <a:cubicBezTo>
                  <a:pt x="2437" y="2151"/>
                  <a:pt x="2477" y="2158"/>
                  <a:pt x="2518" y="2158"/>
                </a:cubicBezTo>
                <a:cubicBezTo>
                  <a:pt x="2559" y="2158"/>
                  <a:pt x="2600" y="2151"/>
                  <a:pt x="2637" y="2136"/>
                </a:cubicBezTo>
                <a:cubicBezTo>
                  <a:pt x="2674" y="2121"/>
                  <a:pt x="2711" y="2099"/>
                  <a:pt x="2740" y="2069"/>
                </a:cubicBezTo>
                <a:lnTo>
                  <a:pt x="4177" y="618"/>
                </a:lnTo>
                <a:lnTo>
                  <a:pt x="4177" y="1173"/>
                </a:lnTo>
                <a:cubicBezTo>
                  <a:pt x="4177" y="1247"/>
                  <a:pt x="4243" y="1314"/>
                  <a:pt x="4317" y="1314"/>
                </a:cubicBezTo>
                <a:cubicBezTo>
                  <a:pt x="4392" y="1314"/>
                  <a:pt x="4458" y="1247"/>
                  <a:pt x="4458" y="1173"/>
                </a:cubicBezTo>
                <a:lnTo>
                  <a:pt x="4458" y="285"/>
                </a:lnTo>
                <a:lnTo>
                  <a:pt x="4458" y="277"/>
                </a:lnTo>
                <a:cubicBezTo>
                  <a:pt x="4458" y="263"/>
                  <a:pt x="4451" y="248"/>
                  <a:pt x="4443" y="226"/>
                </a:cubicBezTo>
                <a:cubicBezTo>
                  <a:pt x="4436" y="211"/>
                  <a:pt x="4429" y="196"/>
                  <a:pt x="4414" y="181"/>
                </a:cubicBezTo>
                <a:cubicBezTo>
                  <a:pt x="4399" y="166"/>
                  <a:pt x="4384" y="159"/>
                  <a:pt x="4369" y="151"/>
                </a:cubicBezTo>
                <a:cubicBezTo>
                  <a:pt x="4355" y="144"/>
                  <a:pt x="4332" y="144"/>
                  <a:pt x="4317" y="144"/>
                </a:cubicBezTo>
                <a:close/>
                <a:moveTo>
                  <a:pt x="3510" y="1677"/>
                </a:moveTo>
                <a:cubicBezTo>
                  <a:pt x="3436" y="1677"/>
                  <a:pt x="3370" y="1744"/>
                  <a:pt x="3370" y="1818"/>
                </a:cubicBezTo>
                <a:cubicBezTo>
                  <a:pt x="3370" y="2106"/>
                  <a:pt x="3288" y="2388"/>
                  <a:pt x="3140" y="2632"/>
                </a:cubicBezTo>
                <a:cubicBezTo>
                  <a:pt x="2985" y="2877"/>
                  <a:pt x="2770" y="3077"/>
                  <a:pt x="2503" y="3202"/>
                </a:cubicBezTo>
                <a:cubicBezTo>
                  <a:pt x="2292" y="3305"/>
                  <a:pt x="2060" y="3359"/>
                  <a:pt x="1825" y="3359"/>
                </a:cubicBezTo>
                <a:cubicBezTo>
                  <a:pt x="1772" y="3359"/>
                  <a:pt x="1719" y="3356"/>
                  <a:pt x="1666" y="3351"/>
                </a:cubicBezTo>
                <a:cubicBezTo>
                  <a:pt x="1385" y="3321"/>
                  <a:pt x="1111" y="3210"/>
                  <a:pt x="882" y="3032"/>
                </a:cubicBezTo>
                <a:cubicBezTo>
                  <a:pt x="857" y="3010"/>
                  <a:pt x="827" y="3000"/>
                  <a:pt x="797" y="3000"/>
                </a:cubicBezTo>
                <a:cubicBezTo>
                  <a:pt x="756" y="3000"/>
                  <a:pt x="715" y="3020"/>
                  <a:pt x="689" y="3054"/>
                </a:cubicBezTo>
                <a:cubicBezTo>
                  <a:pt x="637" y="3114"/>
                  <a:pt x="652" y="3202"/>
                  <a:pt x="711" y="3247"/>
                </a:cubicBezTo>
                <a:cubicBezTo>
                  <a:pt x="978" y="3462"/>
                  <a:pt x="1304" y="3587"/>
                  <a:pt x="1644" y="3624"/>
                </a:cubicBezTo>
                <a:cubicBezTo>
                  <a:pt x="1704" y="3632"/>
                  <a:pt x="1770" y="3632"/>
                  <a:pt x="1837" y="3632"/>
                </a:cubicBezTo>
                <a:cubicBezTo>
                  <a:pt x="2111" y="3632"/>
                  <a:pt x="2377" y="3573"/>
                  <a:pt x="2629" y="3454"/>
                </a:cubicBezTo>
                <a:cubicBezTo>
                  <a:pt x="2770" y="3380"/>
                  <a:pt x="2896" y="3299"/>
                  <a:pt x="3014" y="3195"/>
                </a:cubicBezTo>
                <a:lnTo>
                  <a:pt x="4221" y="4402"/>
                </a:lnTo>
                <a:cubicBezTo>
                  <a:pt x="4251" y="4432"/>
                  <a:pt x="4280" y="4446"/>
                  <a:pt x="4317" y="4446"/>
                </a:cubicBezTo>
                <a:cubicBezTo>
                  <a:pt x="4355" y="4446"/>
                  <a:pt x="4392" y="4432"/>
                  <a:pt x="4414" y="4402"/>
                </a:cubicBezTo>
                <a:cubicBezTo>
                  <a:pt x="4473" y="4350"/>
                  <a:pt x="4473" y="4261"/>
                  <a:pt x="4414" y="4209"/>
                </a:cubicBezTo>
                <a:lnTo>
                  <a:pt x="3214" y="3002"/>
                </a:lnTo>
                <a:cubicBezTo>
                  <a:pt x="3273" y="2928"/>
                  <a:pt x="3325" y="2862"/>
                  <a:pt x="3370" y="2780"/>
                </a:cubicBezTo>
                <a:cubicBezTo>
                  <a:pt x="3555" y="2492"/>
                  <a:pt x="3651" y="2158"/>
                  <a:pt x="3651" y="1818"/>
                </a:cubicBezTo>
                <a:cubicBezTo>
                  <a:pt x="3651" y="1744"/>
                  <a:pt x="3584" y="1677"/>
                  <a:pt x="3510" y="1677"/>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77"/>
          <p:cNvSpPr/>
          <p:nvPr/>
        </p:nvSpPr>
        <p:spPr>
          <a:xfrm>
            <a:off x="536525" y="3809600"/>
            <a:ext cx="334350" cy="333300"/>
          </a:xfrm>
          <a:custGeom>
            <a:rect b="b" l="l" r="r" t="t"/>
            <a:pathLst>
              <a:path extrusionOk="0" h="4444" w="4458">
                <a:moveTo>
                  <a:pt x="2910" y="274"/>
                </a:moveTo>
                <a:cubicBezTo>
                  <a:pt x="3132" y="274"/>
                  <a:pt x="3347" y="363"/>
                  <a:pt x="3503" y="519"/>
                </a:cubicBezTo>
                <a:cubicBezTo>
                  <a:pt x="3658" y="682"/>
                  <a:pt x="3747" y="889"/>
                  <a:pt x="3747" y="1111"/>
                </a:cubicBezTo>
                <a:cubicBezTo>
                  <a:pt x="3747" y="1333"/>
                  <a:pt x="3658" y="1541"/>
                  <a:pt x="3503" y="1696"/>
                </a:cubicBezTo>
                <a:cubicBezTo>
                  <a:pt x="3347" y="1859"/>
                  <a:pt x="3140" y="1941"/>
                  <a:pt x="2918" y="1941"/>
                </a:cubicBezTo>
                <a:cubicBezTo>
                  <a:pt x="2696" y="1941"/>
                  <a:pt x="2481" y="1852"/>
                  <a:pt x="2325" y="1696"/>
                </a:cubicBezTo>
                <a:cubicBezTo>
                  <a:pt x="2170" y="1541"/>
                  <a:pt x="2081" y="1333"/>
                  <a:pt x="2081" y="1111"/>
                </a:cubicBezTo>
                <a:cubicBezTo>
                  <a:pt x="2081" y="889"/>
                  <a:pt x="2170" y="682"/>
                  <a:pt x="2325" y="519"/>
                </a:cubicBezTo>
                <a:cubicBezTo>
                  <a:pt x="2481" y="363"/>
                  <a:pt x="2688" y="274"/>
                  <a:pt x="2910" y="274"/>
                </a:cubicBezTo>
                <a:close/>
                <a:moveTo>
                  <a:pt x="2910" y="0"/>
                </a:moveTo>
                <a:cubicBezTo>
                  <a:pt x="2614" y="0"/>
                  <a:pt x="2340" y="111"/>
                  <a:pt x="2125" y="326"/>
                </a:cubicBezTo>
                <a:cubicBezTo>
                  <a:pt x="1918" y="534"/>
                  <a:pt x="1800" y="815"/>
                  <a:pt x="1800" y="1111"/>
                </a:cubicBezTo>
                <a:cubicBezTo>
                  <a:pt x="1800" y="1407"/>
                  <a:pt x="1918" y="1689"/>
                  <a:pt x="2125" y="1896"/>
                </a:cubicBezTo>
                <a:cubicBezTo>
                  <a:pt x="2340" y="2103"/>
                  <a:pt x="2614" y="2222"/>
                  <a:pt x="2910" y="2222"/>
                </a:cubicBezTo>
                <a:cubicBezTo>
                  <a:pt x="3162" y="2222"/>
                  <a:pt x="3399" y="2140"/>
                  <a:pt x="3592" y="1985"/>
                </a:cubicBezTo>
                <a:lnTo>
                  <a:pt x="4206" y="2600"/>
                </a:lnTo>
                <a:cubicBezTo>
                  <a:pt x="4228" y="2622"/>
                  <a:pt x="4265" y="2637"/>
                  <a:pt x="4302" y="2637"/>
                </a:cubicBezTo>
                <a:cubicBezTo>
                  <a:pt x="4340" y="2637"/>
                  <a:pt x="4377" y="2622"/>
                  <a:pt x="4399" y="2600"/>
                </a:cubicBezTo>
                <a:cubicBezTo>
                  <a:pt x="4458" y="2540"/>
                  <a:pt x="4458" y="2451"/>
                  <a:pt x="4399" y="2400"/>
                </a:cubicBezTo>
                <a:lnTo>
                  <a:pt x="3792" y="1792"/>
                </a:lnTo>
                <a:cubicBezTo>
                  <a:pt x="3940" y="1592"/>
                  <a:pt x="4021" y="1363"/>
                  <a:pt x="4021" y="1111"/>
                </a:cubicBezTo>
                <a:cubicBezTo>
                  <a:pt x="4021" y="815"/>
                  <a:pt x="3910" y="534"/>
                  <a:pt x="3703" y="326"/>
                </a:cubicBezTo>
                <a:cubicBezTo>
                  <a:pt x="3488" y="111"/>
                  <a:pt x="3214" y="0"/>
                  <a:pt x="2910" y="0"/>
                </a:cubicBezTo>
                <a:close/>
                <a:moveTo>
                  <a:pt x="1526" y="2496"/>
                </a:moveTo>
                <a:cubicBezTo>
                  <a:pt x="1490" y="2496"/>
                  <a:pt x="1455" y="2511"/>
                  <a:pt x="1429" y="2540"/>
                </a:cubicBezTo>
                <a:lnTo>
                  <a:pt x="1007" y="2955"/>
                </a:lnTo>
                <a:cubicBezTo>
                  <a:pt x="955" y="3007"/>
                  <a:pt x="955" y="3096"/>
                  <a:pt x="1007" y="3155"/>
                </a:cubicBezTo>
                <a:lnTo>
                  <a:pt x="1429" y="3570"/>
                </a:lnTo>
                <a:cubicBezTo>
                  <a:pt x="1452" y="3592"/>
                  <a:pt x="1489" y="3607"/>
                  <a:pt x="1526" y="3607"/>
                </a:cubicBezTo>
                <a:cubicBezTo>
                  <a:pt x="1563" y="3607"/>
                  <a:pt x="1600" y="3592"/>
                  <a:pt x="1622" y="3570"/>
                </a:cubicBezTo>
                <a:cubicBezTo>
                  <a:pt x="1681" y="3518"/>
                  <a:pt x="1681" y="3429"/>
                  <a:pt x="1622" y="3370"/>
                </a:cubicBezTo>
                <a:lnTo>
                  <a:pt x="1303" y="3051"/>
                </a:lnTo>
                <a:lnTo>
                  <a:pt x="1622" y="2733"/>
                </a:lnTo>
                <a:cubicBezTo>
                  <a:pt x="1681" y="2681"/>
                  <a:pt x="1681" y="2592"/>
                  <a:pt x="1622" y="2540"/>
                </a:cubicBezTo>
                <a:cubicBezTo>
                  <a:pt x="1596" y="2511"/>
                  <a:pt x="1561" y="2496"/>
                  <a:pt x="1526" y="2496"/>
                </a:cubicBezTo>
                <a:close/>
                <a:moveTo>
                  <a:pt x="2223" y="2497"/>
                </a:moveTo>
                <a:cubicBezTo>
                  <a:pt x="2163" y="2497"/>
                  <a:pt x="2106" y="2533"/>
                  <a:pt x="2088" y="2592"/>
                </a:cubicBezTo>
                <a:lnTo>
                  <a:pt x="1807" y="3429"/>
                </a:lnTo>
                <a:cubicBezTo>
                  <a:pt x="1785" y="3496"/>
                  <a:pt x="1822" y="3577"/>
                  <a:pt x="1896" y="3599"/>
                </a:cubicBezTo>
                <a:cubicBezTo>
                  <a:pt x="1911" y="3607"/>
                  <a:pt x="1925" y="3607"/>
                  <a:pt x="1940" y="3607"/>
                </a:cubicBezTo>
                <a:cubicBezTo>
                  <a:pt x="2000" y="3607"/>
                  <a:pt x="2051" y="3570"/>
                  <a:pt x="2074" y="3510"/>
                </a:cubicBezTo>
                <a:lnTo>
                  <a:pt x="2355" y="2681"/>
                </a:lnTo>
                <a:cubicBezTo>
                  <a:pt x="2377" y="2607"/>
                  <a:pt x="2333" y="2526"/>
                  <a:pt x="2266" y="2503"/>
                </a:cubicBezTo>
                <a:cubicBezTo>
                  <a:pt x="2252" y="2499"/>
                  <a:pt x="2237" y="2497"/>
                  <a:pt x="2223" y="2497"/>
                </a:cubicBezTo>
                <a:close/>
                <a:moveTo>
                  <a:pt x="2636" y="2496"/>
                </a:moveTo>
                <a:cubicBezTo>
                  <a:pt x="2601" y="2496"/>
                  <a:pt x="2566" y="2511"/>
                  <a:pt x="2540" y="2540"/>
                </a:cubicBezTo>
                <a:cubicBezTo>
                  <a:pt x="2481" y="2592"/>
                  <a:pt x="2481" y="2681"/>
                  <a:pt x="2540" y="2733"/>
                </a:cubicBezTo>
                <a:lnTo>
                  <a:pt x="2858" y="3051"/>
                </a:lnTo>
                <a:lnTo>
                  <a:pt x="2540" y="3370"/>
                </a:lnTo>
                <a:cubicBezTo>
                  <a:pt x="2481" y="3429"/>
                  <a:pt x="2481" y="3510"/>
                  <a:pt x="2540" y="3570"/>
                </a:cubicBezTo>
                <a:cubicBezTo>
                  <a:pt x="2562" y="3592"/>
                  <a:pt x="2599" y="3607"/>
                  <a:pt x="2636" y="3607"/>
                </a:cubicBezTo>
                <a:cubicBezTo>
                  <a:pt x="2673" y="3607"/>
                  <a:pt x="2710" y="3592"/>
                  <a:pt x="2733" y="3570"/>
                </a:cubicBezTo>
                <a:lnTo>
                  <a:pt x="3147" y="3148"/>
                </a:lnTo>
                <a:cubicBezTo>
                  <a:pt x="3207" y="3096"/>
                  <a:pt x="3207" y="3007"/>
                  <a:pt x="3147" y="2955"/>
                </a:cubicBezTo>
                <a:lnTo>
                  <a:pt x="2733" y="2540"/>
                </a:lnTo>
                <a:cubicBezTo>
                  <a:pt x="2707" y="2511"/>
                  <a:pt x="2672" y="2496"/>
                  <a:pt x="2636" y="2496"/>
                </a:cubicBezTo>
                <a:close/>
                <a:moveTo>
                  <a:pt x="415" y="556"/>
                </a:moveTo>
                <a:cubicBezTo>
                  <a:pt x="304" y="556"/>
                  <a:pt x="200" y="600"/>
                  <a:pt x="119" y="674"/>
                </a:cubicBezTo>
                <a:cubicBezTo>
                  <a:pt x="45" y="756"/>
                  <a:pt x="0" y="859"/>
                  <a:pt x="0" y="970"/>
                </a:cubicBezTo>
                <a:lnTo>
                  <a:pt x="0" y="4029"/>
                </a:lnTo>
                <a:cubicBezTo>
                  <a:pt x="0" y="4132"/>
                  <a:pt x="45" y="4244"/>
                  <a:pt x="119" y="4318"/>
                </a:cubicBezTo>
                <a:cubicBezTo>
                  <a:pt x="200" y="4399"/>
                  <a:pt x="304" y="4443"/>
                  <a:pt x="415" y="4443"/>
                </a:cubicBezTo>
                <a:lnTo>
                  <a:pt x="3747" y="4443"/>
                </a:lnTo>
                <a:cubicBezTo>
                  <a:pt x="3858" y="4443"/>
                  <a:pt x="3962" y="4399"/>
                  <a:pt x="4043" y="4318"/>
                </a:cubicBezTo>
                <a:cubicBezTo>
                  <a:pt x="4117" y="4244"/>
                  <a:pt x="4162" y="4132"/>
                  <a:pt x="4162" y="4029"/>
                </a:cubicBezTo>
                <a:lnTo>
                  <a:pt x="4162" y="3192"/>
                </a:lnTo>
                <a:cubicBezTo>
                  <a:pt x="4162" y="3118"/>
                  <a:pt x="4103" y="3051"/>
                  <a:pt x="4021" y="3051"/>
                </a:cubicBezTo>
                <a:cubicBezTo>
                  <a:pt x="3947" y="3051"/>
                  <a:pt x="3888" y="3118"/>
                  <a:pt x="3888" y="3192"/>
                </a:cubicBezTo>
                <a:lnTo>
                  <a:pt x="3888" y="4029"/>
                </a:lnTo>
                <a:cubicBezTo>
                  <a:pt x="3888" y="4058"/>
                  <a:pt x="3873" y="4095"/>
                  <a:pt x="3843" y="4125"/>
                </a:cubicBezTo>
                <a:cubicBezTo>
                  <a:pt x="3821" y="4147"/>
                  <a:pt x="3784" y="4162"/>
                  <a:pt x="3747" y="4162"/>
                </a:cubicBezTo>
                <a:lnTo>
                  <a:pt x="415" y="4162"/>
                </a:lnTo>
                <a:cubicBezTo>
                  <a:pt x="378" y="4162"/>
                  <a:pt x="341" y="4147"/>
                  <a:pt x="319" y="4125"/>
                </a:cubicBezTo>
                <a:cubicBezTo>
                  <a:pt x="289" y="4095"/>
                  <a:pt x="274" y="4058"/>
                  <a:pt x="274" y="4029"/>
                </a:cubicBezTo>
                <a:lnTo>
                  <a:pt x="274" y="1667"/>
                </a:lnTo>
                <a:lnTo>
                  <a:pt x="1385" y="1667"/>
                </a:lnTo>
                <a:cubicBezTo>
                  <a:pt x="1466" y="1667"/>
                  <a:pt x="1526" y="1600"/>
                  <a:pt x="1526" y="1526"/>
                </a:cubicBezTo>
                <a:cubicBezTo>
                  <a:pt x="1526" y="1452"/>
                  <a:pt x="1466" y="1385"/>
                  <a:pt x="1385" y="1385"/>
                </a:cubicBezTo>
                <a:lnTo>
                  <a:pt x="274" y="1385"/>
                </a:lnTo>
                <a:lnTo>
                  <a:pt x="274" y="970"/>
                </a:lnTo>
                <a:cubicBezTo>
                  <a:pt x="274" y="933"/>
                  <a:pt x="289" y="896"/>
                  <a:pt x="319" y="874"/>
                </a:cubicBezTo>
                <a:cubicBezTo>
                  <a:pt x="341" y="845"/>
                  <a:pt x="378" y="830"/>
                  <a:pt x="415" y="830"/>
                </a:cubicBezTo>
                <a:lnTo>
                  <a:pt x="1244" y="830"/>
                </a:lnTo>
                <a:cubicBezTo>
                  <a:pt x="1326" y="830"/>
                  <a:pt x="1385" y="771"/>
                  <a:pt x="1385" y="696"/>
                </a:cubicBezTo>
                <a:cubicBezTo>
                  <a:pt x="1385" y="615"/>
                  <a:pt x="1326" y="556"/>
                  <a:pt x="1244" y="556"/>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77"/>
          <p:cNvSpPr/>
          <p:nvPr/>
        </p:nvSpPr>
        <p:spPr>
          <a:xfrm>
            <a:off x="3434075" y="2780825"/>
            <a:ext cx="334425" cy="333300"/>
          </a:xfrm>
          <a:custGeom>
            <a:rect b="b" l="l" r="r" t="t"/>
            <a:pathLst>
              <a:path extrusionOk="0" h="4444" w="4459">
                <a:moveTo>
                  <a:pt x="2804" y="833"/>
                </a:moveTo>
                <a:cubicBezTo>
                  <a:pt x="2785" y="833"/>
                  <a:pt x="2766" y="837"/>
                  <a:pt x="2748" y="844"/>
                </a:cubicBezTo>
                <a:cubicBezTo>
                  <a:pt x="2674" y="874"/>
                  <a:pt x="2645" y="956"/>
                  <a:pt x="2674" y="1030"/>
                </a:cubicBezTo>
                <a:cubicBezTo>
                  <a:pt x="2711" y="1104"/>
                  <a:pt x="2741" y="1193"/>
                  <a:pt x="2756" y="1281"/>
                </a:cubicBezTo>
                <a:lnTo>
                  <a:pt x="2756" y="1274"/>
                </a:lnTo>
                <a:cubicBezTo>
                  <a:pt x="2770" y="1341"/>
                  <a:pt x="2822" y="1392"/>
                  <a:pt x="2889" y="1392"/>
                </a:cubicBezTo>
                <a:cubicBezTo>
                  <a:pt x="2896" y="1392"/>
                  <a:pt x="2911" y="1392"/>
                  <a:pt x="2919" y="1385"/>
                </a:cubicBezTo>
                <a:cubicBezTo>
                  <a:pt x="2993" y="1370"/>
                  <a:pt x="3044" y="1304"/>
                  <a:pt x="3030" y="1222"/>
                </a:cubicBezTo>
                <a:cubicBezTo>
                  <a:pt x="3007" y="1118"/>
                  <a:pt x="2978" y="1015"/>
                  <a:pt x="2933" y="911"/>
                </a:cubicBezTo>
                <a:cubicBezTo>
                  <a:pt x="2912" y="862"/>
                  <a:pt x="2858" y="833"/>
                  <a:pt x="2804" y="833"/>
                </a:cubicBezTo>
                <a:close/>
                <a:moveTo>
                  <a:pt x="1543" y="555"/>
                </a:moveTo>
                <a:cubicBezTo>
                  <a:pt x="1530" y="555"/>
                  <a:pt x="1517" y="555"/>
                  <a:pt x="1504" y="556"/>
                </a:cubicBezTo>
                <a:cubicBezTo>
                  <a:pt x="1341" y="563"/>
                  <a:pt x="1186" y="608"/>
                  <a:pt x="1045" y="682"/>
                </a:cubicBezTo>
                <a:cubicBezTo>
                  <a:pt x="978" y="719"/>
                  <a:pt x="956" y="807"/>
                  <a:pt x="993" y="874"/>
                </a:cubicBezTo>
                <a:cubicBezTo>
                  <a:pt x="1018" y="919"/>
                  <a:pt x="1067" y="944"/>
                  <a:pt x="1116" y="944"/>
                </a:cubicBezTo>
                <a:cubicBezTo>
                  <a:pt x="1140" y="944"/>
                  <a:pt x="1164" y="938"/>
                  <a:pt x="1186" y="926"/>
                </a:cubicBezTo>
                <a:cubicBezTo>
                  <a:pt x="1282" y="867"/>
                  <a:pt x="1393" y="837"/>
                  <a:pt x="1512" y="830"/>
                </a:cubicBezTo>
                <a:cubicBezTo>
                  <a:pt x="1623" y="830"/>
                  <a:pt x="1741" y="852"/>
                  <a:pt x="1837" y="904"/>
                </a:cubicBezTo>
                <a:cubicBezTo>
                  <a:pt x="1941" y="956"/>
                  <a:pt x="2030" y="1030"/>
                  <a:pt x="2097" y="1126"/>
                </a:cubicBezTo>
                <a:cubicBezTo>
                  <a:pt x="2163" y="1215"/>
                  <a:pt x="2208" y="1326"/>
                  <a:pt x="2222" y="1437"/>
                </a:cubicBezTo>
                <a:cubicBezTo>
                  <a:pt x="2230" y="1511"/>
                  <a:pt x="2289" y="1563"/>
                  <a:pt x="2356" y="1563"/>
                </a:cubicBezTo>
                <a:lnTo>
                  <a:pt x="2378" y="1563"/>
                </a:lnTo>
                <a:cubicBezTo>
                  <a:pt x="2452" y="1548"/>
                  <a:pt x="2504" y="1481"/>
                  <a:pt x="2496" y="1407"/>
                </a:cubicBezTo>
                <a:cubicBezTo>
                  <a:pt x="2474" y="1244"/>
                  <a:pt x="2415" y="1096"/>
                  <a:pt x="2326" y="963"/>
                </a:cubicBezTo>
                <a:cubicBezTo>
                  <a:pt x="2230" y="830"/>
                  <a:pt x="2104" y="726"/>
                  <a:pt x="1963" y="659"/>
                </a:cubicBezTo>
                <a:cubicBezTo>
                  <a:pt x="1834" y="592"/>
                  <a:pt x="1687" y="555"/>
                  <a:pt x="1543" y="555"/>
                </a:cubicBezTo>
                <a:close/>
                <a:moveTo>
                  <a:pt x="1526" y="0"/>
                </a:moveTo>
                <a:cubicBezTo>
                  <a:pt x="1260" y="0"/>
                  <a:pt x="1001" y="67"/>
                  <a:pt x="764" y="208"/>
                </a:cubicBezTo>
                <a:cubicBezTo>
                  <a:pt x="534" y="341"/>
                  <a:pt x="342" y="533"/>
                  <a:pt x="208" y="763"/>
                </a:cubicBezTo>
                <a:cubicBezTo>
                  <a:pt x="75" y="993"/>
                  <a:pt x="1" y="1259"/>
                  <a:pt x="1" y="1526"/>
                </a:cubicBezTo>
                <a:cubicBezTo>
                  <a:pt x="1" y="1600"/>
                  <a:pt x="60" y="1666"/>
                  <a:pt x="142" y="1666"/>
                </a:cubicBezTo>
                <a:cubicBezTo>
                  <a:pt x="216" y="1666"/>
                  <a:pt x="275" y="1600"/>
                  <a:pt x="275" y="1526"/>
                </a:cubicBezTo>
                <a:cubicBezTo>
                  <a:pt x="282" y="1304"/>
                  <a:pt x="334" y="1089"/>
                  <a:pt x="445" y="904"/>
                </a:cubicBezTo>
                <a:cubicBezTo>
                  <a:pt x="556" y="711"/>
                  <a:pt x="712" y="556"/>
                  <a:pt x="904" y="445"/>
                </a:cubicBezTo>
                <a:cubicBezTo>
                  <a:pt x="1097" y="334"/>
                  <a:pt x="1312" y="274"/>
                  <a:pt x="1526" y="274"/>
                </a:cubicBezTo>
                <a:lnTo>
                  <a:pt x="1534" y="274"/>
                </a:lnTo>
                <a:cubicBezTo>
                  <a:pt x="1749" y="274"/>
                  <a:pt x="1963" y="334"/>
                  <a:pt x="2156" y="445"/>
                </a:cubicBezTo>
                <a:cubicBezTo>
                  <a:pt x="2178" y="457"/>
                  <a:pt x="2201" y="462"/>
                  <a:pt x="2224" y="462"/>
                </a:cubicBezTo>
                <a:cubicBezTo>
                  <a:pt x="2271" y="462"/>
                  <a:pt x="2316" y="438"/>
                  <a:pt x="2341" y="393"/>
                </a:cubicBezTo>
                <a:cubicBezTo>
                  <a:pt x="2385" y="326"/>
                  <a:pt x="2363" y="237"/>
                  <a:pt x="2297" y="200"/>
                </a:cubicBezTo>
                <a:cubicBezTo>
                  <a:pt x="2060" y="67"/>
                  <a:pt x="1800" y="0"/>
                  <a:pt x="1526" y="0"/>
                </a:cubicBezTo>
                <a:close/>
                <a:moveTo>
                  <a:pt x="1534" y="1111"/>
                </a:moveTo>
                <a:cubicBezTo>
                  <a:pt x="1423" y="1111"/>
                  <a:pt x="1312" y="1155"/>
                  <a:pt x="1238" y="1230"/>
                </a:cubicBezTo>
                <a:cubicBezTo>
                  <a:pt x="1156" y="1311"/>
                  <a:pt x="1112" y="1415"/>
                  <a:pt x="1112" y="1526"/>
                </a:cubicBezTo>
                <a:lnTo>
                  <a:pt x="1112" y="2081"/>
                </a:lnTo>
                <a:cubicBezTo>
                  <a:pt x="1112" y="2155"/>
                  <a:pt x="1178" y="2222"/>
                  <a:pt x="1252" y="2222"/>
                </a:cubicBezTo>
                <a:cubicBezTo>
                  <a:pt x="1326" y="2222"/>
                  <a:pt x="1393" y="2155"/>
                  <a:pt x="1393" y="2081"/>
                </a:cubicBezTo>
                <a:lnTo>
                  <a:pt x="1393" y="1526"/>
                </a:lnTo>
                <a:cubicBezTo>
                  <a:pt x="1393" y="1489"/>
                  <a:pt x="1408" y="1452"/>
                  <a:pt x="1430" y="1429"/>
                </a:cubicBezTo>
                <a:cubicBezTo>
                  <a:pt x="1456" y="1404"/>
                  <a:pt x="1493" y="1391"/>
                  <a:pt x="1530" y="1391"/>
                </a:cubicBezTo>
                <a:cubicBezTo>
                  <a:pt x="1567" y="1391"/>
                  <a:pt x="1604" y="1404"/>
                  <a:pt x="1630" y="1429"/>
                </a:cubicBezTo>
                <a:cubicBezTo>
                  <a:pt x="1652" y="1452"/>
                  <a:pt x="1667" y="1489"/>
                  <a:pt x="1667" y="1526"/>
                </a:cubicBezTo>
                <a:lnTo>
                  <a:pt x="1667" y="1666"/>
                </a:lnTo>
                <a:cubicBezTo>
                  <a:pt x="1667" y="1740"/>
                  <a:pt x="1734" y="1807"/>
                  <a:pt x="1808" y="1807"/>
                </a:cubicBezTo>
                <a:cubicBezTo>
                  <a:pt x="1882" y="1807"/>
                  <a:pt x="1948" y="1740"/>
                  <a:pt x="1948" y="1666"/>
                </a:cubicBezTo>
                <a:lnTo>
                  <a:pt x="1948" y="1526"/>
                </a:lnTo>
                <a:cubicBezTo>
                  <a:pt x="1948" y="1415"/>
                  <a:pt x="1904" y="1311"/>
                  <a:pt x="1823" y="1230"/>
                </a:cubicBezTo>
                <a:cubicBezTo>
                  <a:pt x="1749" y="1155"/>
                  <a:pt x="1645" y="1111"/>
                  <a:pt x="1534" y="1111"/>
                </a:cubicBezTo>
                <a:close/>
                <a:moveTo>
                  <a:pt x="1252" y="2777"/>
                </a:moveTo>
                <a:cubicBezTo>
                  <a:pt x="1178" y="2777"/>
                  <a:pt x="1112" y="2836"/>
                  <a:pt x="1112" y="2918"/>
                </a:cubicBezTo>
                <a:cubicBezTo>
                  <a:pt x="1112" y="2992"/>
                  <a:pt x="1134" y="3066"/>
                  <a:pt x="1178" y="3133"/>
                </a:cubicBezTo>
                <a:cubicBezTo>
                  <a:pt x="1215" y="3199"/>
                  <a:pt x="1275" y="3251"/>
                  <a:pt x="1349" y="3288"/>
                </a:cubicBezTo>
                <a:cubicBezTo>
                  <a:pt x="1363" y="3296"/>
                  <a:pt x="1386" y="3303"/>
                  <a:pt x="1408" y="3303"/>
                </a:cubicBezTo>
                <a:cubicBezTo>
                  <a:pt x="1460" y="3303"/>
                  <a:pt x="1504" y="3273"/>
                  <a:pt x="1534" y="3222"/>
                </a:cubicBezTo>
                <a:cubicBezTo>
                  <a:pt x="1563" y="3155"/>
                  <a:pt x="1534" y="3073"/>
                  <a:pt x="1467" y="3036"/>
                </a:cubicBezTo>
                <a:cubicBezTo>
                  <a:pt x="1445" y="3029"/>
                  <a:pt x="1423" y="3007"/>
                  <a:pt x="1415" y="2985"/>
                </a:cubicBezTo>
                <a:cubicBezTo>
                  <a:pt x="1401" y="2962"/>
                  <a:pt x="1393" y="2940"/>
                  <a:pt x="1393" y="2918"/>
                </a:cubicBezTo>
                <a:cubicBezTo>
                  <a:pt x="1393" y="2836"/>
                  <a:pt x="1334" y="2777"/>
                  <a:pt x="1252" y="2777"/>
                </a:cubicBezTo>
                <a:close/>
                <a:moveTo>
                  <a:pt x="2919" y="2081"/>
                </a:moveTo>
                <a:cubicBezTo>
                  <a:pt x="3378" y="2081"/>
                  <a:pt x="3748" y="2459"/>
                  <a:pt x="3748" y="2918"/>
                </a:cubicBezTo>
                <a:cubicBezTo>
                  <a:pt x="3748" y="3147"/>
                  <a:pt x="3659" y="3355"/>
                  <a:pt x="3511" y="3503"/>
                </a:cubicBezTo>
                <a:cubicBezTo>
                  <a:pt x="3355" y="3651"/>
                  <a:pt x="3148" y="3747"/>
                  <a:pt x="2919" y="3747"/>
                </a:cubicBezTo>
                <a:cubicBezTo>
                  <a:pt x="2459" y="3747"/>
                  <a:pt x="2082" y="3377"/>
                  <a:pt x="2082" y="2918"/>
                </a:cubicBezTo>
                <a:cubicBezTo>
                  <a:pt x="2082" y="2459"/>
                  <a:pt x="2459" y="2081"/>
                  <a:pt x="2919" y="2081"/>
                </a:cubicBezTo>
                <a:close/>
                <a:moveTo>
                  <a:pt x="697" y="1385"/>
                </a:moveTo>
                <a:cubicBezTo>
                  <a:pt x="623" y="1385"/>
                  <a:pt x="556" y="1452"/>
                  <a:pt x="556" y="1526"/>
                </a:cubicBezTo>
                <a:lnTo>
                  <a:pt x="556" y="2918"/>
                </a:lnTo>
                <a:cubicBezTo>
                  <a:pt x="556" y="3155"/>
                  <a:pt x="653" y="3392"/>
                  <a:pt x="816" y="3570"/>
                </a:cubicBezTo>
                <a:cubicBezTo>
                  <a:pt x="978" y="3755"/>
                  <a:pt x="1201" y="3858"/>
                  <a:pt x="1445" y="3881"/>
                </a:cubicBezTo>
                <a:lnTo>
                  <a:pt x="1460" y="3881"/>
                </a:lnTo>
                <a:cubicBezTo>
                  <a:pt x="1526" y="3881"/>
                  <a:pt x="1593" y="3829"/>
                  <a:pt x="1593" y="3755"/>
                </a:cubicBezTo>
                <a:cubicBezTo>
                  <a:pt x="1600" y="3681"/>
                  <a:pt x="1549" y="3614"/>
                  <a:pt x="1467" y="3607"/>
                </a:cubicBezTo>
                <a:cubicBezTo>
                  <a:pt x="1297" y="3592"/>
                  <a:pt x="1134" y="3510"/>
                  <a:pt x="1015" y="3384"/>
                </a:cubicBezTo>
                <a:cubicBezTo>
                  <a:pt x="897" y="3259"/>
                  <a:pt x="838" y="3088"/>
                  <a:pt x="838" y="2918"/>
                </a:cubicBezTo>
                <a:lnTo>
                  <a:pt x="838" y="1526"/>
                </a:lnTo>
                <a:cubicBezTo>
                  <a:pt x="838" y="1452"/>
                  <a:pt x="771" y="1385"/>
                  <a:pt x="697" y="1385"/>
                </a:cubicBezTo>
                <a:close/>
                <a:moveTo>
                  <a:pt x="142" y="2222"/>
                </a:moveTo>
                <a:cubicBezTo>
                  <a:pt x="68" y="2222"/>
                  <a:pt x="1" y="2281"/>
                  <a:pt x="1" y="2363"/>
                </a:cubicBezTo>
                <a:lnTo>
                  <a:pt x="1" y="2918"/>
                </a:lnTo>
                <a:cubicBezTo>
                  <a:pt x="1" y="3214"/>
                  <a:pt x="90" y="3503"/>
                  <a:pt x="253" y="3755"/>
                </a:cubicBezTo>
                <a:cubicBezTo>
                  <a:pt x="416" y="3999"/>
                  <a:pt x="645" y="4199"/>
                  <a:pt x="919" y="4317"/>
                </a:cubicBezTo>
                <a:cubicBezTo>
                  <a:pt x="941" y="4325"/>
                  <a:pt x="956" y="4325"/>
                  <a:pt x="978" y="4325"/>
                </a:cubicBezTo>
                <a:cubicBezTo>
                  <a:pt x="1030" y="4325"/>
                  <a:pt x="1082" y="4295"/>
                  <a:pt x="1104" y="4243"/>
                </a:cubicBezTo>
                <a:cubicBezTo>
                  <a:pt x="1134" y="4177"/>
                  <a:pt x="1104" y="4095"/>
                  <a:pt x="1030" y="4058"/>
                </a:cubicBezTo>
                <a:cubicBezTo>
                  <a:pt x="808" y="3962"/>
                  <a:pt x="616" y="3807"/>
                  <a:pt x="482" y="3599"/>
                </a:cubicBezTo>
                <a:cubicBezTo>
                  <a:pt x="349" y="3399"/>
                  <a:pt x="282" y="3162"/>
                  <a:pt x="282" y="2918"/>
                </a:cubicBezTo>
                <a:lnTo>
                  <a:pt x="282" y="2363"/>
                </a:lnTo>
                <a:cubicBezTo>
                  <a:pt x="282" y="2281"/>
                  <a:pt x="216" y="2222"/>
                  <a:pt x="142" y="2222"/>
                </a:cubicBezTo>
                <a:close/>
                <a:moveTo>
                  <a:pt x="1720" y="4152"/>
                </a:moveTo>
                <a:cubicBezTo>
                  <a:pt x="1712" y="4152"/>
                  <a:pt x="1704" y="4153"/>
                  <a:pt x="1697" y="4155"/>
                </a:cubicBezTo>
                <a:cubicBezTo>
                  <a:pt x="1637" y="4162"/>
                  <a:pt x="1586" y="4162"/>
                  <a:pt x="1534" y="4162"/>
                </a:cubicBezTo>
                <a:cubicBezTo>
                  <a:pt x="1452" y="4162"/>
                  <a:pt x="1393" y="4229"/>
                  <a:pt x="1393" y="4303"/>
                </a:cubicBezTo>
                <a:cubicBezTo>
                  <a:pt x="1393" y="4377"/>
                  <a:pt x="1452" y="4443"/>
                  <a:pt x="1534" y="4443"/>
                </a:cubicBezTo>
                <a:cubicBezTo>
                  <a:pt x="1600" y="4443"/>
                  <a:pt x="1667" y="4436"/>
                  <a:pt x="1734" y="4429"/>
                </a:cubicBezTo>
                <a:cubicBezTo>
                  <a:pt x="1808" y="4421"/>
                  <a:pt x="1867" y="4347"/>
                  <a:pt x="1852" y="4273"/>
                </a:cubicBezTo>
                <a:cubicBezTo>
                  <a:pt x="1846" y="4207"/>
                  <a:pt x="1785" y="4152"/>
                  <a:pt x="1720" y="4152"/>
                </a:cubicBezTo>
                <a:close/>
                <a:moveTo>
                  <a:pt x="2919" y="1807"/>
                </a:moveTo>
                <a:cubicBezTo>
                  <a:pt x="2304" y="1807"/>
                  <a:pt x="1808" y="2303"/>
                  <a:pt x="1808" y="2918"/>
                </a:cubicBezTo>
                <a:cubicBezTo>
                  <a:pt x="1808" y="3525"/>
                  <a:pt x="2304" y="4029"/>
                  <a:pt x="2919" y="4029"/>
                </a:cubicBezTo>
                <a:cubicBezTo>
                  <a:pt x="3178" y="4029"/>
                  <a:pt x="3415" y="3940"/>
                  <a:pt x="3600" y="3792"/>
                </a:cubicBezTo>
                <a:lnTo>
                  <a:pt x="4207" y="4399"/>
                </a:lnTo>
                <a:cubicBezTo>
                  <a:pt x="4237" y="4429"/>
                  <a:pt x="4274" y="4443"/>
                  <a:pt x="4311" y="4443"/>
                </a:cubicBezTo>
                <a:cubicBezTo>
                  <a:pt x="4340" y="4443"/>
                  <a:pt x="4377" y="4429"/>
                  <a:pt x="4407" y="4399"/>
                </a:cubicBezTo>
                <a:cubicBezTo>
                  <a:pt x="4459" y="4347"/>
                  <a:pt x="4459" y="4258"/>
                  <a:pt x="4407" y="4206"/>
                </a:cubicBezTo>
                <a:lnTo>
                  <a:pt x="3800" y="3592"/>
                </a:lnTo>
                <a:cubicBezTo>
                  <a:pt x="3940" y="3407"/>
                  <a:pt x="4029" y="3170"/>
                  <a:pt x="4029" y="2918"/>
                </a:cubicBezTo>
                <a:cubicBezTo>
                  <a:pt x="4029" y="2303"/>
                  <a:pt x="3533" y="1807"/>
                  <a:pt x="2919" y="1807"/>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77"/>
          <p:cNvSpPr/>
          <p:nvPr/>
        </p:nvSpPr>
        <p:spPr>
          <a:xfrm>
            <a:off x="534275" y="2266250"/>
            <a:ext cx="336600" cy="333450"/>
          </a:xfrm>
          <a:custGeom>
            <a:rect b="b" l="l" r="r" t="t"/>
            <a:pathLst>
              <a:path extrusionOk="0" h="4446" w="4488">
                <a:moveTo>
                  <a:pt x="1553" y="1"/>
                </a:moveTo>
                <a:cubicBezTo>
                  <a:pt x="1413" y="1"/>
                  <a:pt x="1274" y="21"/>
                  <a:pt x="1141" y="62"/>
                </a:cubicBezTo>
                <a:cubicBezTo>
                  <a:pt x="867" y="136"/>
                  <a:pt x="615" y="292"/>
                  <a:pt x="423" y="499"/>
                </a:cubicBezTo>
                <a:cubicBezTo>
                  <a:pt x="237" y="706"/>
                  <a:pt x="104" y="965"/>
                  <a:pt x="52" y="1247"/>
                </a:cubicBezTo>
                <a:cubicBezTo>
                  <a:pt x="1" y="1521"/>
                  <a:pt x="23" y="1810"/>
                  <a:pt x="126" y="2076"/>
                </a:cubicBezTo>
                <a:cubicBezTo>
                  <a:pt x="230" y="2343"/>
                  <a:pt x="400" y="2572"/>
                  <a:pt x="623" y="2743"/>
                </a:cubicBezTo>
                <a:cubicBezTo>
                  <a:pt x="852" y="2913"/>
                  <a:pt x="1119" y="3024"/>
                  <a:pt x="1400" y="3046"/>
                </a:cubicBezTo>
                <a:lnTo>
                  <a:pt x="1415" y="3046"/>
                </a:lnTo>
                <a:cubicBezTo>
                  <a:pt x="1489" y="3046"/>
                  <a:pt x="1548" y="2994"/>
                  <a:pt x="1556" y="2928"/>
                </a:cubicBezTo>
                <a:cubicBezTo>
                  <a:pt x="1563" y="2846"/>
                  <a:pt x="1504" y="2780"/>
                  <a:pt x="1430" y="2772"/>
                </a:cubicBezTo>
                <a:cubicBezTo>
                  <a:pt x="1200" y="2750"/>
                  <a:pt x="978" y="2661"/>
                  <a:pt x="793" y="2520"/>
                </a:cubicBezTo>
                <a:cubicBezTo>
                  <a:pt x="608" y="2380"/>
                  <a:pt x="467" y="2195"/>
                  <a:pt x="386" y="1973"/>
                </a:cubicBezTo>
                <a:cubicBezTo>
                  <a:pt x="304" y="1758"/>
                  <a:pt x="282" y="1521"/>
                  <a:pt x="326" y="1291"/>
                </a:cubicBezTo>
                <a:cubicBezTo>
                  <a:pt x="371" y="1069"/>
                  <a:pt x="474" y="854"/>
                  <a:pt x="630" y="684"/>
                </a:cubicBezTo>
                <a:cubicBezTo>
                  <a:pt x="785" y="514"/>
                  <a:pt x="985" y="388"/>
                  <a:pt x="1215" y="329"/>
                </a:cubicBezTo>
                <a:cubicBezTo>
                  <a:pt x="1326" y="295"/>
                  <a:pt x="1441" y="279"/>
                  <a:pt x="1556" y="279"/>
                </a:cubicBezTo>
                <a:cubicBezTo>
                  <a:pt x="1670" y="279"/>
                  <a:pt x="1785" y="295"/>
                  <a:pt x="1896" y="329"/>
                </a:cubicBezTo>
                <a:cubicBezTo>
                  <a:pt x="2118" y="388"/>
                  <a:pt x="2318" y="514"/>
                  <a:pt x="2474" y="684"/>
                </a:cubicBezTo>
                <a:cubicBezTo>
                  <a:pt x="2629" y="854"/>
                  <a:pt x="2740" y="1069"/>
                  <a:pt x="2777" y="1299"/>
                </a:cubicBezTo>
                <a:cubicBezTo>
                  <a:pt x="2785" y="1343"/>
                  <a:pt x="2822" y="1380"/>
                  <a:pt x="2866" y="1402"/>
                </a:cubicBezTo>
                <a:cubicBezTo>
                  <a:pt x="2879" y="1408"/>
                  <a:pt x="2894" y="1410"/>
                  <a:pt x="2910" y="1410"/>
                </a:cubicBezTo>
                <a:cubicBezTo>
                  <a:pt x="2938" y="1410"/>
                  <a:pt x="2968" y="1402"/>
                  <a:pt x="2992" y="1388"/>
                </a:cubicBezTo>
                <a:cubicBezTo>
                  <a:pt x="3125" y="1299"/>
                  <a:pt x="3274" y="1247"/>
                  <a:pt x="3429" y="1247"/>
                </a:cubicBezTo>
                <a:cubicBezTo>
                  <a:pt x="3540" y="1247"/>
                  <a:pt x="3659" y="1276"/>
                  <a:pt x="3762" y="1328"/>
                </a:cubicBezTo>
                <a:cubicBezTo>
                  <a:pt x="3866" y="1380"/>
                  <a:pt x="3955" y="1454"/>
                  <a:pt x="4029" y="1543"/>
                </a:cubicBezTo>
                <a:cubicBezTo>
                  <a:pt x="4096" y="1632"/>
                  <a:pt x="4147" y="1743"/>
                  <a:pt x="4177" y="1854"/>
                </a:cubicBezTo>
                <a:cubicBezTo>
                  <a:pt x="4199" y="1965"/>
                  <a:pt x="4199" y="2084"/>
                  <a:pt x="4170" y="2195"/>
                </a:cubicBezTo>
                <a:cubicBezTo>
                  <a:pt x="4155" y="2269"/>
                  <a:pt x="4199" y="2343"/>
                  <a:pt x="4273" y="2365"/>
                </a:cubicBezTo>
                <a:cubicBezTo>
                  <a:pt x="4283" y="2367"/>
                  <a:pt x="4292" y="2368"/>
                  <a:pt x="4302" y="2368"/>
                </a:cubicBezTo>
                <a:cubicBezTo>
                  <a:pt x="4366" y="2368"/>
                  <a:pt x="4424" y="2326"/>
                  <a:pt x="4444" y="2261"/>
                </a:cubicBezTo>
                <a:cubicBezTo>
                  <a:pt x="4481" y="2106"/>
                  <a:pt x="4481" y="1943"/>
                  <a:pt x="4444" y="1795"/>
                </a:cubicBezTo>
                <a:cubicBezTo>
                  <a:pt x="4414" y="1639"/>
                  <a:pt x="4347" y="1491"/>
                  <a:pt x="4244" y="1373"/>
                </a:cubicBezTo>
                <a:cubicBezTo>
                  <a:pt x="4147" y="1247"/>
                  <a:pt x="4021" y="1143"/>
                  <a:pt x="3881" y="1076"/>
                </a:cubicBezTo>
                <a:cubicBezTo>
                  <a:pt x="3740" y="1010"/>
                  <a:pt x="3585" y="973"/>
                  <a:pt x="3429" y="973"/>
                </a:cubicBezTo>
                <a:cubicBezTo>
                  <a:pt x="3281" y="973"/>
                  <a:pt x="3140" y="1002"/>
                  <a:pt x="3007" y="1062"/>
                </a:cubicBezTo>
                <a:cubicBezTo>
                  <a:pt x="2940" y="854"/>
                  <a:pt x="2829" y="662"/>
                  <a:pt x="2681" y="499"/>
                </a:cubicBezTo>
                <a:cubicBezTo>
                  <a:pt x="2489" y="292"/>
                  <a:pt x="2244" y="136"/>
                  <a:pt x="1970" y="62"/>
                </a:cubicBezTo>
                <a:cubicBezTo>
                  <a:pt x="1833" y="21"/>
                  <a:pt x="1693" y="1"/>
                  <a:pt x="1553" y="1"/>
                </a:cubicBezTo>
                <a:close/>
                <a:moveTo>
                  <a:pt x="2940" y="2084"/>
                </a:moveTo>
                <a:cubicBezTo>
                  <a:pt x="3162" y="2084"/>
                  <a:pt x="3377" y="2172"/>
                  <a:pt x="3533" y="2328"/>
                </a:cubicBezTo>
                <a:cubicBezTo>
                  <a:pt x="3688" y="2483"/>
                  <a:pt x="3777" y="2691"/>
                  <a:pt x="3777" y="2920"/>
                </a:cubicBezTo>
                <a:cubicBezTo>
                  <a:pt x="3777" y="3143"/>
                  <a:pt x="3688" y="3350"/>
                  <a:pt x="3533" y="3505"/>
                </a:cubicBezTo>
                <a:cubicBezTo>
                  <a:pt x="3377" y="3661"/>
                  <a:pt x="3162" y="3750"/>
                  <a:pt x="2940" y="3750"/>
                </a:cubicBezTo>
                <a:cubicBezTo>
                  <a:pt x="2718" y="3750"/>
                  <a:pt x="2511" y="3661"/>
                  <a:pt x="2355" y="3505"/>
                </a:cubicBezTo>
                <a:cubicBezTo>
                  <a:pt x="2200" y="3350"/>
                  <a:pt x="2111" y="3143"/>
                  <a:pt x="2111" y="2920"/>
                </a:cubicBezTo>
                <a:cubicBezTo>
                  <a:pt x="2111" y="2691"/>
                  <a:pt x="2200" y="2483"/>
                  <a:pt x="2355" y="2328"/>
                </a:cubicBezTo>
                <a:cubicBezTo>
                  <a:pt x="2511" y="2172"/>
                  <a:pt x="2718" y="2084"/>
                  <a:pt x="2940" y="2084"/>
                </a:cubicBezTo>
                <a:close/>
                <a:moveTo>
                  <a:pt x="2940" y="1810"/>
                </a:moveTo>
                <a:cubicBezTo>
                  <a:pt x="2644" y="1810"/>
                  <a:pt x="2370" y="1921"/>
                  <a:pt x="2155" y="2128"/>
                </a:cubicBezTo>
                <a:cubicBezTo>
                  <a:pt x="1948" y="2343"/>
                  <a:pt x="1830" y="2617"/>
                  <a:pt x="1830" y="2920"/>
                </a:cubicBezTo>
                <a:cubicBezTo>
                  <a:pt x="1830" y="3217"/>
                  <a:pt x="1948" y="3491"/>
                  <a:pt x="2155" y="3705"/>
                </a:cubicBezTo>
                <a:cubicBezTo>
                  <a:pt x="2370" y="3913"/>
                  <a:pt x="2644" y="4031"/>
                  <a:pt x="2940" y="4031"/>
                </a:cubicBezTo>
                <a:cubicBezTo>
                  <a:pt x="3192" y="4031"/>
                  <a:pt x="3429" y="3942"/>
                  <a:pt x="3622" y="3794"/>
                </a:cubicBezTo>
                <a:lnTo>
                  <a:pt x="4236" y="4401"/>
                </a:lnTo>
                <a:cubicBezTo>
                  <a:pt x="4258" y="4431"/>
                  <a:pt x="4295" y="4446"/>
                  <a:pt x="4332" y="4446"/>
                </a:cubicBezTo>
                <a:cubicBezTo>
                  <a:pt x="4370" y="4446"/>
                  <a:pt x="4407" y="4431"/>
                  <a:pt x="4429" y="4401"/>
                </a:cubicBezTo>
                <a:cubicBezTo>
                  <a:pt x="4488" y="4350"/>
                  <a:pt x="4488" y="4261"/>
                  <a:pt x="4429" y="4209"/>
                </a:cubicBezTo>
                <a:lnTo>
                  <a:pt x="3822" y="3594"/>
                </a:lnTo>
                <a:cubicBezTo>
                  <a:pt x="3970" y="3402"/>
                  <a:pt x="4051" y="3165"/>
                  <a:pt x="4051" y="2920"/>
                </a:cubicBezTo>
                <a:cubicBezTo>
                  <a:pt x="4051" y="2624"/>
                  <a:pt x="3940" y="2343"/>
                  <a:pt x="3733" y="2128"/>
                </a:cubicBezTo>
                <a:cubicBezTo>
                  <a:pt x="3518" y="1921"/>
                  <a:pt x="3244" y="1810"/>
                  <a:pt x="2940" y="181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77"/>
          <p:cNvSpPr/>
          <p:nvPr/>
        </p:nvSpPr>
        <p:spPr>
          <a:xfrm>
            <a:off x="5366600" y="2780825"/>
            <a:ext cx="333300" cy="333300"/>
          </a:xfrm>
          <a:custGeom>
            <a:rect b="b" l="l" r="r" t="t"/>
            <a:pathLst>
              <a:path extrusionOk="0" h="4444" w="4444">
                <a:moveTo>
                  <a:pt x="4029" y="274"/>
                </a:moveTo>
                <a:cubicBezTo>
                  <a:pt x="4103" y="274"/>
                  <a:pt x="4162" y="341"/>
                  <a:pt x="4162" y="415"/>
                </a:cubicBezTo>
                <a:cubicBezTo>
                  <a:pt x="4162" y="489"/>
                  <a:pt x="4103" y="556"/>
                  <a:pt x="4029" y="556"/>
                </a:cubicBezTo>
                <a:cubicBezTo>
                  <a:pt x="3947" y="556"/>
                  <a:pt x="3888" y="489"/>
                  <a:pt x="3888" y="415"/>
                </a:cubicBezTo>
                <a:cubicBezTo>
                  <a:pt x="3888" y="341"/>
                  <a:pt x="3947" y="274"/>
                  <a:pt x="4029" y="274"/>
                </a:cubicBezTo>
                <a:close/>
                <a:moveTo>
                  <a:pt x="1526" y="696"/>
                </a:moveTo>
                <a:cubicBezTo>
                  <a:pt x="1607" y="696"/>
                  <a:pt x="1666" y="756"/>
                  <a:pt x="1666" y="830"/>
                </a:cubicBezTo>
                <a:cubicBezTo>
                  <a:pt x="1666" y="911"/>
                  <a:pt x="1607" y="970"/>
                  <a:pt x="1526" y="970"/>
                </a:cubicBezTo>
                <a:cubicBezTo>
                  <a:pt x="1452" y="970"/>
                  <a:pt x="1385" y="911"/>
                  <a:pt x="1385" y="830"/>
                </a:cubicBezTo>
                <a:cubicBezTo>
                  <a:pt x="1385" y="756"/>
                  <a:pt x="1452" y="696"/>
                  <a:pt x="1526" y="696"/>
                </a:cubicBezTo>
                <a:close/>
                <a:moveTo>
                  <a:pt x="2918" y="1111"/>
                </a:moveTo>
                <a:cubicBezTo>
                  <a:pt x="2992" y="1111"/>
                  <a:pt x="3051" y="1170"/>
                  <a:pt x="3051" y="1252"/>
                </a:cubicBezTo>
                <a:cubicBezTo>
                  <a:pt x="3051" y="1326"/>
                  <a:pt x="2992" y="1385"/>
                  <a:pt x="2918" y="1385"/>
                </a:cubicBezTo>
                <a:cubicBezTo>
                  <a:pt x="2836" y="1385"/>
                  <a:pt x="2777" y="1326"/>
                  <a:pt x="2777" y="1252"/>
                </a:cubicBezTo>
                <a:cubicBezTo>
                  <a:pt x="2777" y="1170"/>
                  <a:pt x="2836" y="1111"/>
                  <a:pt x="2918" y="1111"/>
                </a:cubicBezTo>
                <a:close/>
                <a:moveTo>
                  <a:pt x="415" y="1807"/>
                </a:moveTo>
                <a:cubicBezTo>
                  <a:pt x="496" y="1807"/>
                  <a:pt x="556" y="1866"/>
                  <a:pt x="556" y="1940"/>
                </a:cubicBezTo>
                <a:cubicBezTo>
                  <a:pt x="556" y="2022"/>
                  <a:pt x="496" y="2081"/>
                  <a:pt x="415" y="2081"/>
                </a:cubicBezTo>
                <a:cubicBezTo>
                  <a:pt x="341" y="2081"/>
                  <a:pt x="274" y="2022"/>
                  <a:pt x="274" y="1940"/>
                </a:cubicBezTo>
                <a:cubicBezTo>
                  <a:pt x="274" y="1866"/>
                  <a:pt x="341" y="1807"/>
                  <a:pt x="415" y="1807"/>
                </a:cubicBezTo>
                <a:close/>
                <a:moveTo>
                  <a:pt x="4029" y="0"/>
                </a:moveTo>
                <a:cubicBezTo>
                  <a:pt x="3799" y="0"/>
                  <a:pt x="3607" y="185"/>
                  <a:pt x="3607" y="415"/>
                </a:cubicBezTo>
                <a:cubicBezTo>
                  <a:pt x="3607" y="437"/>
                  <a:pt x="3614" y="459"/>
                  <a:pt x="3614" y="482"/>
                </a:cubicBezTo>
                <a:lnTo>
                  <a:pt x="3103" y="882"/>
                </a:lnTo>
                <a:cubicBezTo>
                  <a:pt x="3051" y="852"/>
                  <a:pt x="2985" y="830"/>
                  <a:pt x="2918" y="830"/>
                </a:cubicBezTo>
                <a:cubicBezTo>
                  <a:pt x="2777" y="830"/>
                  <a:pt x="2651" y="904"/>
                  <a:pt x="2577" y="1007"/>
                </a:cubicBezTo>
                <a:lnTo>
                  <a:pt x="1940" y="837"/>
                </a:lnTo>
                <a:lnTo>
                  <a:pt x="1940" y="830"/>
                </a:lnTo>
                <a:cubicBezTo>
                  <a:pt x="1940" y="600"/>
                  <a:pt x="1755" y="415"/>
                  <a:pt x="1526" y="415"/>
                </a:cubicBezTo>
                <a:cubicBezTo>
                  <a:pt x="1296" y="415"/>
                  <a:pt x="1111" y="600"/>
                  <a:pt x="1111" y="830"/>
                </a:cubicBezTo>
                <a:cubicBezTo>
                  <a:pt x="1111" y="859"/>
                  <a:pt x="1111" y="882"/>
                  <a:pt x="1119" y="904"/>
                </a:cubicBezTo>
                <a:lnTo>
                  <a:pt x="489" y="1533"/>
                </a:lnTo>
                <a:cubicBezTo>
                  <a:pt x="467" y="1526"/>
                  <a:pt x="445" y="1526"/>
                  <a:pt x="415" y="1526"/>
                </a:cubicBezTo>
                <a:cubicBezTo>
                  <a:pt x="185" y="1526"/>
                  <a:pt x="0" y="1711"/>
                  <a:pt x="0" y="1940"/>
                </a:cubicBezTo>
                <a:cubicBezTo>
                  <a:pt x="0" y="2170"/>
                  <a:pt x="185" y="2355"/>
                  <a:pt x="415" y="2355"/>
                </a:cubicBezTo>
                <a:lnTo>
                  <a:pt x="415" y="2363"/>
                </a:lnTo>
                <a:cubicBezTo>
                  <a:pt x="645" y="2363"/>
                  <a:pt x="830" y="2170"/>
                  <a:pt x="830" y="1940"/>
                </a:cubicBezTo>
                <a:cubicBezTo>
                  <a:pt x="830" y="1844"/>
                  <a:pt x="793" y="1755"/>
                  <a:pt x="733" y="1681"/>
                </a:cubicBezTo>
                <a:lnTo>
                  <a:pt x="1267" y="1155"/>
                </a:lnTo>
                <a:cubicBezTo>
                  <a:pt x="1333" y="1215"/>
                  <a:pt x="1430" y="1252"/>
                  <a:pt x="1526" y="1252"/>
                </a:cubicBezTo>
                <a:cubicBezTo>
                  <a:pt x="1652" y="1252"/>
                  <a:pt x="1770" y="1193"/>
                  <a:pt x="1844" y="1096"/>
                </a:cubicBezTo>
                <a:lnTo>
                  <a:pt x="2503" y="1274"/>
                </a:lnTo>
                <a:cubicBezTo>
                  <a:pt x="2518" y="1489"/>
                  <a:pt x="2696" y="1666"/>
                  <a:pt x="2918" y="1666"/>
                </a:cubicBezTo>
                <a:cubicBezTo>
                  <a:pt x="3140" y="1666"/>
                  <a:pt x="3333" y="1481"/>
                  <a:pt x="3333" y="1252"/>
                </a:cubicBezTo>
                <a:cubicBezTo>
                  <a:pt x="3333" y="1193"/>
                  <a:pt x="3318" y="1133"/>
                  <a:pt x="3296" y="1081"/>
                </a:cubicBezTo>
                <a:lnTo>
                  <a:pt x="3755" y="726"/>
                </a:lnTo>
                <a:cubicBezTo>
                  <a:pt x="3829" y="793"/>
                  <a:pt x="3925" y="830"/>
                  <a:pt x="4029" y="830"/>
                </a:cubicBezTo>
                <a:cubicBezTo>
                  <a:pt x="4258" y="830"/>
                  <a:pt x="4443" y="645"/>
                  <a:pt x="4443" y="415"/>
                </a:cubicBezTo>
                <a:cubicBezTo>
                  <a:pt x="4443" y="185"/>
                  <a:pt x="4258" y="0"/>
                  <a:pt x="4029" y="0"/>
                </a:cubicBezTo>
                <a:close/>
                <a:moveTo>
                  <a:pt x="1111" y="3421"/>
                </a:moveTo>
                <a:lnTo>
                  <a:pt x="1111" y="4162"/>
                </a:lnTo>
                <a:lnTo>
                  <a:pt x="556" y="4162"/>
                </a:lnTo>
                <a:lnTo>
                  <a:pt x="556" y="3421"/>
                </a:lnTo>
                <a:close/>
                <a:moveTo>
                  <a:pt x="2496" y="2126"/>
                </a:moveTo>
                <a:lnTo>
                  <a:pt x="2496" y="4162"/>
                </a:lnTo>
                <a:lnTo>
                  <a:pt x="1940" y="4162"/>
                </a:lnTo>
                <a:lnTo>
                  <a:pt x="1940" y="2126"/>
                </a:lnTo>
                <a:close/>
                <a:moveTo>
                  <a:pt x="3888" y="2866"/>
                </a:moveTo>
                <a:lnTo>
                  <a:pt x="3888" y="4162"/>
                </a:lnTo>
                <a:lnTo>
                  <a:pt x="3333" y="4162"/>
                </a:lnTo>
                <a:lnTo>
                  <a:pt x="3333" y="2866"/>
                </a:lnTo>
                <a:close/>
                <a:moveTo>
                  <a:pt x="1940" y="1852"/>
                </a:moveTo>
                <a:cubicBezTo>
                  <a:pt x="1866" y="1852"/>
                  <a:pt x="1800" y="1881"/>
                  <a:pt x="1748" y="1933"/>
                </a:cubicBezTo>
                <a:cubicBezTo>
                  <a:pt x="1696" y="1985"/>
                  <a:pt x="1666" y="2052"/>
                  <a:pt x="1666" y="2126"/>
                </a:cubicBezTo>
                <a:lnTo>
                  <a:pt x="1666" y="4162"/>
                </a:lnTo>
                <a:lnTo>
                  <a:pt x="1385" y="4162"/>
                </a:lnTo>
                <a:lnTo>
                  <a:pt x="1385" y="3421"/>
                </a:lnTo>
                <a:cubicBezTo>
                  <a:pt x="1385" y="3347"/>
                  <a:pt x="1363" y="3281"/>
                  <a:pt x="1304" y="3229"/>
                </a:cubicBezTo>
                <a:cubicBezTo>
                  <a:pt x="1252" y="3177"/>
                  <a:pt x="1185" y="3147"/>
                  <a:pt x="1111" y="3147"/>
                </a:cubicBezTo>
                <a:lnTo>
                  <a:pt x="556" y="3147"/>
                </a:lnTo>
                <a:cubicBezTo>
                  <a:pt x="482" y="3147"/>
                  <a:pt x="408" y="3177"/>
                  <a:pt x="356" y="3229"/>
                </a:cubicBezTo>
                <a:cubicBezTo>
                  <a:pt x="304" y="3281"/>
                  <a:pt x="274" y="3347"/>
                  <a:pt x="274" y="3421"/>
                </a:cubicBezTo>
                <a:lnTo>
                  <a:pt x="274" y="4162"/>
                </a:lnTo>
                <a:lnTo>
                  <a:pt x="141" y="4162"/>
                </a:lnTo>
                <a:cubicBezTo>
                  <a:pt x="60" y="4162"/>
                  <a:pt x="0" y="4229"/>
                  <a:pt x="0" y="4303"/>
                </a:cubicBezTo>
                <a:cubicBezTo>
                  <a:pt x="0" y="4377"/>
                  <a:pt x="60" y="4443"/>
                  <a:pt x="141" y="4443"/>
                </a:cubicBezTo>
                <a:lnTo>
                  <a:pt x="4303" y="4443"/>
                </a:lnTo>
                <a:cubicBezTo>
                  <a:pt x="4384" y="4443"/>
                  <a:pt x="4443" y="4377"/>
                  <a:pt x="4443" y="4303"/>
                </a:cubicBezTo>
                <a:cubicBezTo>
                  <a:pt x="4443" y="4229"/>
                  <a:pt x="4384" y="4162"/>
                  <a:pt x="4303" y="4162"/>
                </a:cubicBezTo>
                <a:lnTo>
                  <a:pt x="4162" y="4162"/>
                </a:lnTo>
                <a:lnTo>
                  <a:pt x="4162" y="2866"/>
                </a:lnTo>
                <a:cubicBezTo>
                  <a:pt x="4162" y="2792"/>
                  <a:pt x="4140" y="2725"/>
                  <a:pt x="4081" y="2674"/>
                </a:cubicBezTo>
                <a:cubicBezTo>
                  <a:pt x="4029" y="2622"/>
                  <a:pt x="3962" y="2592"/>
                  <a:pt x="3888" y="2592"/>
                </a:cubicBezTo>
                <a:lnTo>
                  <a:pt x="3333" y="2592"/>
                </a:lnTo>
                <a:cubicBezTo>
                  <a:pt x="3259" y="2592"/>
                  <a:pt x="3185" y="2622"/>
                  <a:pt x="3133" y="2674"/>
                </a:cubicBezTo>
                <a:cubicBezTo>
                  <a:pt x="3081" y="2725"/>
                  <a:pt x="3051" y="2792"/>
                  <a:pt x="3051" y="2866"/>
                </a:cubicBezTo>
                <a:lnTo>
                  <a:pt x="3051" y="4162"/>
                </a:lnTo>
                <a:lnTo>
                  <a:pt x="2777" y="4162"/>
                </a:lnTo>
                <a:lnTo>
                  <a:pt x="2777" y="2126"/>
                </a:lnTo>
                <a:cubicBezTo>
                  <a:pt x="2777" y="2052"/>
                  <a:pt x="2748" y="1985"/>
                  <a:pt x="2696" y="1933"/>
                </a:cubicBezTo>
                <a:cubicBezTo>
                  <a:pt x="2644" y="1881"/>
                  <a:pt x="2570" y="1852"/>
                  <a:pt x="2496" y="1852"/>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77"/>
          <p:cNvSpPr/>
          <p:nvPr/>
        </p:nvSpPr>
        <p:spPr>
          <a:xfrm>
            <a:off x="5366600" y="3295175"/>
            <a:ext cx="333300" cy="333300"/>
          </a:xfrm>
          <a:custGeom>
            <a:rect b="b" l="l" r="r" t="t"/>
            <a:pathLst>
              <a:path extrusionOk="0" h="4444" w="4444">
                <a:moveTo>
                  <a:pt x="4029" y="275"/>
                </a:moveTo>
                <a:cubicBezTo>
                  <a:pt x="4066" y="275"/>
                  <a:pt x="4103" y="290"/>
                  <a:pt x="4125" y="319"/>
                </a:cubicBezTo>
                <a:cubicBezTo>
                  <a:pt x="4155" y="341"/>
                  <a:pt x="4169" y="379"/>
                  <a:pt x="4169" y="416"/>
                </a:cubicBezTo>
                <a:cubicBezTo>
                  <a:pt x="4169" y="453"/>
                  <a:pt x="4155" y="490"/>
                  <a:pt x="4125" y="512"/>
                </a:cubicBezTo>
                <a:cubicBezTo>
                  <a:pt x="4099" y="538"/>
                  <a:pt x="4064" y="551"/>
                  <a:pt x="4029" y="551"/>
                </a:cubicBezTo>
                <a:cubicBezTo>
                  <a:pt x="3994" y="551"/>
                  <a:pt x="3958" y="538"/>
                  <a:pt x="3932" y="512"/>
                </a:cubicBezTo>
                <a:cubicBezTo>
                  <a:pt x="3903" y="490"/>
                  <a:pt x="3888" y="453"/>
                  <a:pt x="3888" y="416"/>
                </a:cubicBezTo>
                <a:cubicBezTo>
                  <a:pt x="3888" y="379"/>
                  <a:pt x="3903" y="341"/>
                  <a:pt x="3932" y="319"/>
                </a:cubicBezTo>
                <a:cubicBezTo>
                  <a:pt x="3955" y="290"/>
                  <a:pt x="3992" y="275"/>
                  <a:pt x="4029" y="275"/>
                </a:cubicBezTo>
                <a:close/>
                <a:moveTo>
                  <a:pt x="1526" y="1112"/>
                </a:moveTo>
                <a:cubicBezTo>
                  <a:pt x="1563" y="1112"/>
                  <a:pt x="1600" y="1126"/>
                  <a:pt x="1629" y="1149"/>
                </a:cubicBezTo>
                <a:cubicBezTo>
                  <a:pt x="1652" y="1178"/>
                  <a:pt x="1666" y="1215"/>
                  <a:pt x="1666" y="1245"/>
                </a:cubicBezTo>
                <a:cubicBezTo>
                  <a:pt x="1666" y="1282"/>
                  <a:pt x="1652" y="1319"/>
                  <a:pt x="1629" y="1349"/>
                </a:cubicBezTo>
                <a:cubicBezTo>
                  <a:pt x="1604" y="1374"/>
                  <a:pt x="1567" y="1387"/>
                  <a:pt x="1530" y="1387"/>
                </a:cubicBezTo>
                <a:cubicBezTo>
                  <a:pt x="1492" y="1387"/>
                  <a:pt x="1455" y="1374"/>
                  <a:pt x="1430" y="1349"/>
                </a:cubicBezTo>
                <a:cubicBezTo>
                  <a:pt x="1407" y="1319"/>
                  <a:pt x="1393" y="1282"/>
                  <a:pt x="1393" y="1245"/>
                </a:cubicBezTo>
                <a:cubicBezTo>
                  <a:pt x="1393" y="1208"/>
                  <a:pt x="1407" y="1178"/>
                  <a:pt x="1430" y="1149"/>
                </a:cubicBezTo>
                <a:cubicBezTo>
                  <a:pt x="1459" y="1126"/>
                  <a:pt x="1489" y="1112"/>
                  <a:pt x="1526" y="1112"/>
                </a:cubicBezTo>
                <a:close/>
                <a:moveTo>
                  <a:pt x="2777" y="1667"/>
                </a:moveTo>
                <a:cubicBezTo>
                  <a:pt x="2814" y="1667"/>
                  <a:pt x="2851" y="1682"/>
                  <a:pt x="2874" y="1704"/>
                </a:cubicBezTo>
                <a:cubicBezTo>
                  <a:pt x="2903" y="1734"/>
                  <a:pt x="2918" y="1771"/>
                  <a:pt x="2918" y="1800"/>
                </a:cubicBezTo>
                <a:cubicBezTo>
                  <a:pt x="2918" y="1837"/>
                  <a:pt x="2903" y="1874"/>
                  <a:pt x="2874" y="1904"/>
                </a:cubicBezTo>
                <a:cubicBezTo>
                  <a:pt x="2848" y="1930"/>
                  <a:pt x="2812" y="1943"/>
                  <a:pt x="2777" y="1943"/>
                </a:cubicBezTo>
                <a:cubicBezTo>
                  <a:pt x="2742" y="1943"/>
                  <a:pt x="2707" y="1930"/>
                  <a:pt x="2681" y="1904"/>
                </a:cubicBezTo>
                <a:cubicBezTo>
                  <a:pt x="2651" y="1874"/>
                  <a:pt x="2637" y="1837"/>
                  <a:pt x="2637" y="1800"/>
                </a:cubicBezTo>
                <a:cubicBezTo>
                  <a:pt x="2637" y="1763"/>
                  <a:pt x="2651" y="1734"/>
                  <a:pt x="2681" y="1704"/>
                </a:cubicBezTo>
                <a:cubicBezTo>
                  <a:pt x="2703" y="1682"/>
                  <a:pt x="2740" y="1667"/>
                  <a:pt x="2777" y="1667"/>
                </a:cubicBezTo>
                <a:close/>
                <a:moveTo>
                  <a:pt x="4029" y="2356"/>
                </a:moveTo>
                <a:cubicBezTo>
                  <a:pt x="4066" y="2356"/>
                  <a:pt x="4103" y="2370"/>
                  <a:pt x="4125" y="2400"/>
                </a:cubicBezTo>
                <a:cubicBezTo>
                  <a:pt x="4155" y="2422"/>
                  <a:pt x="4169" y="2459"/>
                  <a:pt x="4169" y="2496"/>
                </a:cubicBezTo>
                <a:cubicBezTo>
                  <a:pt x="4169" y="2533"/>
                  <a:pt x="4155" y="2570"/>
                  <a:pt x="4125" y="2593"/>
                </a:cubicBezTo>
                <a:cubicBezTo>
                  <a:pt x="4098" y="2619"/>
                  <a:pt x="4062" y="2634"/>
                  <a:pt x="4025" y="2634"/>
                </a:cubicBezTo>
                <a:cubicBezTo>
                  <a:pt x="3991" y="2634"/>
                  <a:pt x="3958" y="2621"/>
                  <a:pt x="3932" y="2593"/>
                </a:cubicBezTo>
                <a:cubicBezTo>
                  <a:pt x="3903" y="2570"/>
                  <a:pt x="3888" y="2533"/>
                  <a:pt x="3888" y="2496"/>
                </a:cubicBezTo>
                <a:cubicBezTo>
                  <a:pt x="3888" y="2459"/>
                  <a:pt x="3903" y="2422"/>
                  <a:pt x="3932" y="2400"/>
                </a:cubicBezTo>
                <a:cubicBezTo>
                  <a:pt x="3955" y="2370"/>
                  <a:pt x="3992" y="2356"/>
                  <a:pt x="4029" y="2356"/>
                </a:cubicBezTo>
                <a:close/>
                <a:moveTo>
                  <a:pt x="1252" y="3052"/>
                </a:moveTo>
                <a:cubicBezTo>
                  <a:pt x="1289" y="3052"/>
                  <a:pt x="1326" y="3067"/>
                  <a:pt x="1348" y="3096"/>
                </a:cubicBezTo>
                <a:cubicBezTo>
                  <a:pt x="1378" y="3118"/>
                  <a:pt x="1393" y="3155"/>
                  <a:pt x="1393" y="3192"/>
                </a:cubicBezTo>
                <a:cubicBezTo>
                  <a:pt x="1393" y="3229"/>
                  <a:pt x="1378" y="3266"/>
                  <a:pt x="1348" y="3289"/>
                </a:cubicBezTo>
                <a:cubicBezTo>
                  <a:pt x="1322" y="3315"/>
                  <a:pt x="1287" y="3328"/>
                  <a:pt x="1251" y="3328"/>
                </a:cubicBezTo>
                <a:cubicBezTo>
                  <a:pt x="1215" y="3328"/>
                  <a:pt x="1178" y="3315"/>
                  <a:pt x="1148" y="3289"/>
                </a:cubicBezTo>
                <a:cubicBezTo>
                  <a:pt x="1126" y="3266"/>
                  <a:pt x="1111" y="3229"/>
                  <a:pt x="1111" y="3192"/>
                </a:cubicBezTo>
                <a:cubicBezTo>
                  <a:pt x="1111" y="3155"/>
                  <a:pt x="1126" y="3118"/>
                  <a:pt x="1156" y="3096"/>
                </a:cubicBezTo>
                <a:cubicBezTo>
                  <a:pt x="1178" y="3067"/>
                  <a:pt x="1215" y="3052"/>
                  <a:pt x="1252" y="3052"/>
                </a:cubicBezTo>
                <a:close/>
                <a:moveTo>
                  <a:pt x="2637" y="3052"/>
                </a:moveTo>
                <a:cubicBezTo>
                  <a:pt x="2674" y="3052"/>
                  <a:pt x="2711" y="3067"/>
                  <a:pt x="2740" y="3096"/>
                </a:cubicBezTo>
                <a:cubicBezTo>
                  <a:pt x="2762" y="3118"/>
                  <a:pt x="2777" y="3155"/>
                  <a:pt x="2777" y="3192"/>
                </a:cubicBezTo>
                <a:cubicBezTo>
                  <a:pt x="2777" y="3229"/>
                  <a:pt x="2762" y="3266"/>
                  <a:pt x="2740" y="3289"/>
                </a:cubicBezTo>
                <a:lnTo>
                  <a:pt x="2733" y="3289"/>
                </a:lnTo>
                <a:cubicBezTo>
                  <a:pt x="2707" y="3315"/>
                  <a:pt x="2672" y="3328"/>
                  <a:pt x="2637" y="3328"/>
                </a:cubicBezTo>
                <a:cubicBezTo>
                  <a:pt x="2601" y="3328"/>
                  <a:pt x="2566" y="3315"/>
                  <a:pt x="2540" y="3289"/>
                </a:cubicBezTo>
                <a:cubicBezTo>
                  <a:pt x="2511" y="3266"/>
                  <a:pt x="2503" y="3229"/>
                  <a:pt x="2503" y="3192"/>
                </a:cubicBezTo>
                <a:cubicBezTo>
                  <a:pt x="2503" y="3155"/>
                  <a:pt x="2511" y="3118"/>
                  <a:pt x="2540" y="3096"/>
                </a:cubicBezTo>
                <a:cubicBezTo>
                  <a:pt x="2570" y="3067"/>
                  <a:pt x="2600" y="3052"/>
                  <a:pt x="2637" y="3052"/>
                </a:cubicBezTo>
                <a:close/>
                <a:moveTo>
                  <a:pt x="141" y="1"/>
                </a:moveTo>
                <a:cubicBezTo>
                  <a:pt x="60" y="1"/>
                  <a:pt x="0" y="60"/>
                  <a:pt x="0" y="134"/>
                </a:cubicBezTo>
                <a:lnTo>
                  <a:pt x="0" y="4303"/>
                </a:lnTo>
                <a:cubicBezTo>
                  <a:pt x="0" y="4377"/>
                  <a:pt x="60" y="4444"/>
                  <a:pt x="141" y="4444"/>
                </a:cubicBezTo>
                <a:lnTo>
                  <a:pt x="4303" y="4444"/>
                </a:lnTo>
                <a:cubicBezTo>
                  <a:pt x="4384" y="4444"/>
                  <a:pt x="4443" y="4377"/>
                  <a:pt x="4443" y="4303"/>
                </a:cubicBezTo>
                <a:cubicBezTo>
                  <a:pt x="4443" y="4222"/>
                  <a:pt x="4384" y="4163"/>
                  <a:pt x="4303" y="4163"/>
                </a:cubicBezTo>
                <a:lnTo>
                  <a:pt x="282" y="4163"/>
                </a:lnTo>
                <a:lnTo>
                  <a:pt x="282" y="3829"/>
                </a:lnTo>
                <a:lnTo>
                  <a:pt x="963" y="3489"/>
                </a:lnTo>
                <a:cubicBezTo>
                  <a:pt x="1037" y="3563"/>
                  <a:pt x="1141" y="3607"/>
                  <a:pt x="1252" y="3607"/>
                </a:cubicBezTo>
                <a:cubicBezTo>
                  <a:pt x="1355" y="3607"/>
                  <a:pt x="1467" y="3563"/>
                  <a:pt x="1548" y="3489"/>
                </a:cubicBezTo>
                <a:cubicBezTo>
                  <a:pt x="1585" y="3444"/>
                  <a:pt x="1622" y="3385"/>
                  <a:pt x="1644" y="3333"/>
                </a:cubicBezTo>
                <a:lnTo>
                  <a:pt x="2244" y="3333"/>
                </a:lnTo>
                <a:cubicBezTo>
                  <a:pt x="2266" y="3385"/>
                  <a:pt x="2296" y="3444"/>
                  <a:pt x="2340" y="3489"/>
                </a:cubicBezTo>
                <a:cubicBezTo>
                  <a:pt x="2422" y="3563"/>
                  <a:pt x="2525" y="3607"/>
                  <a:pt x="2637" y="3607"/>
                </a:cubicBezTo>
                <a:cubicBezTo>
                  <a:pt x="2748" y="3607"/>
                  <a:pt x="2859" y="3563"/>
                  <a:pt x="2933" y="3489"/>
                </a:cubicBezTo>
                <a:cubicBezTo>
                  <a:pt x="3007" y="3407"/>
                  <a:pt x="3051" y="3304"/>
                  <a:pt x="3051" y="3192"/>
                </a:cubicBezTo>
                <a:cubicBezTo>
                  <a:pt x="3051" y="3170"/>
                  <a:pt x="3051" y="3148"/>
                  <a:pt x="3051" y="3126"/>
                </a:cubicBezTo>
                <a:lnTo>
                  <a:pt x="3703" y="2756"/>
                </a:lnTo>
                <a:cubicBezTo>
                  <a:pt x="3710" y="2770"/>
                  <a:pt x="3725" y="2778"/>
                  <a:pt x="3733" y="2793"/>
                </a:cubicBezTo>
                <a:cubicBezTo>
                  <a:pt x="3807" y="2874"/>
                  <a:pt x="3918" y="2911"/>
                  <a:pt x="4029" y="2911"/>
                </a:cubicBezTo>
                <a:cubicBezTo>
                  <a:pt x="4140" y="2911"/>
                  <a:pt x="4243" y="2867"/>
                  <a:pt x="4318" y="2793"/>
                </a:cubicBezTo>
                <a:cubicBezTo>
                  <a:pt x="4399" y="2711"/>
                  <a:pt x="4443" y="2607"/>
                  <a:pt x="4443" y="2496"/>
                </a:cubicBezTo>
                <a:cubicBezTo>
                  <a:pt x="4443" y="2385"/>
                  <a:pt x="4399" y="2282"/>
                  <a:pt x="4318" y="2200"/>
                </a:cubicBezTo>
                <a:cubicBezTo>
                  <a:pt x="4243" y="2126"/>
                  <a:pt x="4132" y="2082"/>
                  <a:pt x="4029" y="2082"/>
                </a:cubicBezTo>
                <a:cubicBezTo>
                  <a:pt x="3918" y="2082"/>
                  <a:pt x="3807" y="2126"/>
                  <a:pt x="3733" y="2200"/>
                </a:cubicBezTo>
                <a:cubicBezTo>
                  <a:pt x="3658" y="2282"/>
                  <a:pt x="3614" y="2385"/>
                  <a:pt x="3614" y="2496"/>
                </a:cubicBezTo>
                <a:lnTo>
                  <a:pt x="2911" y="2881"/>
                </a:lnTo>
                <a:cubicBezTo>
                  <a:pt x="2836" y="2815"/>
                  <a:pt x="2740" y="2778"/>
                  <a:pt x="2637" y="2778"/>
                </a:cubicBezTo>
                <a:cubicBezTo>
                  <a:pt x="2525" y="2778"/>
                  <a:pt x="2422" y="2822"/>
                  <a:pt x="2348" y="2896"/>
                </a:cubicBezTo>
                <a:cubicBezTo>
                  <a:pt x="2296" y="2941"/>
                  <a:pt x="2266" y="2993"/>
                  <a:pt x="2244" y="3052"/>
                </a:cubicBezTo>
                <a:lnTo>
                  <a:pt x="1637" y="3052"/>
                </a:lnTo>
                <a:cubicBezTo>
                  <a:pt x="1622" y="2993"/>
                  <a:pt x="1585" y="2941"/>
                  <a:pt x="1541" y="2896"/>
                </a:cubicBezTo>
                <a:cubicBezTo>
                  <a:pt x="1467" y="2822"/>
                  <a:pt x="1355" y="2778"/>
                  <a:pt x="1252" y="2778"/>
                </a:cubicBezTo>
                <a:cubicBezTo>
                  <a:pt x="1141" y="2778"/>
                  <a:pt x="1030" y="2822"/>
                  <a:pt x="956" y="2896"/>
                </a:cubicBezTo>
                <a:cubicBezTo>
                  <a:pt x="874" y="2978"/>
                  <a:pt x="830" y="3081"/>
                  <a:pt x="830" y="3192"/>
                </a:cubicBezTo>
                <a:cubicBezTo>
                  <a:pt x="830" y="3207"/>
                  <a:pt x="837" y="3222"/>
                  <a:pt x="837" y="3244"/>
                </a:cubicBezTo>
                <a:lnTo>
                  <a:pt x="274" y="3518"/>
                </a:lnTo>
                <a:lnTo>
                  <a:pt x="274" y="2156"/>
                </a:lnTo>
                <a:lnTo>
                  <a:pt x="1267" y="1571"/>
                </a:lnTo>
                <a:cubicBezTo>
                  <a:pt x="1341" y="1630"/>
                  <a:pt x="1430" y="1667"/>
                  <a:pt x="1526" y="1667"/>
                </a:cubicBezTo>
                <a:cubicBezTo>
                  <a:pt x="1637" y="1667"/>
                  <a:pt x="1748" y="1623"/>
                  <a:pt x="1822" y="1541"/>
                </a:cubicBezTo>
                <a:cubicBezTo>
                  <a:pt x="1822" y="1541"/>
                  <a:pt x="1829" y="1534"/>
                  <a:pt x="1829" y="1534"/>
                </a:cubicBezTo>
                <a:lnTo>
                  <a:pt x="2363" y="1771"/>
                </a:lnTo>
                <a:cubicBezTo>
                  <a:pt x="2363" y="1785"/>
                  <a:pt x="2363" y="1793"/>
                  <a:pt x="2363" y="1808"/>
                </a:cubicBezTo>
                <a:cubicBezTo>
                  <a:pt x="2363" y="1919"/>
                  <a:pt x="2407" y="2022"/>
                  <a:pt x="2481" y="2096"/>
                </a:cubicBezTo>
                <a:cubicBezTo>
                  <a:pt x="2563" y="2178"/>
                  <a:pt x="2666" y="2222"/>
                  <a:pt x="2777" y="2222"/>
                </a:cubicBezTo>
                <a:cubicBezTo>
                  <a:pt x="2888" y="2222"/>
                  <a:pt x="2992" y="2178"/>
                  <a:pt x="3073" y="2096"/>
                </a:cubicBezTo>
                <a:cubicBezTo>
                  <a:pt x="3148" y="2022"/>
                  <a:pt x="3192" y="1911"/>
                  <a:pt x="3192" y="1808"/>
                </a:cubicBezTo>
                <a:cubicBezTo>
                  <a:pt x="3192" y="1726"/>
                  <a:pt x="3170" y="1652"/>
                  <a:pt x="3133" y="1586"/>
                </a:cubicBezTo>
                <a:lnTo>
                  <a:pt x="3792" y="756"/>
                </a:lnTo>
                <a:cubicBezTo>
                  <a:pt x="3858" y="808"/>
                  <a:pt x="3940" y="830"/>
                  <a:pt x="4029" y="830"/>
                </a:cubicBezTo>
                <a:cubicBezTo>
                  <a:pt x="4140" y="830"/>
                  <a:pt x="4243" y="786"/>
                  <a:pt x="4325" y="712"/>
                </a:cubicBezTo>
                <a:cubicBezTo>
                  <a:pt x="4399" y="630"/>
                  <a:pt x="4443" y="527"/>
                  <a:pt x="4443" y="416"/>
                </a:cubicBezTo>
                <a:cubicBezTo>
                  <a:pt x="4443" y="304"/>
                  <a:pt x="4399" y="201"/>
                  <a:pt x="4325" y="119"/>
                </a:cubicBezTo>
                <a:cubicBezTo>
                  <a:pt x="4243" y="45"/>
                  <a:pt x="4140" y="1"/>
                  <a:pt x="4029" y="1"/>
                </a:cubicBezTo>
                <a:cubicBezTo>
                  <a:pt x="3918" y="1"/>
                  <a:pt x="3814" y="45"/>
                  <a:pt x="3733" y="119"/>
                </a:cubicBezTo>
                <a:cubicBezTo>
                  <a:pt x="3651" y="201"/>
                  <a:pt x="3614" y="304"/>
                  <a:pt x="3614" y="416"/>
                </a:cubicBezTo>
                <a:cubicBezTo>
                  <a:pt x="3614" y="453"/>
                  <a:pt x="3614" y="490"/>
                  <a:pt x="3629" y="519"/>
                </a:cubicBezTo>
                <a:lnTo>
                  <a:pt x="2911" y="1408"/>
                </a:lnTo>
                <a:cubicBezTo>
                  <a:pt x="2866" y="1393"/>
                  <a:pt x="2822" y="1386"/>
                  <a:pt x="2777" y="1386"/>
                </a:cubicBezTo>
                <a:cubicBezTo>
                  <a:pt x="2666" y="1386"/>
                  <a:pt x="2563" y="1430"/>
                  <a:pt x="2481" y="1504"/>
                </a:cubicBezTo>
                <a:cubicBezTo>
                  <a:pt x="2481" y="1511"/>
                  <a:pt x="2481" y="1511"/>
                  <a:pt x="2474" y="1519"/>
                </a:cubicBezTo>
                <a:lnTo>
                  <a:pt x="1940" y="1282"/>
                </a:lnTo>
                <a:cubicBezTo>
                  <a:pt x="1940" y="1267"/>
                  <a:pt x="1948" y="1260"/>
                  <a:pt x="1948" y="1245"/>
                </a:cubicBezTo>
                <a:cubicBezTo>
                  <a:pt x="1948" y="1141"/>
                  <a:pt x="1903" y="1030"/>
                  <a:pt x="1822" y="956"/>
                </a:cubicBezTo>
                <a:cubicBezTo>
                  <a:pt x="1748" y="875"/>
                  <a:pt x="1637" y="830"/>
                  <a:pt x="1526" y="830"/>
                </a:cubicBezTo>
                <a:cubicBezTo>
                  <a:pt x="1422" y="830"/>
                  <a:pt x="1311" y="875"/>
                  <a:pt x="1237" y="949"/>
                </a:cubicBezTo>
                <a:cubicBezTo>
                  <a:pt x="1156" y="1030"/>
                  <a:pt x="1111" y="1134"/>
                  <a:pt x="1111" y="1245"/>
                </a:cubicBezTo>
                <a:cubicBezTo>
                  <a:pt x="1111" y="1275"/>
                  <a:pt x="1111" y="1304"/>
                  <a:pt x="1119" y="1334"/>
                </a:cubicBezTo>
                <a:lnTo>
                  <a:pt x="282" y="1837"/>
                </a:lnTo>
                <a:lnTo>
                  <a:pt x="282" y="134"/>
                </a:lnTo>
                <a:cubicBezTo>
                  <a:pt x="282" y="60"/>
                  <a:pt x="215" y="1"/>
                  <a:pt x="14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77"/>
          <p:cNvSpPr/>
          <p:nvPr/>
        </p:nvSpPr>
        <p:spPr>
          <a:xfrm>
            <a:off x="5366600" y="3809600"/>
            <a:ext cx="333300" cy="333300"/>
          </a:xfrm>
          <a:custGeom>
            <a:rect b="b" l="l" r="r" t="t"/>
            <a:pathLst>
              <a:path extrusionOk="0" h="4444" w="4444">
                <a:moveTo>
                  <a:pt x="1807" y="0"/>
                </a:moveTo>
                <a:cubicBezTo>
                  <a:pt x="1726" y="0"/>
                  <a:pt x="1666" y="60"/>
                  <a:pt x="1666" y="141"/>
                </a:cubicBezTo>
                <a:cubicBezTo>
                  <a:pt x="1666" y="215"/>
                  <a:pt x="1726" y="274"/>
                  <a:pt x="1807" y="274"/>
                </a:cubicBezTo>
                <a:lnTo>
                  <a:pt x="2637" y="274"/>
                </a:lnTo>
                <a:cubicBezTo>
                  <a:pt x="2718" y="274"/>
                  <a:pt x="2777" y="215"/>
                  <a:pt x="2777" y="141"/>
                </a:cubicBezTo>
                <a:cubicBezTo>
                  <a:pt x="2777" y="60"/>
                  <a:pt x="2718" y="0"/>
                  <a:pt x="2637" y="0"/>
                </a:cubicBezTo>
                <a:close/>
                <a:moveTo>
                  <a:pt x="415" y="0"/>
                </a:moveTo>
                <a:cubicBezTo>
                  <a:pt x="304" y="0"/>
                  <a:pt x="200" y="45"/>
                  <a:pt x="126" y="119"/>
                </a:cubicBezTo>
                <a:cubicBezTo>
                  <a:pt x="45" y="200"/>
                  <a:pt x="0" y="304"/>
                  <a:pt x="0" y="415"/>
                </a:cubicBezTo>
                <a:lnTo>
                  <a:pt x="0" y="970"/>
                </a:lnTo>
                <a:cubicBezTo>
                  <a:pt x="0" y="1045"/>
                  <a:pt x="60" y="1111"/>
                  <a:pt x="141" y="1111"/>
                </a:cubicBezTo>
                <a:cubicBezTo>
                  <a:pt x="215" y="1111"/>
                  <a:pt x="274" y="1045"/>
                  <a:pt x="274" y="970"/>
                </a:cubicBezTo>
                <a:lnTo>
                  <a:pt x="274" y="415"/>
                </a:lnTo>
                <a:cubicBezTo>
                  <a:pt x="274" y="378"/>
                  <a:pt x="289" y="341"/>
                  <a:pt x="319" y="319"/>
                </a:cubicBezTo>
                <a:cubicBezTo>
                  <a:pt x="341" y="289"/>
                  <a:pt x="378" y="274"/>
                  <a:pt x="415" y="274"/>
                </a:cubicBezTo>
                <a:lnTo>
                  <a:pt x="970" y="274"/>
                </a:lnTo>
                <a:cubicBezTo>
                  <a:pt x="1052" y="274"/>
                  <a:pt x="1111" y="215"/>
                  <a:pt x="1111" y="141"/>
                </a:cubicBezTo>
                <a:cubicBezTo>
                  <a:pt x="1111" y="60"/>
                  <a:pt x="1052" y="0"/>
                  <a:pt x="970" y="0"/>
                </a:cubicBezTo>
                <a:close/>
                <a:moveTo>
                  <a:pt x="3473" y="0"/>
                </a:moveTo>
                <a:cubicBezTo>
                  <a:pt x="3392" y="0"/>
                  <a:pt x="3333" y="60"/>
                  <a:pt x="3333" y="141"/>
                </a:cubicBezTo>
                <a:cubicBezTo>
                  <a:pt x="3333" y="215"/>
                  <a:pt x="3392" y="274"/>
                  <a:pt x="3473" y="274"/>
                </a:cubicBezTo>
                <a:lnTo>
                  <a:pt x="4029" y="274"/>
                </a:lnTo>
                <a:cubicBezTo>
                  <a:pt x="4066" y="274"/>
                  <a:pt x="4095" y="289"/>
                  <a:pt x="4125" y="319"/>
                </a:cubicBezTo>
                <a:cubicBezTo>
                  <a:pt x="4147" y="341"/>
                  <a:pt x="4162" y="378"/>
                  <a:pt x="4162" y="415"/>
                </a:cubicBezTo>
                <a:lnTo>
                  <a:pt x="4162" y="970"/>
                </a:lnTo>
                <a:cubicBezTo>
                  <a:pt x="4162" y="1045"/>
                  <a:pt x="4229" y="1111"/>
                  <a:pt x="4303" y="1111"/>
                </a:cubicBezTo>
                <a:cubicBezTo>
                  <a:pt x="4384" y="1111"/>
                  <a:pt x="4443" y="1045"/>
                  <a:pt x="4443" y="970"/>
                </a:cubicBezTo>
                <a:lnTo>
                  <a:pt x="4443" y="415"/>
                </a:lnTo>
                <a:cubicBezTo>
                  <a:pt x="4443" y="304"/>
                  <a:pt x="4399" y="200"/>
                  <a:pt x="4318" y="119"/>
                </a:cubicBezTo>
                <a:cubicBezTo>
                  <a:pt x="4243" y="45"/>
                  <a:pt x="4132" y="0"/>
                  <a:pt x="4029" y="0"/>
                </a:cubicBezTo>
                <a:close/>
                <a:moveTo>
                  <a:pt x="141" y="1667"/>
                </a:moveTo>
                <a:cubicBezTo>
                  <a:pt x="60" y="1667"/>
                  <a:pt x="0" y="1726"/>
                  <a:pt x="0" y="1807"/>
                </a:cubicBezTo>
                <a:lnTo>
                  <a:pt x="0" y="2637"/>
                </a:lnTo>
                <a:cubicBezTo>
                  <a:pt x="0" y="2711"/>
                  <a:pt x="60" y="2777"/>
                  <a:pt x="141" y="2777"/>
                </a:cubicBezTo>
                <a:cubicBezTo>
                  <a:pt x="215" y="2777"/>
                  <a:pt x="274" y="2711"/>
                  <a:pt x="274" y="2637"/>
                </a:cubicBezTo>
                <a:lnTo>
                  <a:pt x="274" y="1807"/>
                </a:lnTo>
                <a:cubicBezTo>
                  <a:pt x="274" y="1726"/>
                  <a:pt x="215" y="1667"/>
                  <a:pt x="141" y="1667"/>
                </a:cubicBezTo>
                <a:close/>
                <a:moveTo>
                  <a:pt x="4303" y="1667"/>
                </a:moveTo>
                <a:cubicBezTo>
                  <a:pt x="4229" y="1667"/>
                  <a:pt x="4162" y="1726"/>
                  <a:pt x="4162" y="1807"/>
                </a:cubicBezTo>
                <a:lnTo>
                  <a:pt x="4162" y="2637"/>
                </a:lnTo>
                <a:cubicBezTo>
                  <a:pt x="4162" y="2711"/>
                  <a:pt x="4229" y="2777"/>
                  <a:pt x="4303" y="2777"/>
                </a:cubicBezTo>
                <a:cubicBezTo>
                  <a:pt x="4384" y="2777"/>
                  <a:pt x="4443" y="2711"/>
                  <a:pt x="4443" y="2637"/>
                </a:cubicBezTo>
                <a:lnTo>
                  <a:pt x="4443" y="1807"/>
                </a:lnTo>
                <a:cubicBezTo>
                  <a:pt x="4443" y="1726"/>
                  <a:pt x="4384" y="1667"/>
                  <a:pt x="4303" y="1667"/>
                </a:cubicBezTo>
                <a:close/>
                <a:moveTo>
                  <a:pt x="2222" y="970"/>
                </a:moveTo>
                <a:cubicBezTo>
                  <a:pt x="2148" y="970"/>
                  <a:pt x="2081" y="1030"/>
                  <a:pt x="2081" y="1111"/>
                </a:cubicBezTo>
                <a:lnTo>
                  <a:pt x="2081" y="2999"/>
                </a:lnTo>
                <a:lnTo>
                  <a:pt x="1489" y="2400"/>
                </a:lnTo>
                <a:cubicBezTo>
                  <a:pt x="1459" y="2374"/>
                  <a:pt x="1422" y="2361"/>
                  <a:pt x="1386" y="2361"/>
                </a:cubicBezTo>
                <a:cubicBezTo>
                  <a:pt x="1350" y="2361"/>
                  <a:pt x="1315" y="2374"/>
                  <a:pt x="1289" y="2400"/>
                </a:cubicBezTo>
                <a:cubicBezTo>
                  <a:pt x="1237" y="2451"/>
                  <a:pt x="1237" y="2540"/>
                  <a:pt x="1289" y="2600"/>
                </a:cubicBezTo>
                <a:lnTo>
                  <a:pt x="2126" y="3429"/>
                </a:lnTo>
                <a:cubicBezTo>
                  <a:pt x="2133" y="3444"/>
                  <a:pt x="2155" y="3451"/>
                  <a:pt x="2170" y="3459"/>
                </a:cubicBezTo>
                <a:cubicBezTo>
                  <a:pt x="2185" y="3466"/>
                  <a:pt x="2200" y="3473"/>
                  <a:pt x="2222" y="3473"/>
                </a:cubicBezTo>
                <a:cubicBezTo>
                  <a:pt x="2237" y="3473"/>
                  <a:pt x="2259" y="3466"/>
                  <a:pt x="2274" y="3459"/>
                </a:cubicBezTo>
                <a:cubicBezTo>
                  <a:pt x="2289" y="3451"/>
                  <a:pt x="2303" y="3444"/>
                  <a:pt x="2318" y="3429"/>
                </a:cubicBezTo>
                <a:lnTo>
                  <a:pt x="3155" y="2600"/>
                </a:lnTo>
                <a:cubicBezTo>
                  <a:pt x="3207" y="2540"/>
                  <a:pt x="3207" y="2451"/>
                  <a:pt x="3155" y="2400"/>
                </a:cubicBezTo>
                <a:cubicBezTo>
                  <a:pt x="3125" y="2374"/>
                  <a:pt x="3088" y="2361"/>
                  <a:pt x="3052" y="2361"/>
                </a:cubicBezTo>
                <a:cubicBezTo>
                  <a:pt x="3016" y="2361"/>
                  <a:pt x="2981" y="2374"/>
                  <a:pt x="2955" y="2400"/>
                </a:cubicBezTo>
                <a:lnTo>
                  <a:pt x="2363" y="2999"/>
                </a:lnTo>
                <a:lnTo>
                  <a:pt x="2363" y="1111"/>
                </a:lnTo>
                <a:cubicBezTo>
                  <a:pt x="2363" y="1030"/>
                  <a:pt x="2296" y="970"/>
                  <a:pt x="2222" y="970"/>
                </a:cubicBezTo>
                <a:close/>
                <a:moveTo>
                  <a:pt x="141" y="3333"/>
                </a:moveTo>
                <a:cubicBezTo>
                  <a:pt x="60" y="3333"/>
                  <a:pt x="0" y="3392"/>
                  <a:pt x="0" y="3473"/>
                </a:cubicBezTo>
                <a:lnTo>
                  <a:pt x="0" y="4029"/>
                </a:lnTo>
                <a:cubicBezTo>
                  <a:pt x="0" y="4140"/>
                  <a:pt x="45" y="4244"/>
                  <a:pt x="119" y="4318"/>
                </a:cubicBezTo>
                <a:cubicBezTo>
                  <a:pt x="200" y="4399"/>
                  <a:pt x="304" y="4443"/>
                  <a:pt x="415" y="4443"/>
                </a:cubicBezTo>
                <a:lnTo>
                  <a:pt x="970" y="4443"/>
                </a:lnTo>
                <a:cubicBezTo>
                  <a:pt x="1052" y="4443"/>
                  <a:pt x="1111" y="4377"/>
                  <a:pt x="1111" y="4303"/>
                </a:cubicBezTo>
                <a:cubicBezTo>
                  <a:pt x="1111" y="4229"/>
                  <a:pt x="1052" y="4162"/>
                  <a:pt x="970" y="4162"/>
                </a:cubicBezTo>
                <a:lnTo>
                  <a:pt x="415" y="4162"/>
                </a:lnTo>
                <a:cubicBezTo>
                  <a:pt x="378" y="4162"/>
                  <a:pt x="341" y="4147"/>
                  <a:pt x="319" y="4125"/>
                </a:cubicBezTo>
                <a:cubicBezTo>
                  <a:pt x="289" y="4095"/>
                  <a:pt x="274" y="4058"/>
                  <a:pt x="274" y="4029"/>
                </a:cubicBezTo>
                <a:lnTo>
                  <a:pt x="274" y="3473"/>
                </a:lnTo>
                <a:cubicBezTo>
                  <a:pt x="274" y="3392"/>
                  <a:pt x="215" y="3333"/>
                  <a:pt x="141" y="3333"/>
                </a:cubicBezTo>
                <a:close/>
                <a:moveTo>
                  <a:pt x="1807" y="4162"/>
                </a:moveTo>
                <a:cubicBezTo>
                  <a:pt x="1726" y="4162"/>
                  <a:pt x="1666" y="4229"/>
                  <a:pt x="1666" y="4303"/>
                </a:cubicBezTo>
                <a:cubicBezTo>
                  <a:pt x="1666" y="4377"/>
                  <a:pt x="1726" y="4443"/>
                  <a:pt x="1807" y="4443"/>
                </a:cubicBezTo>
                <a:lnTo>
                  <a:pt x="2637" y="4443"/>
                </a:lnTo>
                <a:cubicBezTo>
                  <a:pt x="2718" y="4443"/>
                  <a:pt x="2777" y="4377"/>
                  <a:pt x="2777" y="4303"/>
                </a:cubicBezTo>
                <a:cubicBezTo>
                  <a:pt x="2777" y="4229"/>
                  <a:pt x="2718" y="4162"/>
                  <a:pt x="2637" y="4162"/>
                </a:cubicBezTo>
                <a:close/>
                <a:moveTo>
                  <a:pt x="4303" y="3333"/>
                </a:moveTo>
                <a:cubicBezTo>
                  <a:pt x="4229" y="3333"/>
                  <a:pt x="4162" y="3392"/>
                  <a:pt x="4162" y="3473"/>
                </a:cubicBezTo>
                <a:lnTo>
                  <a:pt x="4162" y="4029"/>
                </a:lnTo>
                <a:cubicBezTo>
                  <a:pt x="4162" y="4058"/>
                  <a:pt x="4147" y="4095"/>
                  <a:pt x="4125" y="4125"/>
                </a:cubicBezTo>
                <a:cubicBezTo>
                  <a:pt x="4095" y="4147"/>
                  <a:pt x="4066" y="4162"/>
                  <a:pt x="4029" y="4162"/>
                </a:cubicBezTo>
                <a:lnTo>
                  <a:pt x="3473" y="4162"/>
                </a:lnTo>
                <a:cubicBezTo>
                  <a:pt x="3392" y="4162"/>
                  <a:pt x="3333" y="4229"/>
                  <a:pt x="3333" y="4303"/>
                </a:cubicBezTo>
                <a:cubicBezTo>
                  <a:pt x="3333" y="4377"/>
                  <a:pt x="3392" y="4443"/>
                  <a:pt x="3473" y="4443"/>
                </a:cubicBezTo>
                <a:lnTo>
                  <a:pt x="4029" y="4443"/>
                </a:lnTo>
                <a:cubicBezTo>
                  <a:pt x="4140" y="4443"/>
                  <a:pt x="4243" y="4399"/>
                  <a:pt x="4318" y="4318"/>
                </a:cubicBezTo>
                <a:cubicBezTo>
                  <a:pt x="4399" y="4244"/>
                  <a:pt x="4443" y="4132"/>
                  <a:pt x="4443" y="4029"/>
                </a:cubicBezTo>
                <a:lnTo>
                  <a:pt x="4443" y="3473"/>
                </a:lnTo>
                <a:cubicBezTo>
                  <a:pt x="4443" y="3392"/>
                  <a:pt x="4384" y="3333"/>
                  <a:pt x="4303" y="3333"/>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77"/>
          <p:cNvSpPr/>
          <p:nvPr/>
        </p:nvSpPr>
        <p:spPr>
          <a:xfrm>
            <a:off x="6342275" y="1752050"/>
            <a:ext cx="333300" cy="333300"/>
          </a:xfrm>
          <a:custGeom>
            <a:rect b="b" l="l" r="r" t="t"/>
            <a:pathLst>
              <a:path extrusionOk="0" h="4444" w="4444">
                <a:moveTo>
                  <a:pt x="1481" y="274"/>
                </a:moveTo>
                <a:lnTo>
                  <a:pt x="1289" y="970"/>
                </a:lnTo>
                <a:lnTo>
                  <a:pt x="282" y="970"/>
                </a:lnTo>
                <a:lnTo>
                  <a:pt x="282" y="415"/>
                </a:lnTo>
                <a:cubicBezTo>
                  <a:pt x="282" y="378"/>
                  <a:pt x="297" y="341"/>
                  <a:pt x="319" y="319"/>
                </a:cubicBezTo>
                <a:cubicBezTo>
                  <a:pt x="348" y="289"/>
                  <a:pt x="386" y="274"/>
                  <a:pt x="423" y="274"/>
                </a:cubicBezTo>
                <a:close/>
                <a:moveTo>
                  <a:pt x="2874" y="274"/>
                </a:moveTo>
                <a:lnTo>
                  <a:pt x="2674" y="970"/>
                </a:lnTo>
                <a:lnTo>
                  <a:pt x="1578" y="970"/>
                </a:lnTo>
                <a:lnTo>
                  <a:pt x="1770" y="274"/>
                </a:lnTo>
                <a:close/>
                <a:moveTo>
                  <a:pt x="4029" y="274"/>
                </a:moveTo>
                <a:cubicBezTo>
                  <a:pt x="4066" y="274"/>
                  <a:pt x="4103" y="289"/>
                  <a:pt x="4125" y="319"/>
                </a:cubicBezTo>
                <a:cubicBezTo>
                  <a:pt x="4155" y="341"/>
                  <a:pt x="4170" y="378"/>
                  <a:pt x="4170" y="415"/>
                </a:cubicBezTo>
                <a:lnTo>
                  <a:pt x="4170" y="970"/>
                </a:lnTo>
                <a:lnTo>
                  <a:pt x="2962" y="970"/>
                </a:lnTo>
                <a:lnTo>
                  <a:pt x="3162" y="274"/>
                </a:lnTo>
                <a:close/>
                <a:moveTo>
                  <a:pt x="423" y="0"/>
                </a:moveTo>
                <a:cubicBezTo>
                  <a:pt x="311" y="0"/>
                  <a:pt x="200" y="45"/>
                  <a:pt x="126" y="119"/>
                </a:cubicBezTo>
                <a:cubicBezTo>
                  <a:pt x="45" y="200"/>
                  <a:pt x="0" y="304"/>
                  <a:pt x="0" y="415"/>
                </a:cubicBezTo>
                <a:lnTo>
                  <a:pt x="0" y="1111"/>
                </a:lnTo>
                <a:cubicBezTo>
                  <a:pt x="0" y="1185"/>
                  <a:pt x="67" y="1252"/>
                  <a:pt x="141" y="1252"/>
                </a:cubicBezTo>
                <a:lnTo>
                  <a:pt x="4310" y="1252"/>
                </a:lnTo>
                <a:cubicBezTo>
                  <a:pt x="4384" y="1252"/>
                  <a:pt x="4443" y="1185"/>
                  <a:pt x="4443" y="1111"/>
                </a:cubicBezTo>
                <a:lnTo>
                  <a:pt x="4443" y="415"/>
                </a:lnTo>
                <a:cubicBezTo>
                  <a:pt x="4443" y="304"/>
                  <a:pt x="4399" y="200"/>
                  <a:pt x="4325" y="119"/>
                </a:cubicBezTo>
                <a:cubicBezTo>
                  <a:pt x="4244" y="45"/>
                  <a:pt x="4140" y="0"/>
                  <a:pt x="4029" y="0"/>
                </a:cubicBezTo>
                <a:close/>
                <a:moveTo>
                  <a:pt x="1696" y="2222"/>
                </a:moveTo>
                <a:lnTo>
                  <a:pt x="2770" y="2755"/>
                </a:lnTo>
                <a:cubicBezTo>
                  <a:pt x="2770" y="2762"/>
                  <a:pt x="2777" y="2762"/>
                  <a:pt x="2777" y="2762"/>
                </a:cubicBezTo>
                <a:cubicBezTo>
                  <a:pt x="2777" y="2770"/>
                  <a:pt x="2777" y="2770"/>
                  <a:pt x="2777" y="2777"/>
                </a:cubicBezTo>
                <a:cubicBezTo>
                  <a:pt x="2777" y="2777"/>
                  <a:pt x="2777" y="2785"/>
                  <a:pt x="2777" y="2785"/>
                </a:cubicBezTo>
                <a:cubicBezTo>
                  <a:pt x="2777" y="2792"/>
                  <a:pt x="2770" y="2792"/>
                  <a:pt x="2770" y="2792"/>
                </a:cubicBezTo>
                <a:lnTo>
                  <a:pt x="1696" y="3333"/>
                </a:lnTo>
                <a:lnTo>
                  <a:pt x="1689" y="3333"/>
                </a:lnTo>
                <a:cubicBezTo>
                  <a:pt x="1681" y="3333"/>
                  <a:pt x="1681" y="3333"/>
                  <a:pt x="1674" y="3325"/>
                </a:cubicBezTo>
                <a:cubicBezTo>
                  <a:pt x="1667" y="3318"/>
                  <a:pt x="1667" y="3310"/>
                  <a:pt x="1667" y="3310"/>
                </a:cubicBezTo>
                <a:lnTo>
                  <a:pt x="1667" y="2237"/>
                </a:lnTo>
                <a:cubicBezTo>
                  <a:pt x="1667" y="2237"/>
                  <a:pt x="1674" y="2237"/>
                  <a:pt x="1681" y="2222"/>
                </a:cubicBezTo>
                <a:close/>
                <a:moveTo>
                  <a:pt x="1674" y="1940"/>
                </a:moveTo>
                <a:cubicBezTo>
                  <a:pt x="1622" y="1948"/>
                  <a:pt x="1578" y="1955"/>
                  <a:pt x="1533" y="1985"/>
                </a:cubicBezTo>
                <a:cubicBezTo>
                  <a:pt x="1489" y="2014"/>
                  <a:pt x="1452" y="2051"/>
                  <a:pt x="1430" y="2096"/>
                </a:cubicBezTo>
                <a:cubicBezTo>
                  <a:pt x="1407" y="2140"/>
                  <a:pt x="1393" y="2192"/>
                  <a:pt x="1393" y="2237"/>
                </a:cubicBezTo>
                <a:lnTo>
                  <a:pt x="1393" y="3310"/>
                </a:lnTo>
                <a:cubicBezTo>
                  <a:pt x="1393" y="3362"/>
                  <a:pt x="1407" y="3414"/>
                  <a:pt x="1430" y="3458"/>
                </a:cubicBezTo>
                <a:lnTo>
                  <a:pt x="1430" y="3451"/>
                </a:lnTo>
                <a:cubicBezTo>
                  <a:pt x="1452" y="3495"/>
                  <a:pt x="1489" y="3532"/>
                  <a:pt x="1533" y="3562"/>
                </a:cubicBezTo>
                <a:cubicBezTo>
                  <a:pt x="1578" y="3592"/>
                  <a:pt x="1622" y="3606"/>
                  <a:pt x="1674" y="3606"/>
                </a:cubicBezTo>
                <a:lnTo>
                  <a:pt x="1689" y="3606"/>
                </a:lnTo>
                <a:cubicBezTo>
                  <a:pt x="1733" y="3606"/>
                  <a:pt x="1778" y="3592"/>
                  <a:pt x="1822" y="3577"/>
                </a:cubicBezTo>
                <a:lnTo>
                  <a:pt x="2896" y="3036"/>
                </a:lnTo>
                <a:cubicBezTo>
                  <a:pt x="2940" y="3014"/>
                  <a:pt x="2985" y="2977"/>
                  <a:pt x="3014" y="2925"/>
                </a:cubicBezTo>
                <a:cubicBezTo>
                  <a:pt x="3044" y="2881"/>
                  <a:pt x="3059" y="2829"/>
                  <a:pt x="3059" y="2770"/>
                </a:cubicBezTo>
                <a:cubicBezTo>
                  <a:pt x="3059" y="2718"/>
                  <a:pt x="3044" y="2666"/>
                  <a:pt x="3014" y="2614"/>
                </a:cubicBezTo>
                <a:cubicBezTo>
                  <a:pt x="2985" y="2570"/>
                  <a:pt x="2940" y="2533"/>
                  <a:pt x="2896" y="2511"/>
                </a:cubicBezTo>
                <a:lnTo>
                  <a:pt x="1822" y="1970"/>
                </a:lnTo>
                <a:cubicBezTo>
                  <a:pt x="1778" y="1948"/>
                  <a:pt x="1726" y="1940"/>
                  <a:pt x="1674" y="1940"/>
                </a:cubicBezTo>
                <a:close/>
                <a:moveTo>
                  <a:pt x="141" y="1526"/>
                </a:moveTo>
                <a:cubicBezTo>
                  <a:pt x="67" y="1526"/>
                  <a:pt x="0" y="1585"/>
                  <a:pt x="0" y="1666"/>
                </a:cubicBezTo>
                <a:lnTo>
                  <a:pt x="0" y="4029"/>
                </a:lnTo>
                <a:cubicBezTo>
                  <a:pt x="0" y="4132"/>
                  <a:pt x="45" y="4243"/>
                  <a:pt x="126" y="4317"/>
                </a:cubicBezTo>
                <a:cubicBezTo>
                  <a:pt x="200" y="4399"/>
                  <a:pt x="311" y="4443"/>
                  <a:pt x="423" y="4443"/>
                </a:cubicBezTo>
                <a:lnTo>
                  <a:pt x="4029" y="4443"/>
                </a:lnTo>
                <a:cubicBezTo>
                  <a:pt x="4140" y="4443"/>
                  <a:pt x="4244" y="4399"/>
                  <a:pt x="4325" y="4317"/>
                </a:cubicBezTo>
                <a:cubicBezTo>
                  <a:pt x="4399" y="4243"/>
                  <a:pt x="4443" y="4140"/>
                  <a:pt x="4443" y="4029"/>
                </a:cubicBezTo>
                <a:lnTo>
                  <a:pt x="4443" y="1666"/>
                </a:lnTo>
                <a:cubicBezTo>
                  <a:pt x="4443" y="1585"/>
                  <a:pt x="4384" y="1526"/>
                  <a:pt x="4310" y="1526"/>
                </a:cubicBezTo>
                <a:cubicBezTo>
                  <a:pt x="4229" y="1526"/>
                  <a:pt x="4170" y="1585"/>
                  <a:pt x="4170" y="1666"/>
                </a:cubicBezTo>
                <a:lnTo>
                  <a:pt x="4170" y="4029"/>
                </a:lnTo>
                <a:cubicBezTo>
                  <a:pt x="4170" y="4066"/>
                  <a:pt x="4155" y="4095"/>
                  <a:pt x="4125" y="4125"/>
                </a:cubicBezTo>
                <a:cubicBezTo>
                  <a:pt x="4103" y="4147"/>
                  <a:pt x="4066" y="4162"/>
                  <a:pt x="4029" y="4162"/>
                </a:cubicBezTo>
                <a:lnTo>
                  <a:pt x="423" y="4162"/>
                </a:lnTo>
                <a:cubicBezTo>
                  <a:pt x="386" y="4162"/>
                  <a:pt x="348" y="4147"/>
                  <a:pt x="319" y="4125"/>
                </a:cubicBezTo>
                <a:cubicBezTo>
                  <a:pt x="297" y="4095"/>
                  <a:pt x="282" y="4058"/>
                  <a:pt x="282" y="4029"/>
                </a:cubicBezTo>
                <a:lnTo>
                  <a:pt x="282" y="1666"/>
                </a:lnTo>
                <a:cubicBezTo>
                  <a:pt x="282" y="1585"/>
                  <a:pt x="215" y="1526"/>
                  <a:pt x="141" y="1526"/>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77"/>
          <p:cNvSpPr/>
          <p:nvPr/>
        </p:nvSpPr>
        <p:spPr>
          <a:xfrm>
            <a:off x="6354500" y="2268050"/>
            <a:ext cx="309375" cy="330000"/>
          </a:xfrm>
          <a:custGeom>
            <a:rect b="b" l="l" r="r" t="t"/>
            <a:pathLst>
              <a:path extrusionOk="0" h="4400" w="4125">
                <a:moveTo>
                  <a:pt x="2755" y="830"/>
                </a:moveTo>
                <a:cubicBezTo>
                  <a:pt x="2688" y="830"/>
                  <a:pt x="2637" y="882"/>
                  <a:pt x="2637" y="949"/>
                </a:cubicBezTo>
                <a:cubicBezTo>
                  <a:pt x="2637" y="1015"/>
                  <a:pt x="2688" y="1067"/>
                  <a:pt x="2755" y="1067"/>
                </a:cubicBezTo>
                <a:lnTo>
                  <a:pt x="3170" y="1067"/>
                </a:lnTo>
                <a:cubicBezTo>
                  <a:pt x="3236" y="1067"/>
                  <a:pt x="3288" y="1015"/>
                  <a:pt x="3288" y="949"/>
                </a:cubicBezTo>
                <a:cubicBezTo>
                  <a:pt x="3288" y="882"/>
                  <a:pt x="3236" y="830"/>
                  <a:pt x="3170" y="830"/>
                </a:cubicBezTo>
                <a:close/>
                <a:moveTo>
                  <a:pt x="2755" y="1667"/>
                </a:moveTo>
                <a:cubicBezTo>
                  <a:pt x="2688" y="1667"/>
                  <a:pt x="2637" y="1719"/>
                  <a:pt x="2637" y="1786"/>
                </a:cubicBezTo>
                <a:cubicBezTo>
                  <a:pt x="2637" y="1845"/>
                  <a:pt x="2688" y="1897"/>
                  <a:pt x="2755" y="1897"/>
                </a:cubicBezTo>
                <a:lnTo>
                  <a:pt x="3170" y="1897"/>
                </a:lnTo>
                <a:cubicBezTo>
                  <a:pt x="3236" y="1897"/>
                  <a:pt x="3288" y="1845"/>
                  <a:pt x="3288" y="1786"/>
                </a:cubicBezTo>
                <a:cubicBezTo>
                  <a:pt x="3288" y="1719"/>
                  <a:pt x="3236" y="1667"/>
                  <a:pt x="3170" y="1667"/>
                </a:cubicBezTo>
                <a:close/>
                <a:moveTo>
                  <a:pt x="948" y="830"/>
                </a:moveTo>
                <a:cubicBezTo>
                  <a:pt x="889" y="830"/>
                  <a:pt x="837" y="882"/>
                  <a:pt x="837" y="949"/>
                </a:cubicBezTo>
                <a:lnTo>
                  <a:pt x="837" y="1230"/>
                </a:lnTo>
                <a:cubicBezTo>
                  <a:pt x="837" y="1289"/>
                  <a:pt x="889" y="1341"/>
                  <a:pt x="948" y="1341"/>
                </a:cubicBezTo>
                <a:cubicBezTo>
                  <a:pt x="1015" y="1341"/>
                  <a:pt x="1067" y="1289"/>
                  <a:pt x="1067" y="1230"/>
                </a:cubicBezTo>
                <a:lnTo>
                  <a:pt x="1067" y="1067"/>
                </a:lnTo>
                <a:lnTo>
                  <a:pt x="1393" y="1067"/>
                </a:lnTo>
                <a:lnTo>
                  <a:pt x="1393" y="1941"/>
                </a:lnTo>
                <a:lnTo>
                  <a:pt x="1230" y="1941"/>
                </a:lnTo>
                <a:cubicBezTo>
                  <a:pt x="1163" y="1941"/>
                  <a:pt x="1111" y="1993"/>
                  <a:pt x="1111" y="2060"/>
                </a:cubicBezTo>
                <a:cubicBezTo>
                  <a:pt x="1111" y="2126"/>
                  <a:pt x="1163" y="2178"/>
                  <a:pt x="1230" y="2178"/>
                </a:cubicBezTo>
                <a:lnTo>
                  <a:pt x="1785" y="2178"/>
                </a:lnTo>
                <a:cubicBezTo>
                  <a:pt x="1852" y="2178"/>
                  <a:pt x="1896" y="2126"/>
                  <a:pt x="1896" y="2060"/>
                </a:cubicBezTo>
                <a:cubicBezTo>
                  <a:pt x="1896" y="1993"/>
                  <a:pt x="1852" y="1941"/>
                  <a:pt x="1785" y="1941"/>
                </a:cubicBezTo>
                <a:lnTo>
                  <a:pt x="1622" y="1941"/>
                </a:lnTo>
                <a:lnTo>
                  <a:pt x="1622" y="1067"/>
                </a:lnTo>
                <a:lnTo>
                  <a:pt x="1948" y="1067"/>
                </a:lnTo>
                <a:lnTo>
                  <a:pt x="1948" y="1230"/>
                </a:lnTo>
                <a:cubicBezTo>
                  <a:pt x="1948" y="1289"/>
                  <a:pt x="2000" y="1341"/>
                  <a:pt x="2059" y="1341"/>
                </a:cubicBezTo>
                <a:cubicBezTo>
                  <a:pt x="2126" y="1341"/>
                  <a:pt x="2177" y="1289"/>
                  <a:pt x="2177" y="1230"/>
                </a:cubicBezTo>
                <a:lnTo>
                  <a:pt x="2177" y="949"/>
                </a:lnTo>
                <a:cubicBezTo>
                  <a:pt x="2177" y="882"/>
                  <a:pt x="2126" y="830"/>
                  <a:pt x="2059" y="830"/>
                </a:cubicBezTo>
                <a:close/>
                <a:moveTo>
                  <a:pt x="948" y="2496"/>
                </a:moveTo>
                <a:cubicBezTo>
                  <a:pt x="889" y="2496"/>
                  <a:pt x="837" y="2548"/>
                  <a:pt x="837" y="2615"/>
                </a:cubicBezTo>
                <a:cubicBezTo>
                  <a:pt x="837" y="2682"/>
                  <a:pt x="889" y="2733"/>
                  <a:pt x="948" y="2733"/>
                </a:cubicBezTo>
                <a:lnTo>
                  <a:pt x="3170" y="2733"/>
                </a:lnTo>
                <a:cubicBezTo>
                  <a:pt x="3236" y="2733"/>
                  <a:pt x="3288" y="2682"/>
                  <a:pt x="3288" y="2615"/>
                </a:cubicBezTo>
                <a:cubicBezTo>
                  <a:pt x="3288" y="2548"/>
                  <a:pt x="3236" y="2496"/>
                  <a:pt x="3170" y="2496"/>
                </a:cubicBezTo>
                <a:close/>
                <a:moveTo>
                  <a:pt x="948" y="3333"/>
                </a:moveTo>
                <a:cubicBezTo>
                  <a:pt x="889" y="3333"/>
                  <a:pt x="837" y="3385"/>
                  <a:pt x="837" y="3452"/>
                </a:cubicBezTo>
                <a:cubicBezTo>
                  <a:pt x="837" y="3511"/>
                  <a:pt x="889" y="3563"/>
                  <a:pt x="948" y="3563"/>
                </a:cubicBezTo>
                <a:lnTo>
                  <a:pt x="3170" y="3563"/>
                </a:lnTo>
                <a:cubicBezTo>
                  <a:pt x="3236" y="3563"/>
                  <a:pt x="3288" y="3511"/>
                  <a:pt x="3288" y="3452"/>
                </a:cubicBezTo>
                <a:cubicBezTo>
                  <a:pt x="3288" y="3385"/>
                  <a:pt x="3236" y="3333"/>
                  <a:pt x="3170" y="3333"/>
                </a:cubicBezTo>
                <a:close/>
                <a:moveTo>
                  <a:pt x="3170" y="231"/>
                </a:moveTo>
                <a:cubicBezTo>
                  <a:pt x="3214" y="231"/>
                  <a:pt x="3259" y="245"/>
                  <a:pt x="3288" y="275"/>
                </a:cubicBezTo>
                <a:lnTo>
                  <a:pt x="3844" y="808"/>
                </a:lnTo>
                <a:cubicBezTo>
                  <a:pt x="3858" y="823"/>
                  <a:pt x="3866" y="845"/>
                  <a:pt x="3881" y="860"/>
                </a:cubicBezTo>
                <a:cubicBezTo>
                  <a:pt x="3888" y="882"/>
                  <a:pt x="3888" y="904"/>
                  <a:pt x="3888" y="927"/>
                </a:cubicBezTo>
                <a:lnTo>
                  <a:pt x="3888" y="4007"/>
                </a:lnTo>
                <a:cubicBezTo>
                  <a:pt x="3888" y="4044"/>
                  <a:pt x="3873" y="4089"/>
                  <a:pt x="3844" y="4118"/>
                </a:cubicBezTo>
                <a:cubicBezTo>
                  <a:pt x="3814" y="4148"/>
                  <a:pt x="3770" y="4163"/>
                  <a:pt x="3725" y="4163"/>
                </a:cubicBezTo>
                <a:lnTo>
                  <a:pt x="393" y="4163"/>
                </a:lnTo>
                <a:cubicBezTo>
                  <a:pt x="356" y="4163"/>
                  <a:pt x="311" y="4148"/>
                  <a:pt x="282" y="4118"/>
                </a:cubicBezTo>
                <a:cubicBezTo>
                  <a:pt x="252" y="4089"/>
                  <a:pt x="230" y="4044"/>
                  <a:pt x="230" y="4007"/>
                </a:cubicBezTo>
                <a:lnTo>
                  <a:pt x="230" y="393"/>
                </a:lnTo>
                <a:cubicBezTo>
                  <a:pt x="230" y="349"/>
                  <a:pt x="252" y="312"/>
                  <a:pt x="282" y="275"/>
                </a:cubicBezTo>
                <a:cubicBezTo>
                  <a:pt x="311" y="245"/>
                  <a:pt x="356" y="231"/>
                  <a:pt x="393" y="231"/>
                </a:cubicBezTo>
                <a:close/>
                <a:moveTo>
                  <a:pt x="393" y="1"/>
                </a:moveTo>
                <a:cubicBezTo>
                  <a:pt x="297" y="1"/>
                  <a:pt x="193" y="38"/>
                  <a:pt x="119" y="112"/>
                </a:cubicBezTo>
                <a:cubicBezTo>
                  <a:pt x="45" y="186"/>
                  <a:pt x="0" y="290"/>
                  <a:pt x="0" y="393"/>
                </a:cubicBezTo>
                <a:lnTo>
                  <a:pt x="0" y="4000"/>
                </a:lnTo>
                <a:cubicBezTo>
                  <a:pt x="0" y="4103"/>
                  <a:pt x="45" y="4207"/>
                  <a:pt x="119" y="4281"/>
                </a:cubicBezTo>
                <a:cubicBezTo>
                  <a:pt x="193" y="4355"/>
                  <a:pt x="289" y="4400"/>
                  <a:pt x="393" y="4400"/>
                </a:cubicBezTo>
                <a:lnTo>
                  <a:pt x="3725" y="4400"/>
                </a:lnTo>
                <a:cubicBezTo>
                  <a:pt x="3836" y="4400"/>
                  <a:pt x="3932" y="4355"/>
                  <a:pt x="4007" y="4281"/>
                </a:cubicBezTo>
                <a:cubicBezTo>
                  <a:pt x="4081" y="4207"/>
                  <a:pt x="4125" y="4111"/>
                  <a:pt x="4125" y="4000"/>
                </a:cubicBezTo>
                <a:lnTo>
                  <a:pt x="4125" y="927"/>
                </a:lnTo>
                <a:cubicBezTo>
                  <a:pt x="4125" y="875"/>
                  <a:pt x="4110" y="823"/>
                  <a:pt x="4095" y="771"/>
                </a:cubicBezTo>
                <a:lnTo>
                  <a:pt x="4088" y="771"/>
                </a:lnTo>
                <a:cubicBezTo>
                  <a:pt x="4073" y="727"/>
                  <a:pt x="4044" y="682"/>
                  <a:pt x="4007" y="645"/>
                </a:cubicBezTo>
                <a:lnTo>
                  <a:pt x="3451" y="112"/>
                </a:lnTo>
                <a:cubicBezTo>
                  <a:pt x="3377" y="38"/>
                  <a:pt x="3273" y="1"/>
                  <a:pt x="3170"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77"/>
          <p:cNvSpPr/>
          <p:nvPr/>
        </p:nvSpPr>
        <p:spPr>
          <a:xfrm>
            <a:off x="2470625" y="3841775"/>
            <a:ext cx="329400" cy="284475"/>
          </a:xfrm>
          <a:custGeom>
            <a:rect b="b" l="l" r="r" t="t"/>
            <a:pathLst>
              <a:path extrusionOk="0" h="3793" w="4392">
                <a:moveTo>
                  <a:pt x="4000" y="230"/>
                </a:moveTo>
                <a:cubicBezTo>
                  <a:pt x="4088" y="230"/>
                  <a:pt x="4162" y="297"/>
                  <a:pt x="4162" y="379"/>
                </a:cubicBezTo>
                <a:lnTo>
                  <a:pt x="4162" y="801"/>
                </a:lnTo>
                <a:lnTo>
                  <a:pt x="230" y="801"/>
                </a:lnTo>
                <a:lnTo>
                  <a:pt x="230" y="379"/>
                </a:lnTo>
                <a:cubicBezTo>
                  <a:pt x="230" y="297"/>
                  <a:pt x="304" y="230"/>
                  <a:pt x="393" y="230"/>
                </a:cubicBezTo>
                <a:close/>
                <a:moveTo>
                  <a:pt x="3489" y="1608"/>
                </a:moveTo>
                <a:cubicBezTo>
                  <a:pt x="3503" y="1608"/>
                  <a:pt x="3518" y="1623"/>
                  <a:pt x="3518" y="1630"/>
                </a:cubicBezTo>
                <a:lnTo>
                  <a:pt x="3518" y="2134"/>
                </a:lnTo>
                <a:lnTo>
                  <a:pt x="2637" y="2134"/>
                </a:lnTo>
                <a:lnTo>
                  <a:pt x="2637" y="1630"/>
                </a:lnTo>
                <a:cubicBezTo>
                  <a:pt x="2637" y="1623"/>
                  <a:pt x="2644" y="1608"/>
                  <a:pt x="2659" y="1608"/>
                </a:cubicBezTo>
                <a:close/>
                <a:moveTo>
                  <a:pt x="1637" y="1608"/>
                </a:moveTo>
                <a:cubicBezTo>
                  <a:pt x="1652" y="1608"/>
                  <a:pt x="1667" y="1623"/>
                  <a:pt x="1667" y="1630"/>
                </a:cubicBezTo>
                <a:lnTo>
                  <a:pt x="1667" y="2252"/>
                </a:lnTo>
                <a:cubicBezTo>
                  <a:pt x="1667" y="2259"/>
                  <a:pt x="1652" y="2267"/>
                  <a:pt x="1637" y="2267"/>
                </a:cubicBezTo>
                <a:lnTo>
                  <a:pt x="897" y="2267"/>
                </a:lnTo>
                <a:cubicBezTo>
                  <a:pt x="889" y="2267"/>
                  <a:pt x="875" y="2259"/>
                  <a:pt x="875" y="2252"/>
                </a:cubicBezTo>
                <a:lnTo>
                  <a:pt x="875" y="1630"/>
                </a:lnTo>
                <a:cubicBezTo>
                  <a:pt x="875" y="1623"/>
                  <a:pt x="889" y="1608"/>
                  <a:pt x="897" y="1608"/>
                </a:cubicBezTo>
                <a:close/>
                <a:moveTo>
                  <a:pt x="897" y="1378"/>
                </a:moveTo>
                <a:cubicBezTo>
                  <a:pt x="756" y="1378"/>
                  <a:pt x="645" y="1489"/>
                  <a:pt x="645" y="1630"/>
                </a:cubicBezTo>
                <a:lnTo>
                  <a:pt x="645" y="2252"/>
                </a:lnTo>
                <a:cubicBezTo>
                  <a:pt x="645" y="2385"/>
                  <a:pt x="756" y="2504"/>
                  <a:pt x="897" y="2504"/>
                </a:cubicBezTo>
                <a:lnTo>
                  <a:pt x="1637" y="2504"/>
                </a:lnTo>
                <a:cubicBezTo>
                  <a:pt x="1778" y="2504"/>
                  <a:pt x="1896" y="2385"/>
                  <a:pt x="1896" y="2252"/>
                </a:cubicBezTo>
                <a:lnTo>
                  <a:pt x="1896" y="1630"/>
                </a:lnTo>
                <a:cubicBezTo>
                  <a:pt x="1896" y="1489"/>
                  <a:pt x="1778" y="1378"/>
                  <a:pt x="1637" y="1378"/>
                </a:cubicBezTo>
                <a:close/>
                <a:moveTo>
                  <a:pt x="3518" y="2363"/>
                </a:moveTo>
                <a:lnTo>
                  <a:pt x="3518" y="2874"/>
                </a:lnTo>
                <a:cubicBezTo>
                  <a:pt x="3518" y="2881"/>
                  <a:pt x="3503" y="2889"/>
                  <a:pt x="3489" y="2889"/>
                </a:cubicBezTo>
                <a:lnTo>
                  <a:pt x="2659" y="2889"/>
                </a:lnTo>
                <a:cubicBezTo>
                  <a:pt x="2644" y="2889"/>
                  <a:pt x="2637" y="2881"/>
                  <a:pt x="2637" y="2874"/>
                </a:cubicBezTo>
                <a:lnTo>
                  <a:pt x="2637" y="2363"/>
                </a:lnTo>
                <a:close/>
                <a:moveTo>
                  <a:pt x="763" y="2889"/>
                </a:moveTo>
                <a:cubicBezTo>
                  <a:pt x="697" y="2889"/>
                  <a:pt x="645" y="2941"/>
                  <a:pt x="645" y="3007"/>
                </a:cubicBezTo>
                <a:cubicBezTo>
                  <a:pt x="645" y="3074"/>
                  <a:pt x="697" y="3126"/>
                  <a:pt x="763" y="3126"/>
                </a:cubicBezTo>
                <a:lnTo>
                  <a:pt x="1778" y="3126"/>
                </a:lnTo>
                <a:cubicBezTo>
                  <a:pt x="1845" y="3126"/>
                  <a:pt x="1896" y="3074"/>
                  <a:pt x="1896" y="3007"/>
                </a:cubicBezTo>
                <a:cubicBezTo>
                  <a:pt x="1896" y="2941"/>
                  <a:pt x="1845" y="2889"/>
                  <a:pt x="1778" y="2889"/>
                </a:cubicBezTo>
                <a:close/>
                <a:moveTo>
                  <a:pt x="2659" y="1378"/>
                </a:moveTo>
                <a:cubicBezTo>
                  <a:pt x="2518" y="1378"/>
                  <a:pt x="2407" y="1489"/>
                  <a:pt x="2407" y="1630"/>
                </a:cubicBezTo>
                <a:lnTo>
                  <a:pt x="2407" y="2874"/>
                </a:lnTo>
                <a:cubicBezTo>
                  <a:pt x="2407" y="3015"/>
                  <a:pt x="2518" y="3126"/>
                  <a:pt x="2659" y="3126"/>
                </a:cubicBezTo>
                <a:lnTo>
                  <a:pt x="3489" y="3126"/>
                </a:lnTo>
                <a:cubicBezTo>
                  <a:pt x="3629" y="3126"/>
                  <a:pt x="3748" y="3015"/>
                  <a:pt x="3748" y="2874"/>
                </a:cubicBezTo>
                <a:lnTo>
                  <a:pt x="3748" y="1630"/>
                </a:lnTo>
                <a:cubicBezTo>
                  <a:pt x="3748" y="1489"/>
                  <a:pt x="3629" y="1378"/>
                  <a:pt x="3489" y="1378"/>
                </a:cubicBezTo>
                <a:close/>
                <a:moveTo>
                  <a:pt x="4162" y="1030"/>
                </a:moveTo>
                <a:lnTo>
                  <a:pt x="4162" y="3407"/>
                </a:lnTo>
                <a:cubicBezTo>
                  <a:pt x="4162" y="3489"/>
                  <a:pt x="4088" y="3563"/>
                  <a:pt x="4000" y="3563"/>
                </a:cubicBezTo>
                <a:lnTo>
                  <a:pt x="393" y="3563"/>
                </a:lnTo>
                <a:cubicBezTo>
                  <a:pt x="304" y="3563"/>
                  <a:pt x="230" y="3489"/>
                  <a:pt x="230" y="3407"/>
                </a:cubicBezTo>
                <a:lnTo>
                  <a:pt x="230" y="1030"/>
                </a:lnTo>
                <a:close/>
                <a:moveTo>
                  <a:pt x="393" y="1"/>
                </a:moveTo>
                <a:cubicBezTo>
                  <a:pt x="171" y="1"/>
                  <a:pt x="1" y="171"/>
                  <a:pt x="1" y="379"/>
                </a:cubicBezTo>
                <a:lnTo>
                  <a:pt x="1" y="3407"/>
                </a:lnTo>
                <a:cubicBezTo>
                  <a:pt x="1" y="3615"/>
                  <a:pt x="171" y="3792"/>
                  <a:pt x="393" y="3792"/>
                </a:cubicBezTo>
                <a:lnTo>
                  <a:pt x="4000" y="3792"/>
                </a:lnTo>
                <a:cubicBezTo>
                  <a:pt x="4214" y="3792"/>
                  <a:pt x="4392" y="3615"/>
                  <a:pt x="4392" y="3407"/>
                </a:cubicBezTo>
                <a:lnTo>
                  <a:pt x="4392" y="379"/>
                </a:lnTo>
                <a:cubicBezTo>
                  <a:pt x="4392" y="171"/>
                  <a:pt x="4214" y="1"/>
                  <a:pt x="4000"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77"/>
          <p:cNvSpPr/>
          <p:nvPr/>
        </p:nvSpPr>
        <p:spPr>
          <a:xfrm>
            <a:off x="6342275" y="2780825"/>
            <a:ext cx="333300" cy="333300"/>
          </a:xfrm>
          <a:custGeom>
            <a:rect b="b" l="l" r="r" t="t"/>
            <a:pathLst>
              <a:path extrusionOk="0" h="4444" w="4444">
                <a:moveTo>
                  <a:pt x="1252" y="1111"/>
                </a:moveTo>
                <a:cubicBezTo>
                  <a:pt x="1178" y="1111"/>
                  <a:pt x="1111" y="1170"/>
                  <a:pt x="1111" y="1244"/>
                </a:cubicBezTo>
                <a:cubicBezTo>
                  <a:pt x="1111" y="1326"/>
                  <a:pt x="1178" y="1385"/>
                  <a:pt x="1252" y="1385"/>
                </a:cubicBezTo>
                <a:lnTo>
                  <a:pt x="3473" y="1385"/>
                </a:lnTo>
                <a:cubicBezTo>
                  <a:pt x="3547" y="1385"/>
                  <a:pt x="3614" y="1326"/>
                  <a:pt x="3614" y="1244"/>
                </a:cubicBezTo>
                <a:cubicBezTo>
                  <a:pt x="3614" y="1170"/>
                  <a:pt x="3547" y="1111"/>
                  <a:pt x="3473" y="1111"/>
                </a:cubicBezTo>
                <a:close/>
                <a:moveTo>
                  <a:pt x="1252" y="1940"/>
                </a:moveTo>
                <a:cubicBezTo>
                  <a:pt x="1178" y="1940"/>
                  <a:pt x="1111" y="2007"/>
                  <a:pt x="1111" y="2081"/>
                </a:cubicBezTo>
                <a:cubicBezTo>
                  <a:pt x="1111" y="2155"/>
                  <a:pt x="1178" y="2222"/>
                  <a:pt x="1252" y="2222"/>
                </a:cubicBezTo>
                <a:lnTo>
                  <a:pt x="2222" y="2222"/>
                </a:lnTo>
                <a:cubicBezTo>
                  <a:pt x="2303" y="2222"/>
                  <a:pt x="2363" y="2155"/>
                  <a:pt x="2363" y="2081"/>
                </a:cubicBezTo>
                <a:cubicBezTo>
                  <a:pt x="2363" y="2007"/>
                  <a:pt x="2303" y="1940"/>
                  <a:pt x="2222" y="1940"/>
                </a:cubicBezTo>
                <a:close/>
                <a:moveTo>
                  <a:pt x="3970" y="2777"/>
                </a:moveTo>
                <a:lnTo>
                  <a:pt x="2777" y="3969"/>
                </a:lnTo>
                <a:lnTo>
                  <a:pt x="2777" y="2911"/>
                </a:lnTo>
                <a:cubicBezTo>
                  <a:pt x="2777" y="2881"/>
                  <a:pt x="2792" y="2844"/>
                  <a:pt x="2822" y="2814"/>
                </a:cubicBezTo>
                <a:cubicBezTo>
                  <a:pt x="2844" y="2792"/>
                  <a:pt x="2881" y="2777"/>
                  <a:pt x="2918" y="2777"/>
                </a:cubicBezTo>
                <a:close/>
                <a:moveTo>
                  <a:pt x="4029" y="274"/>
                </a:moveTo>
                <a:cubicBezTo>
                  <a:pt x="4066" y="274"/>
                  <a:pt x="4103" y="289"/>
                  <a:pt x="4125" y="319"/>
                </a:cubicBezTo>
                <a:cubicBezTo>
                  <a:pt x="4155" y="341"/>
                  <a:pt x="4170" y="378"/>
                  <a:pt x="4170" y="415"/>
                </a:cubicBezTo>
                <a:lnTo>
                  <a:pt x="4170" y="2496"/>
                </a:lnTo>
                <a:lnTo>
                  <a:pt x="2918" y="2496"/>
                </a:lnTo>
                <a:cubicBezTo>
                  <a:pt x="2807" y="2496"/>
                  <a:pt x="2703" y="2540"/>
                  <a:pt x="2622" y="2622"/>
                </a:cubicBezTo>
                <a:cubicBezTo>
                  <a:pt x="2548" y="2696"/>
                  <a:pt x="2503" y="2807"/>
                  <a:pt x="2503" y="2911"/>
                </a:cubicBezTo>
                <a:lnTo>
                  <a:pt x="2503" y="4162"/>
                </a:lnTo>
                <a:lnTo>
                  <a:pt x="423" y="4162"/>
                </a:lnTo>
                <a:cubicBezTo>
                  <a:pt x="386" y="4162"/>
                  <a:pt x="348" y="4147"/>
                  <a:pt x="319" y="4125"/>
                </a:cubicBezTo>
                <a:cubicBezTo>
                  <a:pt x="297" y="4095"/>
                  <a:pt x="282" y="4058"/>
                  <a:pt x="282" y="4021"/>
                </a:cubicBezTo>
                <a:lnTo>
                  <a:pt x="282" y="415"/>
                </a:lnTo>
                <a:cubicBezTo>
                  <a:pt x="282" y="378"/>
                  <a:pt x="297" y="341"/>
                  <a:pt x="319" y="319"/>
                </a:cubicBezTo>
                <a:cubicBezTo>
                  <a:pt x="348" y="289"/>
                  <a:pt x="386" y="274"/>
                  <a:pt x="423" y="274"/>
                </a:cubicBezTo>
                <a:close/>
                <a:moveTo>
                  <a:pt x="423" y="0"/>
                </a:moveTo>
                <a:cubicBezTo>
                  <a:pt x="311" y="0"/>
                  <a:pt x="200" y="45"/>
                  <a:pt x="126" y="119"/>
                </a:cubicBezTo>
                <a:cubicBezTo>
                  <a:pt x="45" y="200"/>
                  <a:pt x="0" y="304"/>
                  <a:pt x="0" y="415"/>
                </a:cubicBezTo>
                <a:lnTo>
                  <a:pt x="0" y="4021"/>
                </a:lnTo>
                <a:cubicBezTo>
                  <a:pt x="0" y="4132"/>
                  <a:pt x="45" y="4243"/>
                  <a:pt x="126" y="4317"/>
                </a:cubicBezTo>
                <a:cubicBezTo>
                  <a:pt x="200" y="4399"/>
                  <a:pt x="311" y="4443"/>
                  <a:pt x="423" y="4443"/>
                </a:cubicBezTo>
                <a:lnTo>
                  <a:pt x="2526" y="4443"/>
                </a:lnTo>
                <a:cubicBezTo>
                  <a:pt x="2585" y="4443"/>
                  <a:pt x="2637" y="4429"/>
                  <a:pt x="2688" y="4406"/>
                </a:cubicBezTo>
                <a:cubicBezTo>
                  <a:pt x="2703" y="4399"/>
                  <a:pt x="2711" y="4399"/>
                  <a:pt x="2718" y="4392"/>
                </a:cubicBezTo>
                <a:cubicBezTo>
                  <a:pt x="2755" y="4369"/>
                  <a:pt x="2792" y="4347"/>
                  <a:pt x="2822" y="4317"/>
                </a:cubicBezTo>
                <a:lnTo>
                  <a:pt x="4325" y="2814"/>
                </a:lnTo>
                <a:cubicBezTo>
                  <a:pt x="4355" y="2785"/>
                  <a:pt x="4377" y="2748"/>
                  <a:pt x="4399" y="2718"/>
                </a:cubicBezTo>
                <a:cubicBezTo>
                  <a:pt x="4399" y="2703"/>
                  <a:pt x="4406" y="2696"/>
                  <a:pt x="4414" y="2688"/>
                </a:cubicBezTo>
                <a:cubicBezTo>
                  <a:pt x="4436" y="2637"/>
                  <a:pt x="4443" y="2577"/>
                  <a:pt x="4443" y="2518"/>
                </a:cubicBezTo>
                <a:lnTo>
                  <a:pt x="4443" y="415"/>
                </a:lnTo>
                <a:cubicBezTo>
                  <a:pt x="4443" y="304"/>
                  <a:pt x="4399" y="200"/>
                  <a:pt x="4325" y="119"/>
                </a:cubicBezTo>
                <a:cubicBezTo>
                  <a:pt x="4244" y="37"/>
                  <a:pt x="4140" y="0"/>
                  <a:pt x="4029"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77"/>
          <p:cNvSpPr/>
          <p:nvPr/>
        </p:nvSpPr>
        <p:spPr>
          <a:xfrm>
            <a:off x="6342275" y="3809375"/>
            <a:ext cx="333825" cy="333525"/>
          </a:xfrm>
          <a:custGeom>
            <a:rect b="b" l="l" r="r" t="t"/>
            <a:pathLst>
              <a:path extrusionOk="0" h="4447" w="4451">
                <a:moveTo>
                  <a:pt x="1393" y="285"/>
                </a:moveTo>
                <a:cubicBezTo>
                  <a:pt x="1896" y="307"/>
                  <a:pt x="2052" y="440"/>
                  <a:pt x="2089" y="485"/>
                </a:cubicBezTo>
                <a:lnTo>
                  <a:pt x="2089" y="1507"/>
                </a:lnTo>
                <a:cubicBezTo>
                  <a:pt x="1941" y="1433"/>
                  <a:pt x="1726" y="1373"/>
                  <a:pt x="1393" y="1366"/>
                </a:cubicBezTo>
                <a:lnTo>
                  <a:pt x="1393" y="285"/>
                </a:lnTo>
                <a:close/>
                <a:moveTo>
                  <a:pt x="3059" y="277"/>
                </a:moveTo>
                <a:lnTo>
                  <a:pt x="3059" y="1359"/>
                </a:lnTo>
                <a:cubicBezTo>
                  <a:pt x="2726" y="1373"/>
                  <a:pt x="2511" y="1433"/>
                  <a:pt x="2363" y="1507"/>
                </a:cubicBezTo>
                <a:lnTo>
                  <a:pt x="2363" y="485"/>
                </a:lnTo>
                <a:cubicBezTo>
                  <a:pt x="2400" y="440"/>
                  <a:pt x="2555" y="300"/>
                  <a:pt x="3059" y="277"/>
                </a:cubicBezTo>
                <a:close/>
                <a:moveTo>
                  <a:pt x="1362" y="0"/>
                </a:moveTo>
                <a:cubicBezTo>
                  <a:pt x="1338" y="0"/>
                  <a:pt x="1315" y="6"/>
                  <a:pt x="1289" y="11"/>
                </a:cubicBezTo>
                <a:cubicBezTo>
                  <a:pt x="1259" y="26"/>
                  <a:pt x="1222" y="40"/>
                  <a:pt x="1207" y="63"/>
                </a:cubicBezTo>
                <a:cubicBezTo>
                  <a:pt x="1178" y="85"/>
                  <a:pt x="1156" y="114"/>
                  <a:pt x="1141" y="137"/>
                </a:cubicBezTo>
                <a:cubicBezTo>
                  <a:pt x="1126" y="166"/>
                  <a:pt x="1119" y="203"/>
                  <a:pt x="1111" y="248"/>
                </a:cubicBezTo>
                <a:lnTo>
                  <a:pt x="1111" y="1388"/>
                </a:lnTo>
                <a:lnTo>
                  <a:pt x="1111" y="1403"/>
                </a:lnTo>
                <a:cubicBezTo>
                  <a:pt x="1119" y="1470"/>
                  <a:pt x="1148" y="1529"/>
                  <a:pt x="1200" y="1573"/>
                </a:cubicBezTo>
                <a:cubicBezTo>
                  <a:pt x="1245" y="1618"/>
                  <a:pt x="1311" y="1640"/>
                  <a:pt x="1370" y="1640"/>
                </a:cubicBezTo>
                <a:cubicBezTo>
                  <a:pt x="1941" y="1662"/>
                  <a:pt x="2074" y="1825"/>
                  <a:pt x="2096" y="1855"/>
                </a:cubicBezTo>
                <a:cubicBezTo>
                  <a:pt x="2111" y="1907"/>
                  <a:pt x="2155" y="1951"/>
                  <a:pt x="2207" y="1951"/>
                </a:cubicBezTo>
                <a:lnTo>
                  <a:pt x="2222" y="1951"/>
                </a:lnTo>
                <a:cubicBezTo>
                  <a:pt x="2289" y="1951"/>
                  <a:pt x="2340" y="1914"/>
                  <a:pt x="2355" y="1855"/>
                </a:cubicBezTo>
                <a:cubicBezTo>
                  <a:pt x="2377" y="1825"/>
                  <a:pt x="2503" y="1662"/>
                  <a:pt x="3074" y="1640"/>
                </a:cubicBezTo>
                <a:lnTo>
                  <a:pt x="3081" y="1640"/>
                </a:lnTo>
                <a:cubicBezTo>
                  <a:pt x="3140" y="1640"/>
                  <a:pt x="3199" y="1618"/>
                  <a:pt x="3251" y="1573"/>
                </a:cubicBezTo>
                <a:cubicBezTo>
                  <a:pt x="3296" y="1529"/>
                  <a:pt x="3333" y="1470"/>
                  <a:pt x="3333" y="1403"/>
                </a:cubicBezTo>
                <a:lnTo>
                  <a:pt x="3333" y="1396"/>
                </a:lnTo>
                <a:lnTo>
                  <a:pt x="3333" y="240"/>
                </a:lnTo>
                <a:cubicBezTo>
                  <a:pt x="3333" y="211"/>
                  <a:pt x="3325" y="174"/>
                  <a:pt x="3303" y="137"/>
                </a:cubicBezTo>
                <a:cubicBezTo>
                  <a:pt x="3288" y="107"/>
                  <a:pt x="3266" y="85"/>
                  <a:pt x="3244" y="63"/>
                </a:cubicBezTo>
                <a:cubicBezTo>
                  <a:pt x="3222" y="40"/>
                  <a:pt x="3192" y="26"/>
                  <a:pt x="3155" y="11"/>
                </a:cubicBezTo>
                <a:cubicBezTo>
                  <a:pt x="3134" y="6"/>
                  <a:pt x="3109" y="0"/>
                  <a:pt x="3086" y="0"/>
                </a:cubicBezTo>
                <a:cubicBezTo>
                  <a:pt x="3077" y="0"/>
                  <a:pt x="3067" y="1"/>
                  <a:pt x="3059" y="3"/>
                </a:cubicBezTo>
                <a:cubicBezTo>
                  <a:pt x="2592" y="18"/>
                  <a:pt x="2348" y="129"/>
                  <a:pt x="2222" y="233"/>
                </a:cubicBezTo>
                <a:cubicBezTo>
                  <a:pt x="2096" y="129"/>
                  <a:pt x="1852" y="18"/>
                  <a:pt x="1393" y="3"/>
                </a:cubicBezTo>
                <a:cubicBezTo>
                  <a:pt x="1382" y="1"/>
                  <a:pt x="1372" y="0"/>
                  <a:pt x="1362" y="0"/>
                </a:cubicBezTo>
                <a:close/>
                <a:moveTo>
                  <a:pt x="1948" y="3610"/>
                </a:moveTo>
                <a:cubicBezTo>
                  <a:pt x="1867" y="3610"/>
                  <a:pt x="1807" y="3676"/>
                  <a:pt x="1807" y="3750"/>
                </a:cubicBezTo>
                <a:cubicBezTo>
                  <a:pt x="1807" y="3824"/>
                  <a:pt x="1867" y="3891"/>
                  <a:pt x="1948" y="3891"/>
                </a:cubicBezTo>
                <a:lnTo>
                  <a:pt x="2503" y="3891"/>
                </a:lnTo>
                <a:cubicBezTo>
                  <a:pt x="2577" y="3891"/>
                  <a:pt x="2644" y="3824"/>
                  <a:pt x="2644" y="3750"/>
                </a:cubicBezTo>
                <a:cubicBezTo>
                  <a:pt x="2644" y="3676"/>
                  <a:pt x="2577" y="3610"/>
                  <a:pt x="2503" y="3610"/>
                </a:cubicBezTo>
                <a:close/>
                <a:moveTo>
                  <a:pt x="3444" y="3054"/>
                </a:moveTo>
                <a:cubicBezTo>
                  <a:pt x="3518" y="3054"/>
                  <a:pt x="3592" y="3077"/>
                  <a:pt x="3659" y="3121"/>
                </a:cubicBezTo>
                <a:cubicBezTo>
                  <a:pt x="3725" y="3158"/>
                  <a:pt x="3777" y="3217"/>
                  <a:pt x="3814" y="3284"/>
                </a:cubicBezTo>
                <a:lnTo>
                  <a:pt x="4155" y="3965"/>
                </a:lnTo>
                <a:cubicBezTo>
                  <a:pt x="4162" y="3987"/>
                  <a:pt x="4170" y="4010"/>
                  <a:pt x="4170" y="4032"/>
                </a:cubicBezTo>
                <a:cubicBezTo>
                  <a:pt x="4170" y="4061"/>
                  <a:pt x="4162" y="4084"/>
                  <a:pt x="4147" y="4098"/>
                </a:cubicBezTo>
                <a:cubicBezTo>
                  <a:pt x="4132" y="4121"/>
                  <a:pt x="4118" y="4135"/>
                  <a:pt x="4095" y="4150"/>
                </a:cubicBezTo>
                <a:cubicBezTo>
                  <a:pt x="4073" y="4158"/>
                  <a:pt x="4051" y="4165"/>
                  <a:pt x="4029" y="4165"/>
                </a:cubicBezTo>
                <a:lnTo>
                  <a:pt x="423" y="4165"/>
                </a:lnTo>
                <a:cubicBezTo>
                  <a:pt x="400" y="4165"/>
                  <a:pt x="371" y="4165"/>
                  <a:pt x="356" y="4150"/>
                </a:cubicBezTo>
                <a:cubicBezTo>
                  <a:pt x="334" y="4135"/>
                  <a:pt x="311" y="4121"/>
                  <a:pt x="304" y="4106"/>
                </a:cubicBezTo>
                <a:cubicBezTo>
                  <a:pt x="289" y="4084"/>
                  <a:pt x="282" y="4054"/>
                  <a:pt x="282" y="4032"/>
                </a:cubicBezTo>
                <a:cubicBezTo>
                  <a:pt x="282" y="4010"/>
                  <a:pt x="289" y="3987"/>
                  <a:pt x="297" y="3965"/>
                </a:cubicBezTo>
                <a:lnTo>
                  <a:pt x="637" y="3284"/>
                </a:lnTo>
                <a:cubicBezTo>
                  <a:pt x="667" y="3217"/>
                  <a:pt x="726" y="3158"/>
                  <a:pt x="793" y="3121"/>
                </a:cubicBezTo>
                <a:cubicBezTo>
                  <a:pt x="852" y="3077"/>
                  <a:pt x="933" y="3054"/>
                  <a:pt x="1008" y="3054"/>
                </a:cubicBezTo>
                <a:close/>
                <a:moveTo>
                  <a:pt x="697" y="833"/>
                </a:moveTo>
                <a:cubicBezTo>
                  <a:pt x="622" y="833"/>
                  <a:pt x="556" y="899"/>
                  <a:pt x="556" y="973"/>
                </a:cubicBezTo>
                <a:lnTo>
                  <a:pt x="556" y="2640"/>
                </a:lnTo>
                <a:cubicBezTo>
                  <a:pt x="556" y="2728"/>
                  <a:pt x="585" y="2817"/>
                  <a:pt x="637" y="2884"/>
                </a:cubicBezTo>
                <a:cubicBezTo>
                  <a:pt x="534" y="2951"/>
                  <a:pt x="445" y="3047"/>
                  <a:pt x="386" y="3165"/>
                </a:cubicBezTo>
                <a:lnTo>
                  <a:pt x="45" y="3839"/>
                </a:lnTo>
                <a:cubicBezTo>
                  <a:pt x="15" y="3906"/>
                  <a:pt x="0" y="3973"/>
                  <a:pt x="0" y="4047"/>
                </a:cubicBezTo>
                <a:cubicBezTo>
                  <a:pt x="8" y="4113"/>
                  <a:pt x="30" y="4187"/>
                  <a:pt x="67" y="4247"/>
                </a:cubicBezTo>
                <a:cubicBezTo>
                  <a:pt x="104" y="4306"/>
                  <a:pt x="156" y="4358"/>
                  <a:pt x="215" y="4395"/>
                </a:cubicBezTo>
                <a:cubicBezTo>
                  <a:pt x="282" y="4424"/>
                  <a:pt x="348" y="4446"/>
                  <a:pt x="423" y="4446"/>
                </a:cubicBezTo>
                <a:lnTo>
                  <a:pt x="4029" y="4446"/>
                </a:lnTo>
                <a:cubicBezTo>
                  <a:pt x="4103" y="4446"/>
                  <a:pt x="4170" y="4424"/>
                  <a:pt x="4236" y="4395"/>
                </a:cubicBezTo>
                <a:cubicBezTo>
                  <a:pt x="4295" y="4358"/>
                  <a:pt x="4347" y="4306"/>
                  <a:pt x="4384" y="4247"/>
                </a:cubicBezTo>
                <a:cubicBezTo>
                  <a:pt x="4421" y="4187"/>
                  <a:pt x="4443" y="4121"/>
                  <a:pt x="4443" y="4054"/>
                </a:cubicBezTo>
                <a:cubicBezTo>
                  <a:pt x="4451" y="3980"/>
                  <a:pt x="4436" y="3906"/>
                  <a:pt x="4406" y="3847"/>
                </a:cubicBezTo>
                <a:lnTo>
                  <a:pt x="4399" y="3839"/>
                </a:lnTo>
                <a:lnTo>
                  <a:pt x="4066" y="3165"/>
                </a:lnTo>
                <a:cubicBezTo>
                  <a:pt x="4007" y="3047"/>
                  <a:pt x="3918" y="2951"/>
                  <a:pt x="3807" y="2884"/>
                </a:cubicBezTo>
                <a:cubicBezTo>
                  <a:pt x="3858" y="2817"/>
                  <a:pt x="3888" y="2728"/>
                  <a:pt x="3888" y="2640"/>
                </a:cubicBezTo>
                <a:lnTo>
                  <a:pt x="3888" y="973"/>
                </a:lnTo>
                <a:cubicBezTo>
                  <a:pt x="3888" y="899"/>
                  <a:pt x="3829" y="833"/>
                  <a:pt x="3755" y="833"/>
                </a:cubicBezTo>
                <a:cubicBezTo>
                  <a:pt x="3673" y="833"/>
                  <a:pt x="3614" y="899"/>
                  <a:pt x="3614" y="973"/>
                </a:cubicBezTo>
                <a:lnTo>
                  <a:pt x="3614" y="2640"/>
                </a:lnTo>
                <a:cubicBezTo>
                  <a:pt x="3614" y="2677"/>
                  <a:pt x="3599" y="2714"/>
                  <a:pt x="3570" y="2736"/>
                </a:cubicBezTo>
                <a:cubicBezTo>
                  <a:pt x="3547" y="2766"/>
                  <a:pt x="3510" y="2780"/>
                  <a:pt x="3473" y="2780"/>
                </a:cubicBezTo>
                <a:lnTo>
                  <a:pt x="978" y="2780"/>
                </a:lnTo>
                <a:cubicBezTo>
                  <a:pt x="941" y="2780"/>
                  <a:pt x="904" y="2766"/>
                  <a:pt x="874" y="2736"/>
                </a:cubicBezTo>
                <a:cubicBezTo>
                  <a:pt x="852" y="2714"/>
                  <a:pt x="837" y="2677"/>
                  <a:pt x="837" y="2640"/>
                </a:cubicBezTo>
                <a:lnTo>
                  <a:pt x="837" y="973"/>
                </a:lnTo>
                <a:cubicBezTo>
                  <a:pt x="837" y="899"/>
                  <a:pt x="778" y="833"/>
                  <a:pt x="697" y="833"/>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77"/>
          <p:cNvSpPr/>
          <p:nvPr/>
        </p:nvSpPr>
        <p:spPr>
          <a:xfrm>
            <a:off x="6331700" y="3315725"/>
            <a:ext cx="313350" cy="291675"/>
          </a:xfrm>
          <a:custGeom>
            <a:rect b="b" l="l" r="r" t="t"/>
            <a:pathLst>
              <a:path extrusionOk="0" h="3889" w="4178">
                <a:moveTo>
                  <a:pt x="2089" y="282"/>
                </a:moveTo>
                <a:cubicBezTo>
                  <a:pt x="2178" y="282"/>
                  <a:pt x="2267" y="319"/>
                  <a:pt x="2333" y="386"/>
                </a:cubicBezTo>
                <a:cubicBezTo>
                  <a:pt x="2400" y="445"/>
                  <a:pt x="2437" y="534"/>
                  <a:pt x="2437" y="630"/>
                </a:cubicBezTo>
                <a:cubicBezTo>
                  <a:pt x="2437" y="719"/>
                  <a:pt x="2400" y="808"/>
                  <a:pt x="2333" y="875"/>
                </a:cubicBezTo>
                <a:cubicBezTo>
                  <a:pt x="2267" y="934"/>
                  <a:pt x="2178" y="978"/>
                  <a:pt x="2089" y="978"/>
                </a:cubicBezTo>
                <a:cubicBezTo>
                  <a:pt x="1993" y="978"/>
                  <a:pt x="1904" y="941"/>
                  <a:pt x="1845" y="875"/>
                </a:cubicBezTo>
                <a:cubicBezTo>
                  <a:pt x="1778" y="808"/>
                  <a:pt x="1741" y="719"/>
                  <a:pt x="1741" y="630"/>
                </a:cubicBezTo>
                <a:cubicBezTo>
                  <a:pt x="1741" y="534"/>
                  <a:pt x="1778" y="445"/>
                  <a:pt x="1845" y="386"/>
                </a:cubicBezTo>
                <a:cubicBezTo>
                  <a:pt x="1904" y="319"/>
                  <a:pt x="1993" y="282"/>
                  <a:pt x="2089" y="282"/>
                </a:cubicBezTo>
                <a:close/>
                <a:moveTo>
                  <a:pt x="2089" y="1393"/>
                </a:moveTo>
                <a:cubicBezTo>
                  <a:pt x="2274" y="1393"/>
                  <a:pt x="2444" y="1467"/>
                  <a:pt x="2578" y="1593"/>
                </a:cubicBezTo>
                <a:cubicBezTo>
                  <a:pt x="2674" y="1689"/>
                  <a:pt x="2741" y="1815"/>
                  <a:pt x="2770" y="1948"/>
                </a:cubicBezTo>
                <a:lnTo>
                  <a:pt x="1408" y="1948"/>
                </a:lnTo>
                <a:cubicBezTo>
                  <a:pt x="1437" y="1815"/>
                  <a:pt x="1497" y="1689"/>
                  <a:pt x="1600" y="1593"/>
                </a:cubicBezTo>
                <a:cubicBezTo>
                  <a:pt x="1726" y="1467"/>
                  <a:pt x="1904" y="1393"/>
                  <a:pt x="2089" y="1393"/>
                </a:cubicBezTo>
                <a:close/>
                <a:moveTo>
                  <a:pt x="2089" y="1"/>
                </a:moveTo>
                <a:cubicBezTo>
                  <a:pt x="1926" y="1"/>
                  <a:pt x="1763" y="67"/>
                  <a:pt x="1645" y="186"/>
                </a:cubicBezTo>
                <a:cubicBezTo>
                  <a:pt x="1526" y="304"/>
                  <a:pt x="1460" y="460"/>
                  <a:pt x="1460" y="630"/>
                </a:cubicBezTo>
                <a:cubicBezTo>
                  <a:pt x="1460" y="793"/>
                  <a:pt x="1526" y="956"/>
                  <a:pt x="1645" y="1067"/>
                </a:cubicBezTo>
                <a:cubicBezTo>
                  <a:pt x="1682" y="1112"/>
                  <a:pt x="1726" y="1141"/>
                  <a:pt x="1778" y="1171"/>
                </a:cubicBezTo>
                <a:cubicBezTo>
                  <a:pt x="1637" y="1215"/>
                  <a:pt x="1511" y="1289"/>
                  <a:pt x="1400" y="1400"/>
                </a:cubicBezTo>
                <a:cubicBezTo>
                  <a:pt x="1215" y="1586"/>
                  <a:pt x="1119" y="1830"/>
                  <a:pt x="1119" y="2089"/>
                </a:cubicBezTo>
                <a:cubicBezTo>
                  <a:pt x="1119" y="2163"/>
                  <a:pt x="1178" y="2222"/>
                  <a:pt x="1252" y="2222"/>
                </a:cubicBezTo>
                <a:lnTo>
                  <a:pt x="2918" y="2222"/>
                </a:lnTo>
                <a:cubicBezTo>
                  <a:pt x="3000" y="2222"/>
                  <a:pt x="3059" y="2163"/>
                  <a:pt x="3059" y="2089"/>
                </a:cubicBezTo>
                <a:cubicBezTo>
                  <a:pt x="3059" y="1830"/>
                  <a:pt x="2963" y="1586"/>
                  <a:pt x="2778" y="1400"/>
                </a:cubicBezTo>
                <a:cubicBezTo>
                  <a:pt x="2667" y="1289"/>
                  <a:pt x="2541" y="1215"/>
                  <a:pt x="2400" y="1171"/>
                </a:cubicBezTo>
                <a:cubicBezTo>
                  <a:pt x="2452" y="1141"/>
                  <a:pt x="2489" y="1112"/>
                  <a:pt x="2526" y="1067"/>
                </a:cubicBezTo>
                <a:cubicBezTo>
                  <a:pt x="2644" y="956"/>
                  <a:pt x="2711" y="793"/>
                  <a:pt x="2711" y="630"/>
                </a:cubicBezTo>
                <a:cubicBezTo>
                  <a:pt x="2711" y="460"/>
                  <a:pt x="2644" y="304"/>
                  <a:pt x="2526" y="186"/>
                </a:cubicBezTo>
                <a:cubicBezTo>
                  <a:pt x="2415" y="67"/>
                  <a:pt x="2252" y="1"/>
                  <a:pt x="2089" y="1"/>
                </a:cubicBezTo>
                <a:close/>
                <a:moveTo>
                  <a:pt x="1948" y="3059"/>
                </a:moveTo>
                <a:cubicBezTo>
                  <a:pt x="1874" y="3059"/>
                  <a:pt x="1808" y="3118"/>
                  <a:pt x="1808" y="3200"/>
                </a:cubicBezTo>
                <a:cubicBezTo>
                  <a:pt x="1808" y="3274"/>
                  <a:pt x="1874" y="3333"/>
                  <a:pt x="1948" y="3333"/>
                </a:cubicBezTo>
                <a:lnTo>
                  <a:pt x="2230" y="3333"/>
                </a:lnTo>
                <a:cubicBezTo>
                  <a:pt x="2304" y="3333"/>
                  <a:pt x="2363" y="3274"/>
                  <a:pt x="2363" y="3200"/>
                </a:cubicBezTo>
                <a:cubicBezTo>
                  <a:pt x="2363" y="3118"/>
                  <a:pt x="2304" y="3059"/>
                  <a:pt x="2230" y="3059"/>
                </a:cubicBezTo>
                <a:close/>
                <a:moveTo>
                  <a:pt x="3651" y="2778"/>
                </a:moveTo>
                <a:lnTo>
                  <a:pt x="3874" y="3466"/>
                </a:lnTo>
                <a:cubicBezTo>
                  <a:pt x="3881" y="3474"/>
                  <a:pt x="3881" y="3481"/>
                  <a:pt x="3881" y="3489"/>
                </a:cubicBezTo>
                <a:cubicBezTo>
                  <a:pt x="3888" y="3496"/>
                  <a:pt x="3896" y="3511"/>
                  <a:pt x="3896" y="3526"/>
                </a:cubicBezTo>
                <a:cubicBezTo>
                  <a:pt x="3896" y="3540"/>
                  <a:pt x="3888" y="3555"/>
                  <a:pt x="3881" y="3570"/>
                </a:cubicBezTo>
                <a:cubicBezTo>
                  <a:pt x="3874" y="3585"/>
                  <a:pt x="3859" y="3592"/>
                  <a:pt x="3851" y="3600"/>
                </a:cubicBezTo>
                <a:cubicBezTo>
                  <a:pt x="3837" y="3607"/>
                  <a:pt x="3822" y="3615"/>
                  <a:pt x="3807" y="3615"/>
                </a:cubicBezTo>
                <a:lnTo>
                  <a:pt x="371" y="3615"/>
                </a:lnTo>
                <a:cubicBezTo>
                  <a:pt x="356" y="3615"/>
                  <a:pt x="341" y="3607"/>
                  <a:pt x="327" y="3600"/>
                </a:cubicBezTo>
                <a:cubicBezTo>
                  <a:pt x="312" y="3592"/>
                  <a:pt x="304" y="3585"/>
                  <a:pt x="297" y="3570"/>
                </a:cubicBezTo>
                <a:cubicBezTo>
                  <a:pt x="290" y="3555"/>
                  <a:pt x="282" y="3548"/>
                  <a:pt x="282" y="3526"/>
                </a:cubicBezTo>
                <a:cubicBezTo>
                  <a:pt x="282" y="3511"/>
                  <a:pt x="290" y="3496"/>
                  <a:pt x="290" y="3489"/>
                </a:cubicBezTo>
                <a:cubicBezTo>
                  <a:pt x="297" y="3481"/>
                  <a:pt x="297" y="3474"/>
                  <a:pt x="304" y="3466"/>
                </a:cubicBezTo>
                <a:lnTo>
                  <a:pt x="527" y="2778"/>
                </a:lnTo>
                <a:close/>
                <a:moveTo>
                  <a:pt x="697" y="282"/>
                </a:moveTo>
                <a:cubicBezTo>
                  <a:pt x="593" y="282"/>
                  <a:pt x="482" y="327"/>
                  <a:pt x="408" y="401"/>
                </a:cubicBezTo>
                <a:cubicBezTo>
                  <a:pt x="327" y="482"/>
                  <a:pt x="282" y="586"/>
                  <a:pt x="282" y="697"/>
                </a:cubicBezTo>
                <a:lnTo>
                  <a:pt x="282" y="2615"/>
                </a:lnTo>
                <a:lnTo>
                  <a:pt x="38" y="3370"/>
                </a:lnTo>
                <a:cubicBezTo>
                  <a:pt x="16" y="3422"/>
                  <a:pt x="1" y="3481"/>
                  <a:pt x="8" y="3540"/>
                </a:cubicBezTo>
                <a:cubicBezTo>
                  <a:pt x="8" y="3607"/>
                  <a:pt x="30" y="3666"/>
                  <a:pt x="60" y="3718"/>
                </a:cubicBezTo>
                <a:cubicBezTo>
                  <a:pt x="90" y="3770"/>
                  <a:pt x="141" y="3814"/>
                  <a:pt x="193" y="3844"/>
                </a:cubicBezTo>
                <a:cubicBezTo>
                  <a:pt x="245" y="3874"/>
                  <a:pt x="312" y="3889"/>
                  <a:pt x="371" y="3889"/>
                </a:cubicBezTo>
                <a:lnTo>
                  <a:pt x="3807" y="3889"/>
                </a:lnTo>
                <a:cubicBezTo>
                  <a:pt x="3866" y="3889"/>
                  <a:pt x="3925" y="3874"/>
                  <a:pt x="3985" y="3844"/>
                </a:cubicBezTo>
                <a:cubicBezTo>
                  <a:pt x="4037" y="3814"/>
                  <a:pt x="4081" y="3777"/>
                  <a:pt x="4118" y="3718"/>
                </a:cubicBezTo>
                <a:cubicBezTo>
                  <a:pt x="4148" y="3666"/>
                  <a:pt x="4170" y="3607"/>
                  <a:pt x="4170" y="3540"/>
                </a:cubicBezTo>
                <a:cubicBezTo>
                  <a:pt x="4177" y="3481"/>
                  <a:pt x="4162" y="3422"/>
                  <a:pt x="4140" y="3370"/>
                </a:cubicBezTo>
                <a:lnTo>
                  <a:pt x="3896" y="2622"/>
                </a:lnTo>
                <a:lnTo>
                  <a:pt x="3896" y="697"/>
                </a:lnTo>
                <a:cubicBezTo>
                  <a:pt x="3896" y="586"/>
                  <a:pt x="3851" y="482"/>
                  <a:pt x="3770" y="401"/>
                </a:cubicBezTo>
                <a:cubicBezTo>
                  <a:pt x="3696" y="327"/>
                  <a:pt x="3585" y="282"/>
                  <a:pt x="3474" y="282"/>
                </a:cubicBezTo>
                <a:lnTo>
                  <a:pt x="3200" y="282"/>
                </a:lnTo>
                <a:cubicBezTo>
                  <a:pt x="3126" y="282"/>
                  <a:pt x="3059" y="341"/>
                  <a:pt x="3059" y="423"/>
                </a:cubicBezTo>
                <a:cubicBezTo>
                  <a:pt x="3059" y="497"/>
                  <a:pt x="3126" y="556"/>
                  <a:pt x="3200" y="556"/>
                </a:cubicBezTo>
                <a:lnTo>
                  <a:pt x="3474" y="556"/>
                </a:lnTo>
                <a:cubicBezTo>
                  <a:pt x="3511" y="556"/>
                  <a:pt x="3548" y="571"/>
                  <a:pt x="3577" y="601"/>
                </a:cubicBezTo>
                <a:cubicBezTo>
                  <a:pt x="3600" y="623"/>
                  <a:pt x="3614" y="660"/>
                  <a:pt x="3614" y="697"/>
                </a:cubicBezTo>
                <a:lnTo>
                  <a:pt x="3614" y="2504"/>
                </a:lnTo>
                <a:lnTo>
                  <a:pt x="564" y="2504"/>
                </a:lnTo>
                <a:lnTo>
                  <a:pt x="564" y="697"/>
                </a:lnTo>
                <a:cubicBezTo>
                  <a:pt x="564" y="660"/>
                  <a:pt x="578" y="623"/>
                  <a:pt x="601" y="601"/>
                </a:cubicBezTo>
                <a:cubicBezTo>
                  <a:pt x="630" y="571"/>
                  <a:pt x="667" y="556"/>
                  <a:pt x="697" y="556"/>
                </a:cubicBezTo>
                <a:lnTo>
                  <a:pt x="978" y="556"/>
                </a:lnTo>
                <a:cubicBezTo>
                  <a:pt x="1052" y="556"/>
                  <a:pt x="1119" y="497"/>
                  <a:pt x="1119" y="423"/>
                </a:cubicBezTo>
                <a:cubicBezTo>
                  <a:pt x="1119" y="341"/>
                  <a:pt x="1052" y="282"/>
                  <a:pt x="978" y="282"/>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77"/>
          <p:cNvSpPr/>
          <p:nvPr/>
        </p:nvSpPr>
        <p:spPr>
          <a:xfrm>
            <a:off x="2467850" y="2780825"/>
            <a:ext cx="333300" cy="333300"/>
          </a:xfrm>
          <a:custGeom>
            <a:rect b="b" l="l" r="r" t="t"/>
            <a:pathLst>
              <a:path extrusionOk="0" h="4444" w="4444">
                <a:moveTo>
                  <a:pt x="3192" y="556"/>
                </a:moveTo>
                <a:cubicBezTo>
                  <a:pt x="3118" y="556"/>
                  <a:pt x="3059" y="615"/>
                  <a:pt x="3059" y="696"/>
                </a:cubicBezTo>
                <a:lnTo>
                  <a:pt x="3059" y="1467"/>
                </a:lnTo>
                <a:lnTo>
                  <a:pt x="2874" y="1289"/>
                </a:lnTo>
                <a:cubicBezTo>
                  <a:pt x="2848" y="1263"/>
                  <a:pt x="2813" y="1250"/>
                  <a:pt x="2778" y="1250"/>
                </a:cubicBezTo>
                <a:cubicBezTo>
                  <a:pt x="2742" y="1250"/>
                  <a:pt x="2707" y="1263"/>
                  <a:pt x="2681" y="1289"/>
                </a:cubicBezTo>
                <a:cubicBezTo>
                  <a:pt x="2622" y="1341"/>
                  <a:pt x="2622" y="1429"/>
                  <a:pt x="2681" y="1489"/>
                </a:cubicBezTo>
                <a:lnTo>
                  <a:pt x="3096" y="1903"/>
                </a:lnTo>
                <a:cubicBezTo>
                  <a:pt x="3111" y="1918"/>
                  <a:pt x="3126" y="1926"/>
                  <a:pt x="3140" y="1933"/>
                </a:cubicBezTo>
                <a:cubicBezTo>
                  <a:pt x="3163" y="1940"/>
                  <a:pt x="3178" y="1940"/>
                  <a:pt x="3192" y="1940"/>
                </a:cubicBezTo>
                <a:cubicBezTo>
                  <a:pt x="3215" y="1940"/>
                  <a:pt x="3229" y="1940"/>
                  <a:pt x="3244" y="1933"/>
                </a:cubicBezTo>
                <a:cubicBezTo>
                  <a:pt x="3266" y="1926"/>
                  <a:pt x="3281" y="1918"/>
                  <a:pt x="3296" y="1903"/>
                </a:cubicBezTo>
                <a:lnTo>
                  <a:pt x="3711" y="1489"/>
                </a:lnTo>
                <a:cubicBezTo>
                  <a:pt x="3763" y="1429"/>
                  <a:pt x="3763" y="1341"/>
                  <a:pt x="3711" y="1289"/>
                </a:cubicBezTo>
                <a:cubicBezTo>
                  <a:pt x="3685" y="1263"/>
                  <a:pt x="3650" y="1250"/>
                  <a:pt x="3613" y="1250"/>
                </a:cubicBezTo>
                <a:cubicBezTo>
                  <a:pt x="3577" y="1250"/>
                  <a:pt x="3540" y="1263"/>
                  <a:pt x="3511" y="1289"/>
                </a:cubicBezTo>
                <a:lnTo>
                  <a:pt x="3333" y="1467"/>
                </a:lnTo>
                <a:lnTo>
                  <a:pt x="3333" y="696"/>
                </a:lnTo>
                <a:cubicBezTo>
                  <a:pt x="3333" y="615"/>
                  <a:pt x="3274" y="556"/>
                  <a:pt x="3192" y="556"/>
                </a:cubicBezTo>
                <a:close/>
                <a:moveTo>
                  <a:pt x="3192" y="274"/>
                </a:moveTo>
                <a:cubicBezTo>
                  <a:pt x="3733" y="274"/>
                  <a:pt x="4170" y="711"/>
                  <a:pt x="4170" y="1252"/>
                </a:cubicBezTo>
                <a:cubicBezTo>
                  <a:pt x="4170" y="1785"/>
                  <a:pt x="3733" y="2222"/>
                  <a:pt x="3192" y="2222"/>
                </a:cubicBezTo>
                <a:cubicBezTo>
                  <a:pt x="2659" y="2222"/>
                  <a:pt x="2222" y="1785"/>
                  <a:pt x="2222" y="1252"/>
                </a:cubicBezTo>
                <a:cubicBezTo>
                  <a:pt x="2222" y="711"/>
                  <a:pt x="2659" y="274"/>
                  <a:pt x="3192" y="274"/>
                </a:cubicBezTo>
                <a:close/>
                <a:moveTo>
                  <a:pt x="3192" y="0"/>
                </a:moveTo>
                <a:cubicBezTo>
                  <a:pt x="2504" y="0"/>
                  <a:pt x="1948" y="563"/>
                  <a:pt x="1948" y="1252"/>
                </a:cubicBezTo>
                <a:cubicBezTo>
                  <a:pt x="1948" y="1940"/>
                  <a:pt x="2504" y="2496"/>
                  <a:pt x="3192" y="2496"/>
                </a:cubicBezTo>
                <a:cubicBezTo>
                  <a:pt x="3881" y="2496"/>
                  <a:pt x="4444" y="1940"/>
                  <a:pt x="4444" y="1252"/>
                </a:cubicBezTo>
                <a:cubicBezTo>
                  <a:pt x="4444" y="563"/>
                  <a:pt x="3881" y="0"/>
                  <a:pt x="3192" y="0"/>
                </a:cubicBezTo>
                <a:close/>
                <a:moveTo>
                  <a:pt x="4170" y="3147"/>
                </a:moveTo>
                <a:lnTo>
                  <a:pt x="4170" y="3192"/>
                </a:lnTo>
                <a:cubicBezTo>
                  <a:pt x="4170" y="3303"/>
                  <a:pt x="4125" y="3407"/>
                  <a:pt x="4044" y="3488"/>
                </a:cubicBezTo>
                <a:cubicBezTo>
                  <a:pt x="3970" y="3562"/>
                  <a:pt x="3859" y="3607"/>
                  <a:pt x="3748" y="3607"/>
                </a:cubicBezTo>
                <a:lnTo>
                  <a:pt x="697" y="3607"/>
                </a:lnTo>
                <a:cubicBezTo>
                  <a:pt x="586" y="3607"/>
                  <a:pt x="482" y="3562"/>
                  <a:pt x="401" y="3488"/>
                </a:cubicBezTo>
                <a:cubicBezTo>
                  <a:pt x="319" y="3407"/>
                  <a:pt x="282" y="3303"/>
                  <a:pt x="282" y="3192"/>
                </a:cubicBezTo>
                <a:lnTo>
                  <a:pt x="282" y="3147"/>
                </a:lnTo>
                <a:close/>
                <a:moveTo>
                  <a:pt x="2667" y="3888"/>
                </a:moveTo>
                <a:lnTo>
                  <a:pt x="2741" y="4162"/>
                </a:lnTo>
                <a:lnTo>
                  <a:pt x="1704" y="4162"/>
                </a:lnTo>
                <a:lnTo>
                  <a:pt x="1778" y="3888"/>
                </a:lnTo>
                <a:close/>
                <a:moveTo>
                  <a:pt x="697" y="556"/>
                </a:moveTo>
                <a:cubicBezTo>
                  <a:pt x="512" y="556"/>
                  <a:pt x="334" y="622"/>
                  <a:pt x="208" y="756"/>
                </a:cubicBezTo>
                <a:cubicBezTo>
                  <a:pt x="75" y="889"/>
                  <a:pt x="1" y="1067"/>
                  <a:pt x="1" y="1252"/>
                </a:cubicBezTo>
                <a:lnTo>
                  <a:pt x="1" y="3192"/>
                </a:lnTo>
                <a:cubicBezTo>
                  <a:pt x="1" y="3377"/>
                  <a:pt x="75" y="3555"/>
                  <a:pt x="208" y="3681"/>
                </a:cubicBezTo>
                <a:cubicBezTo>
                  <a:pt x="334" y="3814"/>
                  <a:pt x="512" y="3888"/>
                  <a:pt x="697" y="3888"/>
                </a:cubicBezTo>
                <a:lnTo>
                  <a:pt x="1489" y="3888"/>
                </a:lnTo>
                <a:lnTo>
                  <a:pt x="1423" y="4162"/>
                </a:lnTo>
                <a:lnTo>
                  <a:pt x="1111" y="4162"/>
                </a:lnTo>
                <a:cubicBezTo>
                  <a:pt x="1037" y="4162"/>
                  <a:pt x="971" y="4229"/>
                  <a:pt x="971" y="4303"/>
                </a:cubicBezTo>
                <a:cubicBezTo>
                  <a:pt x="971" y="4377"/>
                  <a:pt x="1037" y="4443"/>
                  <a:pt x="1111" y="4443"/>
                </a:cubicBezTo>
                <a:lnTo>
                  <a:pt x="3333" y="4443"/>
                </a:lnTo>
                <a:cubicBezTo>
                  <a:pt x="3407" y="4443"/>
                  <a:pt x="3474" y="4377"/>
                  <a:pt x="3474" y="4303"/>
                </a:cubicBezTo>
                <a:cubicBezTo>
                  <a:pt x="3474" y="4229"/>
                  <a:pt x="3407" y="4162"/>
                  <a:pt x="3333" y="4162"/>
                </a:cubicBezTo>
                <a:lnTo>
                  <a:pt x="3022" y="4162"/>
                </a:lnTo>
                <a:lnTo>
                  <a:pt x="2955" y="3888"/>
                </a:lnTo>
                <a:lnTo>
                  <a:pt x="3748" y="3888"/>
                </a:lnTo>
                <a:cubicBezTo>
                  <a:pt x="3933" y="3888"/>
                  <a:pt x="4111" y="3814"/>
                  <a:pt x="4244" y="3681"/>
                </a:cubicBezTo>
                <a:cubicBezTo>
                  <a:pt x="4370" y="3555"/>
                  <a:pt x="4444" y="3377"/>
                  <a:pt x="4444" y="3192"/>
                </a:cubicBezTo>
                <a:lnTo>
                  <a:pt x="4444" y="2637"/>
                </a:lnTo>
                <a:cubicBezTo>
                  <a:pt x="4444" y="2562"/>
                  <a:pt x="4385" y="2496"/>
                  <a:pt x="4303" y="2496"/>
                </a:cubicBezTo>
                <a:cubicBezTo>
                  <a:pt x="4229" y="2496"/>
                  <a:pt x="4170" y="2562"/>
                  <a:pt x="4170" y="2637"/>
                </a:cubicBezTo>
                <a:lnTo>
                  <a:pt x="4170" y="2866"/>
                </a:lnTo>
                <a:lnTo>
                  <a:pt x="282" y="2866"/>
                </a:lnTo>
                <a:lnTo>
                  <a:pt x="282" y="1252"/>
                </a:lnTo>
                <a:cubicBezTo>
                  <a:pt x="282" y="1141"/>
                  <a:pt x="319" y="1030"/>
                  <a:pt x="401" y="956"/>
                </a:cubicBezTo>
                <a:cubicBezTo>
                  <a:pt x="482" y="874"/>
                  <a:pt x="586" y="830"/>
                  <a:pt x="697" y="830"/>
                </a:cubicBezTo>
                <a:lnTo>
                  <a:pt x="1526" y="830"/>
                </a:lnTo>
                <a:cubicBezTo>
                  <a:pt x="1608" y="830"/>
                  <a:pt x="1667" y="770"/>
                  <a:pt x="1667" y="696"/>
                </a:cubicBezTo>
                <a:cubicBezTo>
                  <a:pt x="1667" y="615"/>
                  <a:pt x="1608" y="556"/>
                  <a:pt x="1526" y="556"/>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77"/>
          <p:cNvSpPr/>
          <p:nvPr/>
        </p:nvSpPr>
        <p:spPr>
          <a:xfrm>
            <a:off x="5365475" y="2266400"/>
            <a:ext cx="334425" cy="333300"/>
          </a:xfrm>
          <a:custGeom>
            <a:rect b="b" l="l" r="r" t="t"/>
            <a:pathLst>
              <a:path extrusionOk="0" h="4444" w="4459">
                <a:moveTo>
                  <a:pt x="1667" y="1112"/>
                </a:moveTo>
                <a:lnTo>
                  <a:pt x="1667" y="1667"/>
                </a:lnTo>
                <a:lnTo>
                  <a:pt x="1393" y="1667"/>
                </a:lnTo>
                <a:lnTo>
                  <a:pt x="1393" y="1112"/>
                </a:lnTo>
                <a:close/>
                <a:moveTo>
                  <a:pt x="2363" y="830"/>
                </a:moveTo>
                <a:cubicBezTo>
                  <a:pt x="2289" y="830"/>
                  <a:pt x="2222" y="897"/>
                  <a:pt x="2222" y="971"/>
                </a:cubicBezTo>
                <a:lnTo>
                  <a:pt x="2222" y="1526"/>
                </a:lnTo>
                <a:cubicBezTo>
                  <a:pt x="2222" y="1600"/>
                  <a:pt x="2289" y="1667"/>
                  <a:pt x="2363" y="1667"/>
                </a:cubicBezTo>
                <a:cubicBezTo>
                  <a:pt x="2437" y="1667"/>
                  <a:pt x="2503" y="1600"/>
                  <a:pt x="2503" y="1526"/>
                </a:cubicBezTo>
                <a:lnTo>
                  <a:pt x="2503" y="971"/>
                </a:lnTo>
                <a:cubicBezTo>
                  <a:pt x="2503" y="897"/>
                  <a:pt x="2437" y="830"/>
                  <a:pt x="2363" y="830"/>
                </a:cubicBezTo>
                <a:close/>
                <a:moveTo>
                  <a:pt x="697" y="830"/>
                </a:moveTo>
                <a:cubicBezTo>
                  <a:pt x="623" y="830"/>
                  <a:pt x="556" y="897"/>
                  <a:pt x="556" y="971"/>
                </a:cubicBezTo>
                <a:lnTo>
                  <a:pt x="556" y="1808"/>
                </a:lnTo>
                <a:cubicBezTo>
                  <a:pt x="556" y="1882"/>
                  <a:pt x="623" y="1941"/>
                  <a:pt x="697" y="1941"/>
                </a:cubicBezTo>
                <a:cubicBezTo>
                  <a:pt x="771" y="1941"/>
                  <a:pt x="837" y="1882"/>
                  <a:pt x="837" y="1808"/>
                </a:cubicBezTo>
                <a:lnTo>
                  <a:pt x="837" y="971"/>
                </a:lnTo>
                <a:cubicBezTo>
                  <a:pt x="837" y="897"/>
                  <a:pt x="771" y="830"/>
                  <a:pt x="697" y="830"/>
                </a:cubicBezTo>
                <a:close/>
                <a:moveTo>
                  <a:pt x="1393" y="830"/>
                </a:moveTo>
                <a:cubicBezTo>
                  <a:pt x="1237" y="830"/>
                  <a:pt x="1111" y="956"/>
                  <a:pt x="1111" y="1112"/>
                </a:cubicBezTo>
                <a:lnTo>
                  <a:pt x="1111" y="1667"/>
                </a:lnTo>
                <a:cubicBezTo>
                  <a:pt x="1111" y="1815"/>
                  <a:pt x="1237" y="1941"/>
                  <a:pt x="1393" y="1941"/>
                </a:cubicBezTo>
                <a:lnTo>
                  <a:pt x="1667" y="1941"/>
                </a:lnTo>
                <a:cubicBezTo>
                  <a:pt x="1822" y="1941"/>
                  <a:pt x="1948" y="1815"/>
                  <a:pt x="1948" y="1667"/>
                </a:cubicBezTo>
                <a:lnTo>
                  <a:pt x="1948" y="1112"/>
                </a:lnTo>
                <a:cubicBezTo>
                  <a:pt x="1948" y="956"/>
                  <a:pt x="1822" y="830"/>
                  <a:pt x="1667" y="830"/>
                </a:cubicBezTo>
                <a:close/>
                <a:moveTo>
                  <a:pt x="1111" y="2496"/>
                </a:moveTo>
                <a:lnTo>
                  <a:pt x="1111" y="3052"/>
                </a:lnTo>
                <a:lnTo>
                  <a:pt x="837" y="3052"/>
                </a:lnTo>
                <a:lnTo>
                  <a:pt x="837" y="2496"/>
                </a:lnTo>
                <a:close/>
                <a:moveTo>
                  <a:pt x="837" y="2222"/>
                </a:moveTo>
                <a:cubicBezTo>
                  <a:pt x="682" y="2222"/>
                  <a:pt x="556" y="2348"/>
                  <a:pt x="556" y="2496"/>
                </a:cubicBezTo>
                <a:lnTo>
                  <a:pt x="556" y="3052"/>
                </a:lnTo>
                <a:cubicBezTo>
                  <a:pt x="556" y="3207"/>
                  <a:pt x="682" y="3333"/>
                  <a:pt x="837" y="3333"/>
                </a:cubicBezTo>
                <a:lnTo>
                  <a:pt x="1111" y="3333"/>
                </a:lnTo>
                <a:cubicBezTo>
                  <a:pt x="1267" y="3333"/>
                  <a:pt x="1393" y="3207"/>
                  <a:pt x="1393" y="3052"/>
                </a:cubicBezTo>
                <a:lnTo>
                  <a:pt x="1393" y="2496"/>
                </a:lnTo>
                <a:cubicBezTo>
                  <a:pt x="1393" y="2348"/>
                  <a:pt x="1267" y="2222"/>
                  <a:pt x="1111" y="2222"/>
                </a:cubicBezTo>
                <a:close/>
                <a:moveTo>
                  <a:pt x="2918" y="2082"/>
                </a:moveTo>
                <a:cubicBezTo>
                  <a:pt x="3377" y="2082"/>
                  <a:pt x="3755" y="2459"/>
                  <a:pt x="3755" y="2918"/>
                </a:cubicBezTo>
                <a:cubicBezTo>
                  <a:pt x="3755" y="3370"/>
                  <a:pt x="3377" y="3748"/>
                  <a:pt x="2918" y="3748"/>
                </a:cubicBezTo>
                <a:cubicBezTo>
                  <a:pt x="2459" y="3748"/>
                  <a:pt x="2089" y="3370"/>
                  <a:pt x="2089" y="2918"/>
                </a:cubicBezTo>
                <a:cubicBezTo>
                  <a:pt x="2089" y="2459"/>
                  <a:pt x="2459" y="2082"/>
                  <a:pt x="2918" y="2082"/>
                </a:cubicBezTo>
                <a:close/>
                <a:moveTo>
                  <a:pt x="423" y="1"/>
                </a:moveTo>
                <a:cubicBezTo>
                  <a:pt x="312" y="1"/>
                  <a:pt x="200" y="45"/>
                  <a:pt x="126" y="119"/>
                </a:cubicBezTo>
                <a:cubicBezTo>
                  <a:pt x="45" y="201"/>
                  <a:pt x="1" y="304"/>
                  <a:pt x="1" y="415"/>
                </a:cubicBezTo>
                <a:lnTo>
                  <a:pt x="1" y="3474"/>
                </a:lnTo>
                <a:cubicBezTo>
                  <a:pt x="1" y="3577"/>
                  <a:pt x="45" y="3688"/>
                  <a:pt x="126" y="3763"/>
                </a:cubicBezTo>
                <a:cubicBezTo>
                  <a:pt x="200" y="3844"/>
                  <a:pt x="304" y="3888"/>
                  <a:pt x="423" y="3888"/>
                </a:cubicBezTo>
                <a:lnTo>
                  <a:pt x="1393" y="3888"/>
                </a:lnTo>
                <a:cubicBezTo>
                  <a:pt x="1467" y="3888"/>
                  <a:pt x="1533" y="3822"/>
                  <a:pt x="1533" y="3748"/>
                </a:cubicBezTo>
                <a:cubicBezTo>
                  <a:pt x="1533" y="3674"/>
                  <a:pt x="1467" y="3607"/>
                  <a:pt x="1393" y="3607"/>
                </a:cubicBezTo>
                <a:lnTo>
                  <a:pt x="423" y="3607"/>
                </a:lnTo>
                <a:cubicBezTo>
                  <a:pt x="386" y="3607"/>
                  <a:pt x="349" y="3592"/>
                  <a:pt x="319" y="3570"/>
                </a:cubicBezTo>
                <a:cubicBezTo>
                  <a:pt x="297" y="3540"/>
                  <a:pt x="282" y="3503"/>
                  <a:pt x="282" y="3474"/>
                </a:cubicBezTo>
                <a:lnTo>
                  <a:pt x="282" y="415"/>
                </a:lnTo>
                <a:cubicBezTo>
                  <a:pt x="282" y="378"/>
                  <a:pt x="297" y="341"/>
                  <a:pt x="319" y="319"/>
                </a:cubicBezTo>
                <a:cubicBezTo>
                  <a:pt x="349" y="290"/>
                  <a:pt x="386" y="275"/>
                  <a:pt x="423" y="275"/>
                </a:cubicBezTo>
                <a:lnTo>
                  <a:pt x="2385" y="275"/>
                </a:lnTo>
                <a:cubicBezTo>
                  <a:pt x="2422" y="275"/>
                  <a:pt x="2459" y="290"/>
                  <a:pt x="2489" y="319"/>
                </a:cubicBezTo>
                <a:lnTo>
                  <a:pt x="3014" y="852"/>
                </a:lnTo>
                <a:cubicBezTo>
                  <a:pt x="3029" y="860"/>
                  <a:pt x="3037" y="875"/>
                  <a:pt x="3044" y="897"/>
                </a:cubicBezTo>
                <a:cubicBezTo>
                  <a:pt x="3051" y="912"/>
                  <a:pt x="3059" y="934"/>
                  <a:pt x="3059" y="949"/>
                </a:cubicBezTo>
                <a:lnTo>
                  <a:pt x="3059" y="1252"/>
                </a:lnTo>
                <a:cubicBezTo>
                  <a:pt x="3059" y="1326"/>
                  <a:pt x="3118" y="1386"/>
                  <a:pt x="3200" y="1386"/>
                </a:cubicBezTo>
                <a:cubicBezTo>
                  <a:pt x="3274" y="1386"/>
                  <a:pt x="3333" y="1326"/>
                  <a:pt x="3333" y="1252"/>
                </a:cubicBezTo>
                <a:lnTo>
                  <a:pt x="3333" y="949"/>
                </a:lnTo>
                <a:cubicBezTo>
                  <a:pt x="3333" y="889"/>
                  <a:pt x="3325" y="838"/>
                  <a:pt x="3303" y="786"/>
                </a:cubicBezTo>
                <a:cubicBezTo>
                  <a:pt x="3281" y="734"/>
                  <a:pt x="3251" y="689"/>
                  <a:pt x="3214" y="652"/>
                </a:cubicBezTo>
                <a:lnTo>
                  <a:pt x="2681" y="119"/>
                </a:lnTo>
                <a:cubicBezTo>
                  <a:pt x="2607" y="45"/>
                  <a:pt x="2496" y="1"/>
                  <a:pt x="2385" y="1"/>
                </a:cubicBezTo>
                <a:close/>
                <a:moveTo>
                  <a:pt x="2918" y="1808"/>
                </a:moveTo>
                <a:cubicBezTo>
                  <a:pt x="2304" y="1808"/>
                  <a:pt x="1807" y="2304"/>
                  <a:pt x="1807" y="2918"/>
                </a:cubicBezTo>
                <a:cubicBezTo>
                  <a:pt x="1807" y="3526"/>
                  <a:pt x="2304" y="4029"/>
                  <a:pt x="2918" y="4029"/>
                </a:cubicBezTo>
                <a:cubicBezTo>
                  <a:pt x="3177" y="4029"/>
                  <a:pt x="3414" y="3940"/>
                  <a:pt x="3599" y="3792"/>
                </a:cubicBezTo>
                <a:lnTo>
                  <a:pt x="4207" y="4399"/>
                </a:lnTo>
                <a:cubicBezTo>
                  <a:pt x="4236" y="4429"/>
                  <a:pt x="4273" y="4444"/>
                  <a:pt x="4310" y="4444"/>
                </a:cubicBezTo>
                <a:cubicBezTo>
                  <a:pt x="4340" y="4444"/>
                  <a:pt x="4377" y="4429"/>
                  <a:pt x="4407" y="4399"/>
                </a:cubicBezTo>
                <a:cubicBezTo>
                  <a:pt x="4458" y="4348"/>
                  <a:pt x="4458" y="4259"/>
                  <a:pt x="4407" y="4207"/>
                </a:cubicBezTo>
                <a:lnTo>
                  <a:pt x="3799" y="3592"/>
                </a:lnTo>
                <a:cubicBezTo>
                  <a:pt x="3940" y="3407"/>
                  <a:pt x="4029" y="3170"/>
                  <a:pt x="4029" y="2918"/>
                </a:cubicBezTo>
                <a:cubicBezTo>
                  <a:pt x="4029" y="2304"/>
                  <a:pt x="3533" y="1808"/>
                  <a:pt x="2918" y="1808"/>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77"/>
          <p:cNvSpPr/>
          <p:nvPr/>
        </p:nvSpPr>
        <p:spPr>
          <a:xfrm>
            <a:off x="7296875" y="2266400"/>
            <a:ext cx="334950" cy="333300"/>
          </a:xfrm>
          <a:custGeom>
            <a:rect b="b" l="l" r="r" t="t"/>
            <a:pathLst>
              <a:path extrusionOk="0" h="4444" w="4466">
                <a:moveTo>
                  <a:pt x="2236" y="904"/>
                </a:moveTo>
                <a:lnTo>
                  <a:pt x="2436" y="1311"/>
                </a:lnTo>
                <a:cubicBezTo>
                  <a:pt x="2459" y="1356"/>
                  <a:pt x="2510" y="1386"/>
                  <a:pt x="2562" y="1386"/>
                </a:cubicBezTo>
                <a:lnTo>
                  <a:pt x="2881" y="1386"/>
                </a:lnTo>
                <a:lnTo>
                  <a:pt x="2577" y="1689"/>
                </a:lnTo>
                <a:cubicBezTo>
                  <a:pt x="2533" y="1734"/>
                  <a:pt x="2525" y="1793"/>
                  <a:pt x="2547" y="1845"/>
                </a:cubicBezTo>
                <a:lnTo>
                  <a:pt x="2710" y="2222"/>
                </a:lnTo>
                <a:lnTo>
                  <a:pt x="2303" y="1993"/>
                </a:lnTo>
                <a:cubicBezTo>
                  <a:pt x="2281" y="1982"/>
                  <a:pt x="2257" y="1976"/>
                  <a:pt x="2233" y="1976"/>
                </a:cubicBezTo>
                <a:cubicBezTo>
                  <a:pt x="2209" y="1976"/>
                  <a:pt x="2185" y="1982"/>
                  <a:pt x="2162" y="1993"/>
                </a:cubicBezTo>
                <a:lnTo>
                  <a:pt x="1755" y="2222"/>
                </a:lnTo>
                <a:lnTo>
                  <a:pt x="1918" y="1845"/>
                </a:lnTo>
                <a:cubicBezTo>
                  <a:pt x="1940" y="1793"/>
                  <a:pt x="1933" y="1734"/>
                  <a:pt x="1888" y="1689"/>
                </a:cubicBezTo>
                <a:lnTo>
                  <a:pt x="1585" y="1386"/>
                </a:lnTo>
                <a:lnTo>
                  <a:pt x="1903" y="1386"/>
                </a:lnTo>
                <a:cubicBezTo>
                  <a:pt x="1955" y="1386"/>
                  <a:pt x="2007" y="1356"/>
                  <a:pt x="2029" y="1311"/>
                </a:cubicBezTo>
                <a:lnTo>
                  <a:pt x="2236" y="904"/>
                </a:lnTo>
                <a:close/>
                <a:moveTo>
                  <a:pt x="2230" y="597"/>
                </a:moveTo>
                <a:cubicBezTo>
                  <a:pt x="2185" y="597"/>
                  <a:pt x="2140" y="608"/>
                  <a:pt x="2103" y="630"/>
                </a:cubicBezTo>
                <a:cubicBezTo>
                  <a:pt x="2066" y="652"/>
                  <a:pt x="2037" y="689"/>
                  <a:pt x="2014" y="734"/>
                </a:cubicBezTo>
                <a:lnTo>
                  <a:pt x="1822" y="1112"/>
                </a:lnTo>
                <a:lnTo>
                  <a:pt x="1511" y="1112"/>
                </a:lnTo>
                <a:cubicBezTo>
                  <a:pt x="1466" y="1112"/>
                  <a:pt x="1415" y="1126"/>
                  <a:pt x="1370" y="1149"/>
                </a:cubicBezTo>
                <a:cubicBezTo>
                  <a:pt x="1333" y="1178"/>
                  <a:pt x="1296" y="1215"/>
                  <a:pt x="1281" y="1260"/>
                </a:cubicBezTo>
                <a:cubicBezTo>
                  <a:pt x="1259" y="1311"/>
                  <a:pt x="1259" y="1363"/>
                  <a:pt x="1266" y="1400"/>
                </a:cubicBezTo>
                <a:cubicBezTo>
                  <a:pt x="1274" y="1452"/>
                  <a:pt x="1303" y="1497"/>
                  <a:pt x="1333" y="1534"/>
                </a:cubicBezTo>
                <a:lnTo>
                  <a:pt x="1629" y="1822"/>
                </a:lnTo>
                <a:lnTo>
                  <a:pt x="1466" y="2193"/>
                </a:lnTo>
                <a:cubicBezTo>
                  <a:pt x="1444" y="2244"/>
                  <a:pt x="1444" y="2296"/>
                  <a:pt x="1452" y="2348"/>
                </a:cubicBezTo>
                <a:cubicBezTo>
                  <a:pt x="1466" y="2400"/>
                  <a:pt x="1496" y="2444"/>
                  <a:pt x="1533" y="2481"/>
                </a:cubicBezTo>
                <a:cubicBezTo>
                  <a:pt x="1570" y="2511"/>
                  <a:pt x="1622" y="2533"/>
                  <a:pt x="1674" y="2541"/>
                </a:cubicBezTo>
                <a:cubicBezTo>
                  <a:pt x="1683" y="2542"/>
                  <a:pt x="1692" y="2543"/>
                  <a:pt x="1701" y="2543"/>
                </a:cubicBezTo>
                <a:cubicBezTo>
                  <a:pt x="1744" y="2543"/>
                  <a:pt x="1785" y="2529"/>
                  <a:pt x="1822" y="2511"/>
                </a:cubicBezTo>
                <a:lnTo>
                  <a:pt x="2236" y="2274"/>
                </a:lnTo>
                <a:lnTo>
                  <a:pt x="2651" y="2504"/>
                </a:lnTo>
                <a:cubicBezTo>
                  <a:pt x="2688" y="2526"/>
                  <a:pt x="2733" y="2541"/>
                  <a:pt x="2777" y="2541"/>
                </a:cubicBezTo>
                <a:lnTo>
                  <a:pt x="2799" y="2541"/>
                </a:lnTo>
                <a:cubicBezTo>
                  <a:pt x="2851" y="2533"/>
                  <a:pt x="2896" y="2511"/>
                  <a:pt x="2933" y="2481"/>
                </a:cubicBezTo>
                <a:cubicBezTo>
                  <a:pt x="2977" y="2444"/>
                  <a:pt x="2999" y="2400"/>
                  <a:pt x="3014" y="2348"/>
                </a:cubicBezTo>
                <a:cubicBezTo>
                  <a:pt x="3029" y="2296"/>
                  <a:pt x="3021" y="2244"/>
                  <a:pt x="2999" y="2193"/>
                </a:cubicBezTo>
                <a:lnTo>
                  <a:pt x="2836" y="1822"/>
                </a:lnTo>
                <a:lnTo>
                  <a:pt x="3132" y="1534"/>
                </a:lnTo>
                <a:cubicBezTo>
                  <a:pt x="3170" y="1497"/>
                  <a:pt x="3192" y="1460"/>
                  <a:pt x="3199" y="1408"/>
                </a:cubicBezTo>
                <a:cubicBezTo>
                  <a:pt x="3214" y="1356"/>
                  <a:pt x="3207" y="1311"/>
                  <a:pt x="3184" y="1267"/>
                </a:cubicBezTo>
                <a:cubicBezTo>
                  <a:pt x="3170" y="1215"/>
                  <a:pt x="3132" y="1178"/>
                  <a:pt x="3095" y="1149"/>
                </a:cubicBezTo>
                <a:cubicBezTo>
                  <a:pt x="3051" y="1126"/>
                  <a:pt x="2999" y="1112"/>
                  <a:pt x="2955" y="1112"/>
                </a:cubicBezTo>
                <a:lnTo>
                  <a:pt x="2644" y="1112"/>
                </a:lnTo>
                <a:lnTo>
                  <a:pt x="2459" y="734"/>
                </a:lnTo>
                <a:cubicBezTo>
                  <a:pt x="2436" y="689"/>
                  <a:pt x="2407" y="660"/>
                  <a:pt x="2362" y="630"/>
                </a:cubicBezTo>
                <a:cubicBezTo>
                  <a:pt x="2322" y="608"/>
                  <a:pt x="2275" y="597"/>
                  <a:pt x="2230" y="597"/>
                </a:cubicBezTo>
                <a:close/>
                <a:moveTo>
                  <a:pt x="2236" y="275"/>
                </a:moveTo>
                <a:cubicBezTo>
                  <a:pt x="2599" y="275"/>
                  <a:pt x="2955" y="423"/>
                  <a:pt x="3214" y="682"/>
                </a:cubicBezTo>
                <a:cubicBezTo>
                  <a:pt x="3473" y="941"/>
                  <a:pt x="3621" y="1297"/>
                  <a:pt x="3621" y="1667"/>
                </a:cubicBezTo>
                <a:cubicBezTo>
                  <a:pt x="3621" y="2037"/>
                  <a:pt x="3481" y="2385"/>
                  <a:pt x="3214" y="2644"/>
                </a:cubicBezTo>
                <a:cubicBezTo>
                  <a:pt x="2955" y="2904"/>
                  <a:pt x="2599" y="3052"/>
                  <a:pt x="2236" y="3052"/>
                </a:cubicBezTo>
                <a:cubicBezTo>
                  <a:pt x="1866" y="3052"/>
                  <a:pt x="1511" y="2904"/>
                  <a:pt x="1252" y="2644"/>
                </a:cubicBezTo>
                <a:cubicBezTo>
                  <a:pt x="992" y="2385"/>
                  <a:pt x="844" y="2037"/>
                  <a:pt x="844" y="1667"/>
                </a:cubicBezTo>
                <a:cubicBezTo>
                  <a:pt x="844" y="1289"/>
                  <a:pt x="992" y="941"/>
                  <a:pt x="1252" y="682"/>
                </a:cubicBezTo>
                <a:cubicBezTo>
                  <a:pt x="1511" y="423"/>
                  <a:pt x="1866" y="275"/>
                  <a:pt x="2236" y="275"/>
                </a:cubicBezTo>
                <a:close/>
                <a:moveTo>
                  <a:pt x="889" y="2644"/>
                </a:moveTo>
                <a:cubicBezTo>
                  <a:pt x="941" y="2718"/>
                  <a:pt x="992" y="2785"/>
                  <a:pt x="1052" y="2844"/>
                </a:cubicBezTo>
                <a:cubicBezTo>
                  <a:pt x="1222" y="3007"/>
                  <a:pt x="1422" y="3133"/>
                  <a:pt x="1644" y="3222"/>
                </a:cubicBezTo>
                <a:lnTo>
                  <a:pt x="1163" y="3977"/>
                </a:lnTo>
                <a:lnTo>
                  <a:pt x="1163" y="3985"/>
                </a:lnTo>
                <a:lnTo>
                  <a:pt x="978" y="3429"/>
                </a:lnTo>
                <a:cubicBezTo>
                  <a:pt x="963" y="3377"/>
                  <a:pt x="918" y="3348"/>
                  <a:pt x="874" y="3333"/>
                </a:cubicBezTo>
                <a:lnTo>
                  <a:pt x="407" y="3244"/>
                </a:lnTo>
                <a:lnTo>
                  <a:pt x="889" y="2644"/>
                </a:lnTo>
                <a:close/>
                <a:moveTo>
                  <a:pt x="3577" y="2644"/>
                </a:moveTo>
                <a:lnTo>
                  <a:pt x="4058" y="3244"/>
                </a:lnTo>
                <a:lnTo>
                  <a:pt x="3592" y="3333"/>
                </a:lnTo>
                <a:cubicBezTo>
                  <a:pt x="3547" y="3348"/>
                  <a:pt x="3503" y="3377"/>
                  <a:pt x="3488" y="3429"/>
                </a:cubicBezTo>
                <a:lnTo>
                  <a:pt x="3303" y="3985"/>
                </a:lnTo>
                <a:lnTo>
                  <a:pt x="2821" y="3222"/>
                </a:lnTo>
                <a:cubicBezTo>
                  <a:pt x="3044" y="3141"/>
                  <a:pt x="3244" y="3007"/>
                  <a:pt x="3406" y="2844"/>
                </a:cubicBezTo>
                <a:cubicBezTo>
                  <a:pt x="3473" y="2785"/>
                  <a:pt x="3525" y="2718"/>
                  <a:pt x="3577" y="2644"/>
                </a:cubicBezTo>
                <a:close/>
                <a:moveTo>
                  <a:pt x="2236" y="1"/>
                </a:moveTo>
                <a:cubicBezTo>
                  <a:pt x="1792" y="1"/>
                  <a:pt x="1363" y="178"/>
                  <a:pt x="1052" y="489"/>
                </a:cubicBezTo>
                <a:cubicBezTo>
                  <a:pt x="741" y="800"/>
                  <a:pt x="570" y="1223"/>
                  <a:pt x="570" y="1667"/>
                </a:cubicBezTo>
                <a:cubicBezTo>
                  <a:pt x="570" y="1926"/>
                  <a:pt x="630" y="2170"/>
                  <a:pt x="733" y="2393"/>
                </a:cubicBezTo>
                <a:lnTo>
                  <a:pt x="45" y="3244"/>
                </a:lnTo>
                <a:cubicBezTo>
                  <a:pt x="15" y="3281"/>
                  <a:pt x="0" y="3333"/>
                  <a:pt x="22" y="3377"/>
                </a:cubicBezTo>
                <a:cubicBezTo>
                  <a:pt x="37" y="3422"/>
                  <a:pt x="74" y="3459"/>
                  <a:pt x="126" y="3466"/>
                </a:cubicBezTo>
                <a:lnTo>
                  <a:pt x="741" y="3592"/>
                </a:lnTo>
                <a:lnTo>
                  <a:pt x="992" y="4348"/>
                </a:lnTo>
                <a:cubicBezTo>
                  <a:pt x="1007" y="4399"/>
                  <a:pt x="1052" y="4436"/>
                  <a:pt x="1104" y="4444"/>
                </a:cubicBezTo>
                <a:lnTo>
                  <a:pt x="1126" y="4444"/>
                </a:lnTo>
                <a:cubicBezTo>
                  <a:pt x="1170" y="4444"/>
                  <a:pt x="1215" y="4414"/>
                  <a:pt x="1237" y="4377"/>
                </a:cubicBezTo>
                <a:lnTo>
                  <a:pt x="1918" y="3303"/>
                </a:lnTo>
                <a:cubicBezTo>
                  <a:pt x="2022" y="3318"/>
                  <a:pt x="2125" y="3333"/>
                  <a:pt x="2236" y="3333"/>
                </a:cubicBezTo>
                <a:cubicBezTo>
                  <a:pt x="2340" y="3333"/>
                  <a:pt x="2444" y="3318"/>
                  <a:pt x="2547" y="3303"/>
                </a:cubicBezTo>
                <a:lnTo>
                  <a:pt x="3229" y="4377"/>
                </a:lnTo>
                <a:cubicBezTo>
                  <a:pt x="3251" y="4422"/>
                  <a:pt x="3295" y="4444"/>
                  <a:pt x="3347" y="4444"/>
                </a:cubicBezTo>
                <a:lnTo>
                  <a:pt x="3362" y="4444"/>
                </a:lnTo>
                <a:cubicBezTo>
                  <a:pt x="3414" y="4436"/>
                  <a:pt x="3458" y="4399"/>
                  <a:pt x="3473" y="4348"/>
                </a:cubicBezTo>
                <a:lnTo>
                  <a:pt x="3725" y="3592"/>
                </a:lnTo>
                <a:lnTo>
                  <a:pt x="4340" y="3466"/>
                </a:lnTo>
                <a:cubicBezTo>
                  <a:pt x="4391" y="3459"/>
                  <a:pt x="4428" y="3422"/>
                  <a:pt x="4443" y="3377"/>
                </a:cubicBezTo>
                <a:cubicBezTo>
                  <a:pt x="4465" y="3333"/>
                  <a:pt x="4451" y="3281"/>
                  <a:pt x="4421" y="3244"/>
                </a:cubicBezTo>
                <a:lnTo>
                  <a:pt x="3732" y="2393"/>
                </a:lnTo>
                <a:cubicBezTo>
                  <a:pt x="3836" y="2170"/>
                  <a:pt x="3903" y="1919"/>
                  <a:pt x="3903" y="1667"/>
                </a:cubicBezTo>
                <a:cubicBezTo>
                  <a:pt x="3903" y="1223"/>
                  <a:pt x="3725" y="800"/>
                  <a:pt x="3414" y="489"/>
                </a:cubicBezTo>
                <a:cubicBezTo>
                  <a:pt x="3103" y="178"/>
                  <a:pt x="2673" y="1"/>
                  <a:pt x="2236"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77"/>
          <p:cNvSpPr/>
          <p:nvPr/>
        </p:nvSpPr>
        <p:spPr>
          <a:xfrm>
            <a:off x="7297925" y="2780825"/>
            <a:ext cx="333300" cy="333300"/>
          </a:xfrm>
          <a:custGeom>
            <a:rect b="b" l="l" r="r" t="t"/>
            <a:pathLst>
              <a:path extrusionOk="0" h="4444" w="4444">
                <a:moveTo>
                  <a:pt x="2222" y="985"/>
                </a:moveTo>
                <a:lnTo>
                  <a:pt x="3126" y="1385"/>
                </a:lnTo>
                <a:lnTo>
                  <a:pt x="2222" y="1792"/>
                </a:lnTo>
                <a:lnTo>
                  <a:pt x="1312" y="1385"/>
                </a:lnTo>
                <a:lnTo>
                  <a:pt x="2222" y="985"/>
                </a:lnTo>
                <a:close/>
                <a:moveTo>
                  <a:pt x="2778" y="1844"/>
                </a:moveTo>
                <a:lnTo>
                  <a:pt x="2778" y="2296"/>
                </a:lnTo>
                <a:cubicBezTo>
                  <a:pt x="2615" y="2422"/>
                  <a:pt x="2422" y="2496"/>
                  <a:pt x="2222" y="2496"/>
                </a:cubicBezTo>
                <a:cubicBezTo>
                  <a:pt x="2015" y="2496"/>
                  <a:pt x="1823" y="2422"/>
                  <a:pt x="1667" y="2296"/>
                </a:cubicBezTo>
                <a:lnTo>
                  <a:pt x="1667" y="1844"/>
                </a:lnTo>
                <a:lnTo>
                  <a:pt x="2163" y="2066"/>
                </a:lnTo>
                <a:cubicBezTo>
                  <a:pt x="2178" y="2074"/>
                  <a:pt x="2200" y="2081"/>
                  <a:pt x="2222" y="2081"/>
                </a:cubicBezTo>
                <a:cubicBezTo>
                  <a:pt x="2237" y="2081"/>
                  <a:pt x="2260" y="2074"/>
                  <a:pt x="2274" y="2066"/>
                </a:cubicBezTo>
                <a:lnTo>
                  <a:pt x="2778" y="1844"/>
                </a:lnTo>
                <a:close/>
                <a:moveTo>
                  <a:pt x="2219" y="693"/>
                </a:moveTo>
                <a:cubicBezTo>
                  <a:pt x="2200" y="693"/>
                  <a:pt x="2182" y="696"/>
                  <a:pt x="2163" y="704"/>
                </a:cubicBezTo>
                <a:lnTo>
                  <a:pt x="912" y="1259"/>
                </a:lnTo>
                <a:cubicBezTo>
                  <a:pt x="860" y="1281"/>
                  <a:pt x="830" y="1333"/>
                  <a:pt x="830" y="1385"/>
                </a:cubicBezTo>
                <a:cubicBezTo>
                  <a:pt x="830" y="1444"/>
                  <a:pt x="860" y="1489"/>
                  <a:pt x="912" y="1511"/>
                </a:cubicBezTo>
                <a:lnTo>
                  <a:pt x="1386" y="1726"/>
                </a:lnTo>
                <a:lnTo>
                  <a:pt x="1386" y="2355"/>
                </a:lnTo>
                <a:cubicBezTo>
                  <a:pt x="1386" y="2400"/>
                  <a:pt x="1401" y="2437"/>
                  <a:pt x="1430" y="2459"/>
                </a:cubicBezTo>
                <a:cubicBezTo>
                  <a:pt x="1645" y="2659"/>
                  <a:pt x="1926" y="2770"/>
                  <a:pt x="2222" y="2777"/>
                </a:cubicBezTo>
                <a:cubicBezTo>
                  <a:pt x="2511" y="2770"/>
                  <a:pt x="2793" y="2659"/>
                  <a:pt x="3007" y="2459"/>
                </a:cubicBezTo>
                <a:cubicBezTo>
                  <a:pt x="3037" y="2437"/>
                  <a:pt x="3052" y="2400"/>
                  <a:pt x="3052" y="2363"/>
                </a:cubicBezTo>
                <a:lnTo>
                  <a:pt x="3052" y="1726"/>
                </a:lnTo>
                <a:lnTo>
                  <a:pt x="3333" y="1600"/>
                </a:lnTo>
                <a:lnTo>
                  <a:pt x="3333" y="1807"/>
                </a:lnTo>
                <a:cubicBezTo>
                  <a:pt x="3333" y="1881"/>
                  <a:pt x="3392" y="1940"/>
                  <a:pt x="3467" y="1940"/>
                </a:cubicBezTo>
                <a:cubicBezTo>
                  <a:pt x="3548" y="1940"/>
                  <a:pt x="3607" y="1881"/>
                  <a:pt x="3607" y="1807"/>
                </a:cubicBezTo>
                <a:lnTo>
                  <a:pt x="3607" y="1385"/>
                </a:lnTo>
                <a:cubicBezTo>
                  <a:pt x="3607" y="1378"/>
                  <a:pt x="3607" y="1363"/>
                  <a:pt x="3600" y="1348"/>
                </a:cubicBezTo>
                <a:cubicBezTo>
                  <a:pt x="3600" y="1348"/>
                  <a:pt x="3600" y="1348"/>
                  <a:pt x="3600" y="1341"/>
                </a:cubicBezTo>
                <a:cubicBezTo>
                  <a:pt x="3592" y="1333"/>
                  <a:pt x="3592" y="1326"/>
                  <a:pt x="3585" y="1311"/>
                </a:cubicBezTo>
                <a:cubicBezTo>
                  <a:pt x="3578" y="1304"/>
                  <a:pt x="3570" y="1289"/>
                  <a:pt x="3563" y="1281"/>
                </a:cubicBezTo>
                <a:lnTo>
                  <a:pt x="3555" y="1281"/>
                </a:lnTo>
                <a:cubicBezTo>
                  <a:pt x="3548" y="1274"/>
                  <a:pt x="3541" y="1267"/>
                  <a:pt x="3526" y="1259"/>
                </a:cubicBezTo>
                <a:lnTo>
                  <a:pt x="2274" y="704"/>
                </a:lnTo>
                <a:cubicBezTo>
                  <a:pt x="2256" y="696"/>
                  <a:pt x="2237" y="693"/>
                  <a:pt x="2219" y="693"/>
                </a:cubicBezTo>
                <a:close/>
                <a:moveTo>
                  <a:pt x="4022" y="274"/>
                </a:moveTo>
                <a:cubicBezTo>
                  <a:pt x="4103" y="274"/>
                  <a:pt x="4163" y="341"/>
                  <a:pt x="4163" y="415"/>
                </a:cubicBezTo>
                <a:lnTo>
                  <a:pt x="4163" y="3192"/>
                </a:lnTo>
                <a:cubicBezTo>
                  <a:pt x="4163" y="3266"/>
                  <a:pt x="4103" y="3333"/>
                  <a:pt x="4022" y="3333"/>
                </a:cubicBezTo>
                <a:lnTo>
                  <a:pt x="416" y="3333"/>
                </a:lnTo>
                <a:cubicBezTo>
                  <a:pt x="334" y="3333"/>
                  <a:pt x="275" y="3266"/>
                  <a:pt x="275" y="3192"/>
                </a:cubicBezTo>
                <a:lnTo>
                  <a:pt x="275" y="415"/>
                </a:lnTo>
                <a:cubicBezTo>
                  <a:pt x="275" y="341"/>
                  <a:pt x="334" y="274"/>
                  <a:pt x="416" y="274"/>
                </a:cubicBezTo>
                <a:close/>
                <a:moveTo>
                  <a:pt x="2659" y="3607"/>
                </a:moveTo>
                <a:lnTo>
                  <a:pt x="2748" y="4162"/>
                </a:lnTo>
                <a:lnTo>
                  <a:pt x="1689" y="4162"/>
                </a:lnTo>
                <a:lnTo>
                  <a:pt x="1778" y="3607"/>
                </a:lnTo>
                <a:close/>
                <a:moveTo>
                  <a:pt x="416" y="0"/>
                </a:moveTo>
                <a:cubicBezTo>
                  <a:pt x="186" y="0"/>
                  <a:pt x="1" y="185"/>
                  <a:pt x="1" y="415"/>
                </a:cubicBezTo>
                <a:lnTo>
                  <a:pt x="1" y="3192"/>
                </a:lnTo>
                <a:cubicBezTo>
                  <a:pt x="1" y="3421"/>
                  <a:pt x="186" y="3607"/>
                  <a:pt x="416" y="3607"/>
                </a:cubicBezTo>
                <a:lnTo>
                  <a:pt x="1497" y="3607"/>
                </a:lnTo>
                <a:lnTo>
                  <a:pt x="1408" y="4162"/>
                </a:lnTo>
                <a:lnTo>
                  <a:pt x="1112" y="4162"/>
                </a:lnTo>
                <a:cubicBezTo>
                  <a:pt x="1030" y="4162"/>
                  <a:pt x="971" y="4229"/>
                  <a:pt x="971" y="4303"/>
                </a:cubicBezTo>
                <a:cubicBezTo>
                  <a:pt x="971" y="4377"/>
                  <a:pt x="1030" y="4443"/>
                  <a:pt x="1112" y="4443"/>
                </a:cubicBezTo>
                <a:lnTo>
                  <a:pt x="3333" y="4443"/>
                </a:lnTo>
                <a:cubicBezTo>
                  <a:pt x="3407" y="4443"/>
                  <a:pt x="3467" y="4377"/>
                  <a:pt x="3467" y="4303"/>
                </a:cubicBezTo>
                <a:cubicBezTo>
                  <a:pt x="3467" y="4229"/>
                  <a:pt x="3407" y="4162"/>
                  <a:pt x="3333" y="4162"/>
                </a:cubicBezTo>
                <a:lnTo>
                  <a:pt x="3030" y="4162"/>
                </a:lnTo>
                <a:lnTo>
                  <a:pt x="2941" y="3607"/>
                </a:lnTo>
                <a:lnTo>
                  <a:pt x="4022" y="3607"/>
                </a:lnTo>
                <a:cubicBezTo>
                  <a:pt x="4251" y="3607"/>
                  <a:pt x="4444" y="3421"/>
                  <a:pt x="4444" y="3192"/>
                </a:cubicBezTo>
                <a:lnTo>
                  <a:pt x="4444" y="415"/>
                </a:lnTo>
                <a:cubicBezTo>
                  <a:pt x="4444" y="185"/>
                  <a:pt x="4251" y="0"/>
                  <a:pt x="4022"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77"/>
          <p:cNvSpPr/>
          <p:nvPr/>
        </p:nvSpPr>
        <p:spPr>
          <a:xfrm>
            <a:off x="7297400" y="3295175"/>
            <a:ext cx="334425" cy="333300"/>
          </a:xfrm>
          <a:custGeom>
            <a:rect b="b" l="l" r="r" t="t"/>
            <a:pathLst>
              <a:path extrusionOk="0" h="4444" w="4459">
                <a:moveTo>
                  <a:pt x="1541" y="416"/>
                </a:moveTo>
                <a:cubicBezTo>
                  <a:pt x="1467" y="416"/>
                  <a:pt x="1400" y="475"/>
                  <a:pt x="1400" y="556"/>
                </a:cubicBezTo>
                <a:cubicBezTo>
                  <a:pt x="1400" y="630"/>
                  <a:pt x="1467" y="697"/>
                  <a:pt x="1541" y="697"/>
                </a:cubicBezTo>
                <a:lnTo>
                  <a:pt x="4318" y="697"/>
                </a:lnTo>
                <a:cubicBezTo>
                  <a:pt x="4399" y="697"/>
                  <a:pt x="4458" y="630"/>
                  <a:pt x="4458" y="556"/>
                </a:cubicBezTo>
                <a:cubicBezTo>
                  <a:pt x="4458" y="475"/>
                  <a:pt x="4399" y="416"/>
                  <a:pt x="4318" y="416"/>
                </a:cubicBezTo>
                <a:close/>
                <a:moveTo>
                  <a:pt x="156" y="1"/>
                </a:moveTo>
                <a:cubicBezTo>
                  <a:pt x="75" y="1"/>
                  <a:pt x="15" y="60"/>
                  <a:pt x="15" y="134"/>
                </a:cubicBezTo>
                <a:cubicBezTo>
                  <a:pt x="15" y="216"/>
                  <a:pt x="75" y="275"/>
                  <a:pt x="156" y="275"/>
                </a:cubicBezTo>
                <a:lnTo>
                  <a:pt x="289" y="275"/>
                </a:lnTo>
                <a:lnTo>
                  <a:pt x="289" y="1112"/>
                </a:lnTo>
                <a:lnTo>
                  <a:pt x="156" y="1112"/>
                </a:lnTo>
                <a:cubicBezTo>
                  <a:pt x="75" y="1112"/>
                  <a:pt x="15" y="1171"/>
                  <a:pt x="15" y="1245"/>
                </a:cubicBezTo>
                <a:cubicBezTo>
                  <a:pt x="15" y="1326"/>
                  <a:pt x="75" y="1386"/>
                  <a:pt x="156" y="1386"/>
                </a:cubicBezTo>
                <a:lnTo>
                  <a:pt x="711" y="1386"/>
                </a:lnTo>
                <a:cubicBezTo>
                  <a:pt x="785" y="1386"/>
                  <a:pt x="845" y="1326"/>
                  <a:pt x="845" y="1245"/>
                </a:cubicBezTo>
                <a:cubicBezTo>
                  <a:pt x="845" y="1171"/>
                  <a:pt x="785" y="1112"/>
                  <a:pt x="711" y="1112"/>
                </a:cubicBezTo>
                <a:lnTo>
                  <a:pt x="571" y="1112"/>
                </a:lnTo>
                <a:lnTo>
                  <a:pt x="571" y="275"/>
                </a:lnTo>
                <a:cubicBezTo>
                  <a:pt x="571" y="201"/>
                  <a:pt x="541" y="134"/>
                  <a:pt x="489" y="82"/>
                </a:cubicBezTo>
                <a:cubicBezTo>
                  <a:pt x="437" y="30"/>
                  <a:pt x="363" y="1"/>
                  <a:pt x="289" y="1"/>
                </a:cubicBezTo>
                <a:close/>
                <a:moveTo>
                  <a:pt x="1541" y="2082"/>
                </a:moveTo>
                <a:cubicBezTo>
                  <a:pt x="1467" y="2082"/>
                  <a:pt x="1400" y="2141"/>
                  <a:pt x="1400" y="2222"/>
                </a:cubicBezTo>
                <a:cubicBezTo>
                  <a:pt x="1400" y="2296"/>
                  <a:pt x="1467" y="2363"/>
                  <a:pt x="1541" y="2363"/>
                </a:cubicBezTo>
                <a:lnTo>
                  <a:pt x="4318" y="2363"/>
                </a:lnTo>
                <a:cubicBezTo>
                  <a:pt x="4399" y="2363"/>
                  <a:pt x="4458" y="2296"/>
                  <a:pt x="4458" y="2222"/>
                </a:cubicBezTo>
                <a:cubicBezTo>
                  <a:pt x="4458" y="2141"/>
                  <a:pt x="4399" y="2082"/>
                  <a:pt x="4318" y="2082"/>
                </a:cubicBezTo>
                <a:close/>
                <a:moveTo>
                  <a:pt x="430" y="1667"/>
                </a:moveTo>
                <a:cubicBezTo>
                  <a:pt x="319" y="1667"/>
                  <a:pt x="215" y="1711"/>
                  <a:pt x="141" y="1785"/>
                </a:cubicBezTo>
                <a:cubicBezTo>
                  <a:pt x="60" y="1867"/>
                  <a:pt x="15" y="1971"/>
                  <a:pt x="15" y="2082"/>
                </a:cubicBezTo>
                <a:cubicBezTo>
                  <a:pt x="15" y="2156"/>
                  <a:pt x="75" y="2222"/>
                  <a:pt x="156" y="2222"/>
                </a:cubicBezTo>
                <a:cubicBezTo>
                  <a:pt x="230" y="2222"/>
                  <a:pt x="289" y="2156"/>
                  <a:pt x="289" y="2082"/>
                </a:cubicBezTo>
                <a:cubicBezTo>
                  <a:pt x="289" y="2045"/>
                  <a:pt x="304" y="2008"/>
                  <a:pt x="334" y="1985"/>
                </a:cubicBezTo>
                <a:cubicBezTo>
                  <a:pt x="360" y="1959"/>
                  <a:pt x="395" y="1947"/>
                  <a:pt x="430" y="1947"/>
                </a:cubicBezTo>
                <a:cubicBezTo>
                  <a:pt x="465" y="1947"/>
                  <a:pt x="500" y="1959"/>
                  <a:pt x="526" y="1985"/>
                </a:cubicBezTo>
                <a:cubicBezTo>
                  <a:pt x="556" y="2008"/>
                  <a:pt x="571" y="2045"/>
                  <a:pt x="571" y="2082"/>
                </a:cubicBezTo>
                <a:cubicBezTo>
                  <a:pt x="571" y="2134"/>
                  <a:pt x="556" y="2185"/>
                  <a:pt x="526" y="2230"/>
                </a:cubicBezTo>
                <a:lnTo>
                  <a:pt x="75" y="2519"/>
                </a:lnTo>
                <a:cubicBezTo>
                  <a:pt x="23" y="2556"/>
                  <a:pt x="1" y="2615"/>
                  <a:pt x="23" y="2674"/>
                </a:cubicBezTo>
                <a:cubicBezTo>
                  <a:pt x="38" y="2733"/>
                  <a:pt x="89" y="2778"/>
                  <a:pt x="156" y="2778"/>
                </a:cubicBezTo>
                <a:lnTo>
                  <a:pt x="711" y="2778"/>
                </a:lnTo>
                <a:cubicBezTo>
                  <a:pt x="785" y="2778"/>
                  <a:pt x="845" y="2711"/>
                  <a:pt x="845" y="2637"/>
                </a:cubicBezTo>
                <a:cubicBezTo>
                  <a:pt x="845" y="2563"/>
                  <a:pt x="785" y="2496"/>
                  <a:pt x="711" y="2496"/>
                </a:cubicBezTo>
                <a:lnTo>
                  <a:pt x="615" y="2496"/>
                </a:lnTo>
                <a:lnTo>
                  <a:pt x="697" y="2445"/>
                </a:lnTo>
                <a:cubicBezTo>
                  <a:pt x="711" y="2437"/>
                  <a:pt x="719" y="2430"/>
                  <a:pt x="734" y="2415"/>
                </a:cubicBezTo>
                <a:cubicBezTo>
                  <a:pt x="808" y="2319"/>
                  <a:pt x="845" y="2200"/>
                  <a:pt x="845" y="2082"/>
                </a:cubicBezTo>
                <a:cubicBezTo>
                  <a:pt x="845" y="1971"/>
                  <a:pt x="800" y="1867"/>
                  <a:pt x="726" y="1785"/>
                </a:cubicBezTo>
                <a:cubicBezTo>
                  <a:pt x="652" y="1711"/>
                  <a:pt x="541" y="1667"/>
                  <a:pt x="430" y="1667"/>
                </a:cubicBezTo>
                <a:close/>
                <a:moveTo>
                  <a:pt x="1541" y="3748"/>
                </a:moveTo>
                <a:cubicBezTo>
                  <a:pt x="1467" y="3748"/>
                  <a:pt x="1400" y="3807"/>
                  <a:pt x="1400" y="3889"/>
                </a:cubicBezTo>
                <a:cubicBezTo>
                  <a:pt x="1400" y="3963"/>
                  <a:pt x="1467" y="4029"/>
                  <a:pt x="1541" y="4029"/>
                </a:cubicBezTo>
                <a:lnTo>
                  <a:pt x="4318" y="4029"/>
                </a:lnTo>
                <a:cubicBezTo>
                  <a:pt x="4399" y="4029"/>
                  <a:pt x="4458" y="3963"/>
                  <a:pt x="4458" y="3889"/>
                </a:cubicBezTo>
                <a:cubicBezTo>
                  <a:pt x="4458" y="3807"/>
                  <a:pt x="4399" y="3748"/>
                  <a:pt x="4318" y="3748"/>
                </a:cubicBezTo>
                <a:close/>
                <a:moveTo>
                  <a:pt x="425" y="3052"/>
                </a:moveTo>
                <a:cubicBezTo>
                  <a:pt x="399" y="3052"/>
                  <a:pt x="373" y="3054"/>
                  <a:pt x="349" y="3059"/>
                </a:cubicBezTo>
                <a:cubicBezTo>
                  <a:pt x="275" y="3074"/>
                  <a:pt x="200" y="3111"/>
                  <a:pt x="149" y="3163"/>
                </a:cubicBezTo>
                <a:cubicBezTo>
                  <a:pt x="89" y="3222"/>
                  <a:pt x="45" y="3289"/>
                  <a:pt x="30" y="3363"/>
                </a:cubicBezTo>
                <a:cubicBezTo>
                  <a:pt x="8" y="3437"/>
                  <a:pt x="52" y="3511"/>
                  <a:pt x="126" y="3533"/>
                </a:cubicBezTo>
                <a:cubicBezTo>
                  <a:pt x="138" y="3537"/>
                  <a:pt x="150" y="3538"/>
                  <a:pt x="162" y="3538"/>
                </a:cubicBezTo>
                <a:cubicBezTo>
                  <a:pt x="223" y="3538"/>
                  <a:pt x="278" y="3492"/>
                  <a:pt x="297" y="3429"/>
                </a:cubicBezTo>
                <a:cubicBezTo>
                  <a:pt x="304" y="3407"/>
                  <a:pt x="312" y="3385"/>
                  <a:pt x="334" y="3370"/>
                </a:cubicBezTo>
                <a:cubicBezTo>
                  <a:pt x="356" y="3348"/>
                  <a:pt x="378" y="3341"/>
                  <a:pt x="400" y="3333"/>
                </a:cubicBezTo>
                <a:cubicBezTo>
                  <a:pt x="409" y="3331"/>
                  <a:pt x="417" y="3330"/>
                  <a:pt x="425" y="3330"/>
                </a:cubicBezTo>
                <a:cubicBezTo>
                  <a:pt x="444" y="3330"/>
                  <a:pt x="461" y="3335"/>
                  <a:pt x="482" y="3341"/>
                </a:cubicBezTo>
                <a:cubicBezTo>
                  <a:pt x="504" y="3348"/>
                  <a:pt x="526" y="3363"/>
                  <a:pt x="541" y="3385"/>
                </a:cubicBezTo>
                <a:cubicBezTo>
                  <a:pt x="556" y="3407"/>
                  <a:pt x="563" y="3429"/>
                  <a:pt x="571" y="3452"/>
                </a:cubicBezTo>
                <a:cubicBezTo>
                  <a:pt x="571" y="3481"/>
                  <a:pt x="563" y="3511"/>
                  <a:pt x="556" y="3533"/>
                </a:cubicBezTo>
                <a:cubicBezTo>
                  <a:pt x="541" y="3555"/>
                  <a:pt x="526" y="3578"/>
                  <a:pt x="504" y="3585"/>
                </a:cubicBezTo>
                <a:cubicBezTo>
                  <a:pt x="482" y="3600"/>
                  <a:pt x="460" y="3607"/>
                  <a:pt x="430" y="3607"/>
                </a:cubicBezTo>
                <a:cubicBezTo>
                  <a:pt x="356" y="3607"/>
                  <a:pt x="289" y="3674"/>
                  <a:pt x="289" y="3748"/>
                </a:cubicBezTo>
                <a:cubicBezTo>
                  <a:pt x="289" y="3822"/>
                  <a:pt x="356" y="3889"/>
                  <a:pt x="430" y="3889"/>
                </a:cubicBezTo>
                <a:cubicBezTo>
                  <a:pt x="452" y="3889"/>
                  <a:pt x="482" y="3896"/>
                  <a:pt x="504" y="3911"/>
                </a:cubicBezTo>
                <a:cubicBezTo>
                  <a:pt x="526" y="3926"/>
                  <a:pt x="541" y="3940"/>
                  <a:pt x="556" y="3963"/>
                </a:cubicBezTo>
                <a:cubicBezTo>
                  <a:pt x="563" y="3985"/>
                  <a:pt x="571" y="4014"/>
                  <a:pt x="571" y="4037"/>
                </a:cubicBezTo>
                <a:cubicBezTo>
                  <a:pt x="563" y="4066"/>
                  <a:pt x="556" y="4088"/>
                  <a:pt x="541" y="4111"/>
                </a:cubicBezTo>
                <a:cubicBezTo>
                  <a:pt x="526" y="4133"/>
                  <a:pt x="504" y="4148"/>
                  <a:pt x="482" y="4155"/>
                </a:cubicBezTo>
                <a:cubicBezTo>
                  <a:pt x="461" y="4160"/>
                  <a:pt x="444" y="4166"/>
                  <a:pt x="428" y="4166"/>
                </a:cubicBezTo>
                <a:cubicBezTo>
                  <a:pt x="421" y="4166"/>
                  <a:pt x="414" y="4165"/>
                  <a:pt x="408" y="4163"/>
                </a:cubicBezTo>
                <a:cubicBezTo>
                  <a:pt x="378" y="4155"/>
                  <a:pt x="356" y="4148"/>
                  <a:pt x="334" y="4125"/>
                </a:cubicBezTo>
                <a:cubicBezTo>
                  <a:pt x="319" y="4111"/>
                  <a:pt x="304" y="4088"/>
                  <a:pt x="297" y="4059"/>
                </a:cubicBezTo>
                <a:cubicBezTo>
                  <a:pt x="278" y="3996"/>
                  <a:pt x="221" y="3959"/>
                  <a:pt x="159" y="3959"/>
                </a:cubicBezTo>
                <a:cubicBezTo>
                  <a:pt x="148" y="3959"/>
                  <a:pt x="137" y="3960"/>
                  <a:pt x="126" y="3963"/>
                </a:cubicBezTo>
                <a:cubicBezTo>
                  <a:pt x="52" y="3985"/>
                  <a:pt x="8" y="4059"/>
                  <a:pt x="30" y="4140"/>
                </a:cubicBezTo>
                <a:cubicBezTo>
                  <a:pt x="52" y="4214"/>
                  <a:pt x="89" y="4281"/>
                  <a:pt x="149" y="4333"/>
                </a:cubicBezTo>
                <a:cubicBezTo>
                  <a:pt x="200" y="4385"/>
                  <a:pt x="275" y="4422"/>
                  <a:pt x="356" y="4437"/>
                </a:cubicBezTo>
                <a:cubicBezTo>
                  <a:pt x="378" y="4437"/>
                  <a:pt x="408" y="4444"/>
                  <a:pt x="430" y="4444"/>
                </a:cubicBezTo>
                <a:cubicBezTo>
                  <a:pt x="482" y="4444"/>
                  <a:pt x="534" y="4429"/>
                  <a:pt x="578" y="4414"/>
                </a:cubicBezTo>
                <a:cubicBezTo>
                  <a:pt x="652" y="4385"/>
                  <a:pt x="711" y="4340"/>
                  <a:pt x="763" y="4281"/>
                </a:cubicBezTo>
                <a:cubicBezTo>
                  <a:pt x="808" y="4214"/>
                  <a:pt x="837" y="4140"/>
                  <a:pt x="845" y="4066"/>
                </a:cubicBezTo>
                <a:cubicBezTo>
                  <a:pt x="852" y="3992"/>
                  <a:pt x="837" y="3911"/>
                  <a:pt x="808" y="3844"/>
                </a:cubicBezTo>
                <a:cubicBezTo>
                  <a:pt x="785" y="3807"/>
                  <a:pt x="763" y="3777"/>
                  <a:pt x="741" y="3748"/>
                </a:cubicBezTo>
                <a:cubicBezTo>
                  <a:pt x="763" y="3718"/>
                  <a:pt x="785" y="3689"/>
                  <a:pt x="808" y="3652"/>
                </a:cubicBezTo>
                <a:cubicBezTo>
                  <a:pt x="837" y="3585"/>
                  <a:pt x="852" y="3511"/>
                  <a:pt x="845" y="3429"/>
                </a:cubicBezTo>
                <a:cubicBezTo>
                  <a:pt x="837" y="3348"/>
                  <a:pt x="808" y="3281"/>
                  <a:pt x="763" y="3215"/>
                </a:cubicBezTo>
                <a:cubicBezTo>
                  <a:pt x="711" y="3155"/>
                  <a:pt x="652" y="3111"/>
                  <a:pt x="578" y="3081"/>
                </a:cubicBezTo>
                <a:cubicBezTo>
                  <a:pt x="529" y="3062"/>
                  <a:pt x="476" y="3052"/>
                  <a:pt x="425" y="3052"/>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77"/>
          <p:cNvSpPr/>
          <p:nvPr/>
        </p:nvSpPr>
        <p:spPr>
          <a:xfrm>
            <a:off x="1506650" y="3820250"/>
            <a:ext cx="319425" cy="314850"/>
          </a:xfrm>
          <a:custGeom>
            <a:rect b="b" l="l" r="r" t="t"/>
            <a:pathLst>
              <a:path extrusionOk="0" h="4198" w="4259">
                <a:moveTo>
                  <a:pt x="2799" y="695"/>
                </a:moveTo>
                <a:cubicBezTo>
                  <a:pt x="2836" y="695"/>
                  <a:pt x="2873" y="710"/>
                  <a:pt x="2903" y="740"/>
                </a:cubicBezTo>
                <a:cubicBezTo>
                  <a:pt x="2925" y="769"/>
                  <a:pt x="2940" y="799"/>
                  <a:pt x="2940" y="843"/>
                </a:cubicBezTo>
                <a:cubicBezTo>
                  <a:pt x="2940" y="880"/>
                  <a:pt x="2925" y="910"/>
                  <a:pt x="2903" y="940"/>
                </a:cubicBezTo>
                <a:cubicBezTo>
                  <a:pt x="2877" y="965"/>
                  <a:pt x="2840" y="978"/>
                  <a:pt x="2803" y="978"/>
                </a:cubicBezTo>
                <a:cubicBezTo>
                  <a:pt x="2766" y="978"/>
                  <a:pt x="2729" y="965"/>
                  <a:pt x="2703" y="940"/>
                </a:cubicBezTo>
                <a:cubicBezTo>
                  <a:pt x="2673" y="917"/>
                  <a:pt x="2659" y="880"/>
                  <a:pt x="2659" y="843"/>
                </a:cubicBezTo>
                <a:cubicBezTo>
                  <a:pt x="2659" y="799"/>
                  <a:pt x="2673" y="769"/>
                  <a:pt x="2703" y="740"/>
                </a:cubicBezTo>
                <a:cubicBezTo>
                  <a:pt x="2725" y="710"/>
                  <a:pt x="2762" y="695"/>
                  <a:pt x="2799" y="695"/>
                </a:cubicBezTo>
                <a:close/>
                <a:moveTo>
                  <a:pt x="1215" y="1443"/>
                </a:moveTo>
                <a:cubicBezTo>
                  <a:pt x="1229" y="1443"/>
                  <a:pt x="1252" y="1450"/>
                  <a:pt x="1266" y="1458"/>
                </a:cubicBezTo>
                <a:cubicBezTo>
                  <a:pt x="1281" y="1465"/>
                  <a:pt x="1296" y="1473"/>
                  <a:pt x="1311" y="1488"/>
                </a:cubicBezTo>
                <a:cubicBezTo>
                  <a:pt x="1326" y="1502"/>
                  <a:pt x="1333" y="1517"/>
                  <a:pt x="1340" y="1532"/>
                </a:cubicBezTo>
                <a:cubicBezTo>
                  <a:pt x="1348" y="1547"/>
                  <a:pt x="1355" y="1569"/>
                  <a:pt x="1355" y="1591"/>
                </a:cubicBezTo>
                <a:cubicBezTo>
                  <a:pt x="1355" y="1606"/>
                  <a:pt x="1348" y="1628"/>
                  <a:pt x="1340" y="1643"/>
                </a:cubicBezTo>
                <a:cubicBezTo>
                  <a:pt x="1333" y="1658"/>
                  <a:pt x="1326" y="1673"/>
                  <a:pt x="1311" y="1687"/>
                </a:cubicBezTo>
                <a:cubicBezTo>
                  <a:pt x="1296" y="1702"/>
                  <a:pt x="1281" y="1710"/>
                  <a:pt x="1266" y="1717"/>
                </a:cubicBezTo>
                <a:cubicBezTo>
                  <a:pt x="1248" y="1724"/>
                  <a:pt x="1229" y="1728"/>
                  <a:pt x="1211" y="1728"/>
                </a:cubicBezTo>
                <a:cubicBezTo>
                  <a:pt x="1192" y="1728"/>
                  <a:pt x="1174" y="1724"/>
                  <a:pt x="1155" y="1717"/>
                </a:cubicBezTo>
                <a:cubicBezTo>
                  <a:pt x="1141" y="1710"/>
                  <a:pt x="1126" y="1702"/>
                  <a:pt x="1111" y="1687"/>
                </a:cubicBezTo>
                <a:cubicBezTo>
                  <a:pt x="1096" y="1673"/>
                  <a:pt x="1089" y="1658"/>
                  <a:pt x="1081" y="1643"/>
                </a:cubicBezTo>
                <a:cubicBezTo>
                  <a:pt x="1074" y="1628"/>
                  <a:pt x="1067" y="1606"/>
                  <a:pt x="1067" y="1591"/>
                </a:cubicBezTo>
                <a:cubicBezTo>
                  <a:pt x="1067" y="1569"/>
                  <a:pt x="1074" y="1554"/>
                  <a:pt x="1081" y="1532"/>
                </a:cubicBezTo>
                <a:cubicBezTo>
                  <a:pt x="1089" y="1517"/>
                  <a:pt x="1096" y="1502"/>
                  <a:pt x="1111" y="1488"/>
                </a:cubicBezTo>
                <a:cubicBezTo>
                  <a:pt x="1126" y="1473"/>
                  <a:pt x="1141" y="1465"/>
                  <a:pt x="1155" y="1458"/>
                </a:cubicBezTo>
                <a:cubicBezTo>
                  <a:pt x="1178" y="1450"/>
                  <a:pt x="1192" y="1443"/>
                  <a:pt x="1215" y="1443"/>
                </a:cubicBezTo>
                <a:close/>
                <a:moveTo>
                  <a:pt x="2148" y="2198"/>
                </a:moveTo>
                <a:cubicBezTo>
                  <a:pt x="2185" y="2198"/>
                  <a:pt x="2222" y="2206"/>
                  <a:pt x="2244" y="2235"/>
                </a:cubicBezTo>
                <a:cubicBezTo>
                  <a:pt x="2274" y="2265"/>
                  <a:pt x="2288" y="2302"/>
                  <a:pt x="2288" y="2339"/>
                </a:cubicBezTo>
                <a:cubicBezTo>
                  <a:pt x="2288" y="2376"/>
                  <a:pt x="2274" y="2413"/>
                  <a:pt x="2244" y="2435"/>
                </a:cubicBezTo>
                <a:cubicBezTo>
                  <a:pt x="2218" y="2461"/>
                  <a:pt x="2181" y="2474"/>
                  <a:pt x="2144" y="2474"/>
                </a:cubicBezTo>
                <a:cubicBezTo>
                  <a:pt x="2107" y="2474"/>
                  <a:pt x="2070" y="2461"/>
                  <a:pt x="2044" y="2435"/>
                </a:cubicBezTo>
                <a:cubicBezTo>
                  <a:pt x="2022" y="2413"/>
                  <a:pt x="2007" y="2376"/>
                  <a:pt x="2007" y="2339"/>
                </a:cubicBezTo>
                <a:cubicBezTo>
                  <a:pt x="2007" y="2302"/>
                  <a:pt x="2022" y="2265"/>
                  <a:pt x="2044" y="2235"/>
                </a:cubicBezTo>
                <a:cubicBezTo>
                  <a:pt x="2074" y="2213"/>
                  <a:pt x="2111" y="2198"/>
                  <a:pt x="2148" y="2198"/>
                </a:cubicBezTo>
                <a:close/>
                <a:moveTo>
                  <a:pt x="1891" y="279"/>
                </a:moveTo>
                <a:cubicBezTo>
                  <a:pt x="2086" y="279"/>
                  <a:pt x="2280" y="317"/>
                  <a:pt x="2466" y="392"/>
                </a:cubicBezTo>
                <a:cubicBezTo>
                  <a:pt x="2518" y="414"/>
                  <a:pt x="2570" y="436"/>
                  <a:pt x="2622" y="466"/>
                </a:cubicBezTo>
                <a:cubicBezTo>
                  <a:pt x="2577" y="488"/>
                  <a:pt x="2540" y="510"/>
                  <a:pt x="2503" y="547"/>
                </a:cubicBezTo>
                <a:cubicBezTo>
                  <a:pt x="2422" y="621"/>
                  <a:pt x="2377" y="732"/>
                  <a:pt x="2377" y="843"/>
                </a:cubicBezTo>
                <a:cubicBezTo>
                  <a:pt x="2377" y="954"/>
                  <a:pt x="2422" y="1058"/>
                  <a:pt x="2503" y="1139"/>
                </a:cubicBezTo>
                <a:cubicBezTo>
                  <a:pt x="2510" y="1139"/>
                  <a:pt x="2510" y="1139"/>
                  <a:pt x="2518" y="1147"/>
                </a:cubicBezTo>
                <a:lnTo>
                  <a:pt x="2177" y="1924"/>
                </a:lnTo>
                <a:cubicBezTo>
                  <a:pt x="2162" y="1924"/>
                  <a:pt x="2155" y="1917"/>
                  <a:pt x="2148" y="1917"/>
                </a:cubicBezTo>
                <a:cubicBezTo>
                  <a:pt x="2066" y="1917"/>
                  <a:pt x="1992" y="1939"/>
                  <a:pt x="1925" y="1984"/>
                </a:cubicBezTo>
                <a:lnTo>
                  <a:pt x="1607" y="1724"/>
                </a:lnTo>
                <a:cubicBezTo>
                  <a:pt x="1622" y="1680"/>
                  <a:pt x="1629" y="1636"/>
                  <a:pt x="1629" y="1591"/>
                </a:cubicBezTo>
                <a:cubicBezTo>
                  <a:pt x="1629" y="1532"/>
                  <a:pt x="1622" y="1480"/>
                  <a:pt x="1600" y="1428"/>
                </a:cubicBezTo>
                <a:cubicBezTo>
                  <a:pt x="1577" y="1376"/>
                  <a:pt x="1548" y="1332"/>
                  <a:pt x="1511" y="1295"/>
                </a:cubicBezTo>
                <a:cubicBezTo>
                  <a:pt x="1466" y="1251"/>
                  <a:pt x="1422" y="1221"/>
                  <a:pt x="1370" y="1206"/>
                </a:cubicBezTo>
                <a:cubicBezTo>
                  <a:pt x="1318" y="1184"/>
                  <a:pt x="1265" y="1173"/>
                  <a:pt x="1211" y="1173"/>
                </a:cubicBezTo>
                <a:cubicBezTo>
                  <a:pt x="1157" y="1173"/>
                  <a:pt x="1104" y="1184"/>
                  <a:pt x="1052" y="1206"/>
                </a:cubicBezTo>
                <a:cubicBezTo>
                  <a:pt x="1000" y="1221"/>
                  <a:pt x="955" y="1258"/>
                  <a:pt x="911" y="1295"/>
                </a:cubicBezTo>
                <a:cubicBezTo>
                  <a:pt x="874" y="1332"/>
                  <a:pt x="844" y="1376"/>
                  <a:pt x="822" y="1428"/>
                </a:cubicBezTo>
                <a:cubicBezTo>
                  <a:pt x="800" y="1480"/>
                  <a:pt x="793" y="1539"/>
                  <a:pt x="793" y="1591"/>
                </a:cubicBezTo>
                <a:cubicBezTo>
                  <a:pt x="793" y="1643"/>
                  <a:pt x="800" y="1702"/>
                  <a:pt x="822" y="1754"/>
                </a:cubicBezTo>
                <a:cubicBezTo>
                  <a:pt x="844" y="1799"/>
                  <a:pt x="874" y="1850"/>
                  <a:pt x="911" y="1887"/>
                </a:cubicBezTo>
                <a:cubicBezTo>
                  <a:pt x="955" y="1924"/>
                  <a:pt x="1000" y="1954"/>
                  <a:pt x="1052" y="1976"/>
                </a:cubicBezTo>
                <a:cubicBezTo>
                  <a:pt x="1104" y="1998"/>
                  <a:pt x="1155" y="2013"/>
                  <a:pt x="1207" y="2013"/>
                </a:cubicBezTo>
                <a:cubicBezTo>
                  <a:pt x="1266" y="2013"/>
                  <a:pt x="1318" y="1998"/>
                  <a:pt x="1370" y="1976"/>
                </a:cubicBezTo>
                <a:cubicBezTo>
                  <a:pt x="1392" y="1969"/>
                  <a:pt x="1415" y="1961"/>
                  <a:pt x="1429" y="1947"/>
                </a:cubicBezTo>
                <a:lnTo>
                  <a:pt x="1748" y="2198"/>
                </a:lnTo>
                <a:cubicBezTo>
                  <a:pt x="1733" y="2243"/>
                  <a:pt x="1726" y="2295"/>
                  <a:pt x="1726" y="2339"/>
                </a:cubicBezTo>
                <a:cubicBezTo>
                  <a:pt x="1726" y="2450"/>
                  <a:pt x="1770" y="2554"/>
                  <a:pt x="1851" y="2635"/>
                </a:cubicBezTo>
                <a:cubicBezTo>
                  <a:pt x="1925" y="2717"/>
                  <a:pt x="2037" y="2761"/>
                  <a:pt x="2148" y="2761"/>
                </a:cubicBezTo>
                <a:cubicBezTo>
                  <a:pt x="2259" y="2761"/>
                  <a:pt x="2362" y="2717"/>
                  <a:pt x="2444" y="2635"/>
                </a:cubicBezTo>
                <a:cubicBezTo>
                  <a:pt x="2518" y="2554"/>
                  <a:pt x="2562" y="2450"/>
                  <a:pt x="2562" y="2339"/>
                </a:cubicBezTo>
                <a:cubicBezTo>
                  <a:pt x="2562" y="2228"/>
                  <a:pt x="2525" y="2124"/>
                  <a:pt x="2444" y="2043"/>
                </a:cubicBezTo>
                <a:cubicBezTo>
                  <a:pt x="2436" y="2043"/>
                  <a:pt x="2436" y="2035"/>
                  <a:pt x="2429" y="2035"/>
                </a:cubicBezTo>
                <a:lnTo>
                  <a:pt x="2770" y="1258"/>
                </a:lnTo>
                <a:cubicBezTo>
                  <a:pt x="2777" y="1258"/>
                  <a:pt x="2792" y="1265"/>
                  <a:pt x="2799" y="1265"/>
                </a:cubicBezTo>
                <a:cubicBezTo>
                  <a:pt x="2910" y="1265"/>
                  <a:pt x="3021" y="1221"/>
                  <a:pt x="3095" y="1139"/>
                </a:cubicBezTo>
                <a:cubicBezTo>
                  <a:pt x="3140" y="1095"/>
                  <a:pt x="3170" y="1051"/>
                  <a:pt x="3192" y="999"/>
                </a:cubicBezTo>
                <a:cubicBezTo>
                  <a:pt x="3236" y="1073"/>
                  <a:pt x="3281" y="1147"/>
                  <a:pt x="3318" y="1228"/>
                </a:cubicBezTo>
                <a:cubicBezTo>
                  <a:pt x="3473" y="1613"/>
                  <a:pt x="3481" y="2035"/>
                  <a:pt x="3325" y="2421"/>
                </a:cubicBezTo>
                <a:cubicBezTo>
                  <a:pt x="3244" y="2613"/>
                  <a:pt x="3133" y="2791"/>
                  <a:pt x="2984" y="2932"/>
                </a:cubicBezTo>
                <a:cubicBezTo>
                  <a:pt x="2984" y="2932"/>
                  <a:pt x="2984" y="2932"/>
                  <a:pt x="2984" y="2939"/>
                </a:cubicBezTo>
                <a:cubicBezTo>
                  <a:pt x="2844" y="3080"/>
                  <a:pt x="2681" y="3191"/>
                  <a:pt x="2488" y="3265"/>
                </a:cubicBezTo>
                <a:lnTo>
                  <a:pt x="2496" y="3265"/>
                </a:lnTo>
                <a:cubicBezTo>
                  <a:pt x="2296" y="3349"/>
                  <a:pt x="2087" y="3392"/>
                  <a:pt x="1878" y="3392"/>
                </a:cubicBezTo>
                <a:cubicBezTo>
                  <a:pt x="1684" y="3392"/>
                  <a:pt x="1489" y="3355"/>
                  <a:pt x="1303" y="3280"/>
                </a:cubicBezTo>
                <a:cubicBezTo>
                  <a:pt x="918" y="3124"/>
                  <a:pt x="615" y="2828"/>
                  <a:pt x="452" y="2443"/>
                </a:cubicBezTo>
                <a:cubicBezTo>
                  <a:pt x="289" y="2058"/>
                  <a:pt x="289" y="1636"/>
                  <a:pt x="444" y="1251"/>
                </a:cubicBezTo>
                <a:cubicBezTo>
                  <a:pt x="600" y="865"/>
                  <a:pt x="896" y="562"/>
                  <a:pt x="1274" y="406"/>
                </a:cubicBezTo>
                <a:cubicBezTo>
                  <a:pt x="1473" y="322"/>
                  <a:pt x="1682" y="279"/>
                  <a:pt x="1891" y="279"/>
                </a:cubicBezTo>
                <a:close/>
                <a:moveTo>
                  <a:pt x="1881" y="1"/>
                </a:moveTo>
                <a:cubicBezTo>
                  <a:pt x="1639" y="1"/>
                  <a:pt x="1397" y="49"/>
                  <a:pt x="1170" y="147"/>
                </a:cubicBezTo>
                <a:cubicBezTo>
                  <a:pt x="718" y="340"/>
                  <a:pt x="370" y="695"/>
                  <a:pt x="185" y="1147"/>
                </a:cubicBezTo>
                <a:cubicBezTo>
                  <a:pt x="0" y="1599"/>
                  <a:pt x="8" y="2102"/>
                  <a:pt x="200" y="2554"/>
                </a:cubicBezTo>
                <a:cubicBezTo>
                  <a:pt x="385" y="2998"/>
                  <a:pt x="741" y="3354"/>
                  <a:pt x="1200" y="3531"/>
                </a:cubicBezTo>
                <a:cubicBezTo>
                  <a:pt x="1422" y="3620"/>
                  <a:pt x="1652" y="3665"/>
                  <a:pt x="1881" y="3665"/>
                </a:cubicBezTo>
                <a:cubicBezTo>
                  <a:pt x="2118" y="3665"/>
                  <a:pt x="2370" y="3620"/>
                  <a:pt x="2599" y="3524"/>
                </a:cubicBezTo>
                <a:cubicBezTo>
                  <a:pt x="2777" y="3442"/>
                  <a:pt x="2933" y="3346"/>
                  <a:pt x="3081" y="3228"/>
                </a:cubicBezTo>
                <a:lnTo>
                  <a:pt x="4006" y="4153"/>
                </a:lnTo>
                <a:cubicBezTo>
                  <a:pt x="4036" y="4183"/>
                  <a:pt x="4073" y="4198"/>
                  <a:pt x="4103" y="4198"/>
                </a:cubicBezTo>
                <a:cubicBezTo>
                  <a:pt x="4140" y="4198"/>
                  <a:pt x="4177" y="4183"/>
                  <a:pt x="4206" y="4153"/>
                </a:cubicBezTo>
                <a:cubicBezTo>
                  <a:pt x="4258" y="4102"/>
                  <a:pt x="4258" y="4013"/>
                  <a:pt x="4206" y="3961"/>
                </a:cubicBezTo>
                <a:lnTo>
                  <a:pt x="3273" y="3028"/>
                </a:lnTo>
                <a:cubicBezTo>
                  <a:pt x="3399" y="2880"/>
                  <a:pt x="3503" y="2709"/>
                  <a:pt x="3584" y="2517"/>
                </a:cubicBezTo>
                <a:cubicBezTo>
                  <a:pt x="3769" y="2065"/>
                  <a:pt x="3762" y="1569"/>
                  <a:pt x="3569" y="1117"/>
                </a:cubicBezTo>
                <a:cubicBezTo>
                  <a:pt x="3377" y="666"/>
                  <a:pt x="3021" y="318"/>
                  <a:pt x="2570" y="132"/>
                </a:cubicBezTo>
                <a:cubicBezTo>
                  <a:pt x="2348" y="45"/>
                  <a:pt x="2115" y="1"/>
                  <a:pt x="188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77"/>
          <p:cNvSpPr/>
          <p:nvPr/>
        </p:nvSpPr>
        <p:spPr>
          <a:xfrm>
            <a:off x="7298525" y="3809375"/>
            <a:ext cx="335550" cy="333525"/>
          </a:xfrm>
          <a:custGeom>
            <a:rect b="b" l="l" r="r" t="t"/>
            <a:pathLst>
              <a:path extrusionOk="0" h="4447" w="4474">
                <a:moveTo>
                  <a:pt x="1200" y="1944"/>
                </a:moveTo>
                <a:cubicBezTo>
                  <a:pt x="1230" y="1944"/>
                  <a:pt x="1267" y="1958"/>
                  <a:pt x="1289" y="1973"/>
                </a:cubicBezTo>
                <a:cubicBezTo>
                  <a:pt x="1311" y="1995"/>
                  <a:pt x="1326" y="2018"/>
                  <a:pt x="1333" y="2047"/>
                </a:cubicBezTo>
                <a:lnTo>
                  <a:pt x="1474" y="2610"/>
                </a:lnTo>
                <a:cubicBezTo>
                  <a:pt x="1481" y="2625"/>
                  <a:pt x="1481" y="2647"/>
                  <a:pt x="1474" y="2662"/>
                </a:cubicBezTo>
                <a:cubicBezTo>
                  <a:pt x="1474" y="2684"/>
                  <a:pt x="1467" y="2706"/>
                  <a:pt x="1452" y="2721"/>
                </a:cubicBezTo>
                <a:cubicBezTo>
                  <a:pt x="1437" y="2743"/>
                  <a:pt x="1422" y="2751"/>
                  <a:pt x="1400" y="2766"/>
                </a:cubicBezTo>
                <a:cubicBezTo>
                  <a:pt x="1385" y="2773"/>
                  <a:pt x="1363" y="2773"/>
                  <a:pt x="1341" y="2773"/>
                </a:cubicBezTo>
                <a:lnTo>
                  <a:pt x="1141" y="2773"/>
                </a:lnTo>
                <a:cubicBezTo>
                  <a:pt x="1074" y="2773"/>
                  <a:pt x="1015" y="2825"/>
                  <a:pt x="1007" y="2891"/>
                </a:cubicBezTo>
                <a:lnTo>
                  <a:pt x="867" y="3580"/>
                </a:lnTo>
                <a:cubicBezTo>
                  <a:pt x="637" y="3351"/>
                  <a:pt x="467" y="3054"/>
                  <a:pt x="378" y="2736"/>
                </a:cubicBezTo>
                <a:cubicBezTo>
                  <a:pt x="304" y="2477"/>
                  <a:pt x="289" y="2210"/>
                  <a:pt x="326" y="1944"/>
                </a:cubicBezTo>
                <a:close/>
                <a:moveTo>
                  <a:pt x="3222" y="2358"/>
                </a:moveTo>
                <a:cubicBezTo>
                  <a:pt x="3148" y="2358"/>
                  <a:pt x="3088" y="2425"/>
                  <a:pt x="3088" y="2499"/>
                </a:cubicBezTo>
                <a:lnTo>
                  <a:pt x="3088" y="2506"/>
                </a:lnTo>
                <a:cubicBezTo>
                  <a:pt x="3014" y="2514"/>
                  <a:pt x="2940" y="2543"/>
                  <a:pt x="2881" y="2588"/>
                </a:cubicBezTo>
                <a:cubicBezTo>
                  <a:pt x="2814" y="2647"/>
                  <a:pt x="2762" y="2728"/>
                  <a:pt x="2748" y="2817"/>
                </a:cubicBezTo>
                <a:cubicBezTo>
                  <a:pt x="2733" y="2899"/>
                  <a:pt x="2748" y="2995"/>
                  <a:pt x="2792" y="3077"/>
                </a:cubicBezTo>
                <a:cubicBezTo>
                  <a:pt x="2837" y="3158"/>
                  <a:pt x="2903" y="3217"/>
                  <a:pt x="2985" y="3247"/>
                </a:cubicBezTo>
                <a:lnTo>
                  <a:pt x="3370" y="3402"/>
                </a:lnTo>
                <a:cubicBezTo>
                  <a:pt x="3392" y="3410"/>
                  <a:pt x="3414" y="3425"/>
                  <a:pt x="3429" y="3447"/>
                </a:cubicBezTo>
                <a:cubicBezTo>
                  <a:pt x="3436" y="3469"/>
                  <a:pt x="3444" y="3499"/>
                  <a:pt x="3436" y="3521"/>
                </a:cubicBezTo>
                <a:cubicBezTo>
                  <a:pt x="3436" y="3550"/>
                  <a:pt x="3422" y="3573"/>
                  <a:pt x="3399" y="3587"/>
                </a:cubicBezTo>
                <a:cubicBezTo>
                  <a:pt x="3377" y="3602"/>
                  <a:pt x="3355" y="3610"/>
                  <a:pt x="3325" y="3610"/>
                </a:cubicBezTo>
                <a:lnTo>
                  <a:pt x="2955" y="3610"/>
                </a:lnTo>
                <a:cubicBezTo>
                  <a:pt x="2881" y="3610"/>
                  <a:pt x="2822" y="3676"/>
                  <a:pt x="2822" y="3750"/>
                </a:cubicBezTo>
                <a:cubicBezTo>
                  <a:pt x="2822" y="3824"/>
                  <a:pt x="2881" y="3891"/>
                  <a:pt x="2955" y="3891"/>
                </a:cubicBezTo>
                <a:lnTo>
                  <a:pt x="3088" y="3891"/>
                </a:lnTo>
                <a:cubicBezTo>
                  <a:pt x="3088" y="3965"/>
                  <a:pt x="3148" y="4032"/>
                  <a:pt x="3222" y="4032"/>
                </a:cubicBezTo>
                <a:cubicBezTo>
                  <a:pt x="3303" y="4032"/>
                  <a:pt x="3362" y="3965"/>
                  <a:pt x="3362" y="3891"/>
                </a:cubicBezTo>
                <a:lnTo>
                  <a:pt x="3362" y="3884"/>
                </a:lnTo>
                <a:cubicBezTo>
                  <a:pt x="3436" y="3884"/>
                  <a:pt x="3510" y="3854"/>
                  <a:pt x="3577" y="3802"/>
                </a:cubicBezTo>
                <a:cubicBezTo>
                  <a:pt x="3644" y="3743"/>
                  <a:pt x="3695" y="3662"/>
                  <a:pt x="3710" y="3573"/>
                </a:cubicBezTo>
                <a:cubicBezTo>
                  <a:pt x="3725" y="3484"/>
                  <a:pt x="3710" y="3395"/>
                  <a:pt x="3666" y="3313"/>
                </a:cubicBezTo>
                <a:cubicBezTo>
                  <a:pt x="3621" y="3232"/>
                  <a:pt x="3555" y="3173"/>
                  <a:pt x="3473" y="3143"/>
                </a:cubicBezTo>
                <a:lnTo>
                  <a:pt x="3088" y="2988"/>
                </a:lnTo>
                <a:cubicBezTo>
                  <a:pt x="3066" y="2980"/>
                  <a:pt x="3044" y="2965"/>
                  <a:pt x="3029" y="2943"/>
                </a:cubicBezTo>
                <a:cubicBezTo>
                  <a:pt x="3022" y="2921"/>
                  <a:pt x="3014" y="2891"/>
                  <a:pt x="3022" y="2869"/>
                </a:cubicBezTo>
                <a:cubicBezTo>
                  <a:pt x="3029" y="2840"/>
                  <a:pt x="3036" y="2817"/>
                  <a:pt x="3059" y="2803"/>
                </a:cubicBezTo>
                <a:cubicBezTo>
                  <a:pt x="3081" y="2788"/>
                  <a:pt x="3103" y="2780"/>
                  <a:pt x="3133" y="2780"/>
                </a:cubicBezTo>
                <a:lnTo>
                  <a:pt x="3503" y="2780"/>
                </a:lnTo>
                <a:cubicBezTo>
                  <a:pt x="3577" y="2780"/>
                  <a:pt x="3644" y="2714"/>
                  <a:pt x="3644" y="2640"/>
                </a:cubicBezTo>
                <a:cubicBezTo>
                  <a:pt x="3644" y="2558"/>
                  <a:pt x="3577" y="2499"/>
                  <a:pt x="3503" y="2499"/>
                </a:cubicBezTo>
                <a:lnTo>
                  <a:pt x="3362" y="2499"/>
                </a:lnTo>
                <a:cubicBezTo>
                  <a:pt x="3362" y="2425"/>
                  <a:pt x="3303" y="2358"/>
                  <a:pt x="3222" y="2358"/>
                </a:cubicBezTo>
                <a:close/>
                <a:moveTo>
                  <a:pt x="3222" y="2225"/>
                </a:moveTo>
                <a:cubicBezTo>
                  <a:pt x="3762" y="2225"/>
                  <a:pt x="4192" y="2662"/>
                  <a:pt x="4192" y="3195"/>
                </a:cubicBezTo>
                <a:cubicBezTo>
                  <a:pt x="4192" y="3728"/>
                  <a:pt x="3762" y="4165"/>
                  <a:pt x="3222" y="4165"/>
                </a:cubicBezTo>
                <a:cubicBezTo>
                  <a:pt x="2688" y="4165"/>
                  <a:pt x="2252" y="3728"/>
                  <a:pt x="2252" y="3195"/>
                </a:cubicBezTo>
                <a:cubicBezTo>
                  <a:pt x="2252" y="2662"/>
                  <a:pt x="2688" y="2225"/>
                  <a:pt x="3222" y="2225"/>
                </a:cubicBezTo>
                <a:close/>
                <a:moveTo>
                  <a:pt x="2239" y="1"/>
                </a:moveTo>
                <a:cubicBezTo>
                  <a:pt x="2095" y="1"/>
                  <a:pt x="1950" y="14"/>
                  <a:pt x="1807" y="40"/>
                </a:cubicBezTo>
                <a:cubicBezTo>
                  <a:pt x="1407" y="122"/>
                  <a:pt x="1037" y="314"/>
                  <a:pt x="741" y="588"/>
                </a:cubicBezTo>
                <a:cubicBezTo>
                  <a:pt x="445" y="870"/>
                  <a:pt x="223" y="1218"/>
                  <a:pt x="111" y="1610"/>
                </a:cubicBezTo>
                <a:cubicBezTo>
                  <a:pt x="0" y="2003"/>
                  <a:pt x="0" y="2417"/>
                  <a:pt x="104" y="2810"/>
                </a:cubicBezTo>
                <a:cubicBezTo>
                  <a:pt x="215" y="3202"/>
                  <a:pt x="430" y="3558"/>
                  <a:pt x="726" y="3839"/>
                </a:cubicBezTo>
                <a:cubicBezTo>
                  <a:pt x="1022" y="4113"/>
                  <a:pt x="1385" y="4306"/>
                  <a:pt x="1785" y="4395"/>
                </a:cubicBezTo>
                <a:lnTo>
                  <a:pt x="1815" y="4395"/>
                </a:lnTo>
                <a:cubicBezTo>
                  <a:pt x="1881" y="4395"/>
                  <a:pt x="1940" y="4350"/>
                  <a:pt x="1948" y="4284"/>
                </a:cubicBezTo>
                <a:cubicBezTo>
                  <a:pt x="1970" y="4209"/>
                  <a:pt x="1918" y="4135"/>
                  <a:pt x="1844" y="4121"/>
                </a:cubicBezTo>
                <a:cubicBezTo>
                  <a:pt x="1578" y="4069"/>
                  <a:pt x="1326" y="3950"/>
                  <a:pt x="1111" y="3795"/>
                </a:cubicBezTo>
                <a:lnTo>
                  <a:pt x="1252" y="3054"/>
                </a:lnTo>
                <a:lnTo>
                  <a:pt x="1341" y="3054"/>
                </a:lnTo>
                <a:cubicBezTo>
                  <a:pt x="1407" y="3054"/>
                  <a:pt x="1467" y="3039"/>
                  <a:pt x="1526" y="3010"/>
                </a:cubicBezTo>
                <a:cubicBezTo>
                  <a:pt x="1578" y="2988"/>
                  <a:pt x="1629" y="2943"/>
                  <a:pt x="1667" y="2899"/>
                </a:cubicBezTo>
                <a:cubicBezTo>
                  <a:pt x="1704" y="2847"/>
                  <a:pt x="1733" y="2795"/>
                  <a:pt x="1748" y="2721"/>
                </a:cubicBezTo>
                <a:cubicBezTo>
                  <a:pt x="1763" y="2662"/>
                  <a:pt x="1763" y="2595"/>
                  <a:pt x="1741" y="2536"/>
                </a:cubicBezTo>
                <a:lnTo>
                  <a:pt x="1607" y="1981"/>
                </a:lnTo>
                <a:cubicBezTo>
                  <a:pt x="1585" y="1892"/>
                  <a:pt x="1533" y="1810"/>
                  <a:pt x="1459" y="1751"/>
                </a:cubicBezTo>
                <a:cubicBezTo>
                  <a:pt x="1385" y="1699"/>
                  <a:pt x="1296" y="1670"/>
                  <a:pt x="1200" y="1670"/>
                </a:cubicBezTo>
                <a:lnTo>
                  <a:pt x="393" y="1670"/>
                </a:lnTo>
                <a:cubicBezTo>
                  <a:pt x="489" y="1329"/>
                  <a:pt x="674" y="1033"/>
                  <a:pt x="933" y="796"/>
                </a:cubicBezTo>
                <a:cubicBezTo>
                  <a:pt x="1193" y="551"/>
                  <a:pt x="1518" y="388"/>
                  <a:pt x="1866" y="314"/>
                </a:cubicBezTo>
                <a:cubicBezTo>
                  <a:pt x="1993" y="290"/>
                  <a:pt x="2122" y="278"/>
                  <a:pt x="2250" y="278"/>
                </a:cubicBezTo>
                <a:cubicBezTo>
                  <a:pt x="2475" y="278"/>
                  <a:pt x="2699" y="316"/>
                  <a:pt x="2911" y="396"/>
                </a:cubicBezTo>
                <a:cubicBezTo>
                  <a:pt x="3177" y="492"/>
                  <a:pt x="3414" y="640"/>
                  <a:pt x="3607" y="833"/>
                </a:cubicBezTo>
                <a:lnTo>
                  <a:pt x="3162" y="833"/>
                </a:lnTo>
                <a:cubicBezTo>
                  <a:pt x="3066" y="833"/>
                  <a:pt x="2977" y="862"/>
                  <a:pt x="2903" y="922"/>
                </a:cubicBezTo>
                <a:cubicBezTo>
                  <a:pt x="2829" y="981"/>
                  <a:pt x="2785" y="1062"/>
                  <a:pt x="2762" y="1151"/>
                </a:cubicBezTo>
                <a:lnTo>
                  <a:pt x="2674" y="1492"/>
                </a:lnTo>
                <a:cubicBezTo>
                  <a:pt x="2651" y="1566"/>
                  <a:pt x="2696" y="1640"/>
                  <a:pt x="2770" y="1655"/>
                </a:cubicBezTo>
                <a:cubicBezTo>
                  <a:pt x="2785" y="1662"/>
                  <a:pt x="2792" y="1662"/>
                  <a:pt x="2807" y="1662"/>
                </a:cubicBezTo>
                <a:cubicBezTo>
                  <a:pt x="2866" y="1662"/>
                  <a:pt x="2925" y="1618"/>
                  <a:pt x="2940" y="1558"/>
                </a:cubicBezTo>
                <a:lnTo>
                  <a:pt x="3029" y="1218"/>
                </a:lnTo>
                <a:cubicBezTo>
                  <a:pt x="3036" y="1188"/>
                  <a:pt x="3051" y="1159"/>
                  <a:pt x="3073" y="1136"/>
                </a:cubicBezTo>
                <a:cubicBezTo>
                  <a:pt x="3103" y="1122"/>
                  <a:pt x="3133" y="1107"/>
                  <a:pt x="3162" y="1107"/>
                </a:cubicBezTo>
                <a:lnTo>
                  <a:pt x="3844" y="1107"/>
                </a:lnTo>
                <a:cubicBezTo>
                  <a:pt x="4021" y="1366"/>
                  <a:pt x="4140" y="1655"/>
                  <a:pt x="4177" y="1966"/>
                </a:cubicBezTo>
                <a:cubicBezTo>
                  <a:pt x="4184" y="2035"/>
                  <a:pt x="4249" y="2085"/>
                  <a:pt x="4318" y="2085"/>
                </a:cubicBezTo>
                <a:cubicBezTo>
                  <a:pt x="4323" y="2085"/>
                  <a:pt x="4328" y="2085"/>
                  <a:pt x="4332" y="2084"/>
                </a:cubicBezTo>
                <a:cubicBezTo>
                  <a:pt x="4406" y="2077"/>
                  <a:pt x="4466" y="2003"/>
                  <a:pt x="4451" y="1929"/>
                </a:cubicBezTo>
                <a:cubicBezTo>
                  <a:pt x="4406" y="1558"/>
                  <a:pt x="4258" y="1203"/>
                  <a:pt x="4036" y="899"/>
                </a:cubicBezTo>
                <a:cubicBezTo>
                  <a:pt x="4029" y="892"/>
                  <a:pt x="4021" y="885"/>
                  <a:pt x="4014" y="877"/>
                </a:cubicBezTo>
                <a:cubicBezTo>
                  <a:pt x="3999" y="862"/>
                  <a:pt x="3992" y="840"/>
                  <a:pt x="3977" y="825"/>
                </a:cubicBezTo>
                <a:cubicBezTo>
                  <a:pt x="3725" y="514"/>
                  <a:pt x="3384" y="270"/>
                  <a:pt x="3007" y="129"/>
                </a:cubicBezTo>
                <a:cubicBezTo>
                  <a:pt x="2759" y="44"/>
                  <a:pt x="2500" y="1"/>
                  <a:pt x="2239" y="1"/>
                </a:cubicBezTo>
                <a:close/>
                <a:moveTo>
                  <a:pt x="3222" y="1944"/>
                </a:moveTo>
                <a:cubicBezTo>
                  <a:pt x="2533" y="1944"/>
                  <a:pt x="1970" y="2506"/>
                  <a:pt x="1970" y="3195"/>
                </a:cubicBezTo>
                <a:cubicBezTo>
                  <a:pt x="1970" y="3884"/>
                  <a:pt x="2533" y="4446"/>
                  <a:pt x="3222" y="4446"/>
                </a:cubicBezTo>
                <a:cubicBezTo>
                  <a:pt x="3910" y="4446"/>
                  <a:pt x="4473" y="3884"/>
                  <a:pt x="4473" y="3195"/>
                </a:cubicBezTo>
                <a:cubicBezTo>
                  <a:pt x="4473" y="2506"/>
                  <a:pt x="3910" y="1944"/>
                  <a:pt x="3222" y="1944"/>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77"/>
          <p:cNvSpPr/>
          <p:nvPr/>
        </p:nvSpPr>
        <p:spPr>
          <a:xfrm>
            <a:off x="8308100" y="3809600"/>
            <a:ext cx="333825" cy="333300"/>
          </a:xfrm>
          <a:custGeom>
            <a:rect b="b" l="l" r="r" t="t"/>
            <a:pathLst>
              <a:path extrusionOk="0" h="4444" w="4451">
                <a:moveTo>
                  <a:pt x="3473" y="274"/>
                </a:moveTo>
                <a:cubicBezTo>
                  <a:pt x="3555" y="274"/>
                  <a:pt x="3614" y="341"/>
                  <a:pt x="3614" y="415"/>
                </a:cubicBezTo>
                <a:lnTo>
                  <a:pt x="3614" y="1807"/>
                </a:lnTo>
                <a:cubicBezTo>
                  <a:pt x="3614" y="1881"/>
                  <a:pt x="3555" y="1941"/>
                  <a:pt x="3473" y="1941"/>
                </a:cubicBezTo>
                <a:lnTo>
                  <a:pt x="978" y="1941"/>
                </a:lnTo>
                <a:cubicBezTo>
                  <a:pt x="896" y="1941"/>
                  <a:pt x="837" y="1881"/>
                  <a:pt x="837" y="1807"/>
                </a:cubicBezTo>
                <a:lnTo>
                  <a:pt x="837" y="415"/>
                </a:lnTo>
                <a:cubicBezTo>
                  <a:pt x="837" y="341"/>
                  <a:pt x="896" y="274"/>
                  <a:pt x="978" y="274"/>
                </a:cubicBezTo>
                <a:close/>
                <a:moveTo>
                  <a:pt x="4029" y="2777"/>
                </a:moveTo>
                <a:cubicBezTo>
                  <a:pt x="4110" y="2777"/>
                  <a:pt x="4169" y="2837"/>
                  <a:pt x="4169" y="2918"/>
                </a:cubicBezTo>
                <a:lnTo>
                  <a:pt x="4169" y="3051"/>
                </a:lnTo>
                <a:lnTo>
                  <a:pt x="2229" y="3051"/>
                </a:lnTo>
                <a:lnTo>
                  <a:pt x="2229" y="2918"/>
                </a:lnTo>
                <a:cubicBezTo>
                  <a:pt x="2229" y="2837"/>
                  <a:pt x="2288" y="2777"/>
                  <a:pt x="2362" y="2777"/>
                </a:cubicBezTo>
                <a:close/>
                <a:moveTo>
                  <a:pt x="978" y="0"/>
                </a:moveTo>
                <a:cubicBezTo>
                  <a:pt x="748" y="0"/>
                  <a:pt x="563" y="186"/>
                  <a:pt x="563" y="415"/>
                </a:cubicBezTo>
                <a:lnTo>
                  <a:pt x="563" y="1800"/>
                </a:lnTo>
                <a:cubicBezTo>
                  <a:pt x="563" y="1896"/>
                  <a:pt x="593" y="1978"/>
                  <a:pt x="644" y="2044"/>
                </a:cubicBezTo>
                <a:cubicBezTo>
                  <a:pt x="533" y="2118"/>
                  <a:pt x="444" y="2207"/>
                  <a:pt x="385" y="2326"/>
                </a:cubicBezTo>
                <a:lnTo>
                  <a:pt x="52" y="3007"/>
                </a:lnTo>
                <a:cubicBezTo>
                  <a:pt x="15" y="3066"/>
                  <a:pt x="0" y="3140"/>
                  <a:pt x="8" y="3207"/>
                </a:cubicBezTo>
                <a:cubicBezTo>
                  <a:pt x="8" y="3281"/>
                  <a:pt x="30" y="3348"/>
                  <a:pt x="67" y="3407"/>
                </a:cubicBezTo>
                <a:cubicBezTo>
                  <a:pt x="104" y="3473"/>
                  <a:pt x="156" y="3518"/>
                  <a:pt x="222" y="3555"/>
                </a:cubicBezTo>
                <a:cubicBezTo>
                  <a:pt x="282" y="3592"/>
                  <a:pt x="348" y="3607"/>
                  <a:pt x="422" y="3607"/>
                </a:cubicBezTo>
                <a:lnTo>
                  <a:pt x="1392" y="3607"/>
                </a:lnTo>
                <a:cubicBezTo>
                  <a:pt x="1474" y="3607"/>
                  <a:pt x="1533" y="3547"/>
                  <a:pt x="1533" y="3466"/>
                </a:cubicBezTo>
                <a:cubicBezTo>
                  <a:pt x="1533" y="3392"/>
                  <a:pt x="1474" y="3333"/>
                  <a:pt x="1392" y="3333"/>
                </a:cubicBezTo>
                <a:lnTo>
                  <a:pt x="422" y="3333"/>
                </a:lnTo>
                <a:cubicBezTo>
                  <a:pt x="400" y="3333"/>
                  <a:pt x="378" y="3325"/>
                  <a:pt x="356" y="3310"/>
                </a:cubicBezTo>
                <a:cubicBezTo>
                  <a:pt x="333" y="3303"/>
                  <a:pt x="319" y="3288"/>
                  <a:pt x="304" y="3266"/>
                </a:cubicBezTo>
                <a:cubicBezTo>
                  <a:pt x="289" y="3244"/>
                  <a:pt x="282" y="3222"/>
                  <a:pt x="282" y="3192"/>
                </a:cubicBezTo>
                <a:cubicBezTo>
                  <a:pt x="282" y="3170"/>
                  <a:pt x="289" y="3148"/>
                  <a:pt x="296" y="3125"/>
                </a:cubicBezTo>
                <a:lnTo>
                  <a:pt x="637" y="2451"/>
                </a:lnTo>
                <a:cubicBezTo>
                  <a:pt x="674" y="2377"/>
                  <a:pt x="726" y="2318"/>
                  <a:pt x="793" y="2281"/>
                </a:cubicBezTo>
                <a:cubicBezTo>
                  <a:pt x="859" y="2237"/>
                  <a:pt x="933" y="2222"/>
                  <a:pt x="1007" y="2222"/>
                </a:cubicBezTo>
                <a:lnTo>
                  <a:pt x="3473" y="2222"/>
                </a:lnTo>
                <a:cubicBezTo>
                  <a:pt x="3703" y="2222"/>
                  <a:pt x="3895" y="2029"/>
                  <a:pt x="3895" y="1800"/>
                </a:cubicBezTo>
                <a:lnTo>
                  <a:pt x="3895" y="415"/>
                </a:lnTo>
                <a:cubicBezTo>
                  <a:pt x="3895" y="186"/>
                  <a:pt x="3703" y="0"/>
                  <a:pt x="3473" y="0"/>
                </a:cubicBezTo>
                <a:close/>
                <a:moveTo>
                  <a:pt x="3473" y="3607"/>
                </a:moveTo>
                <a:cubicBezTo>
                  <a:pt x="3399" y="3607"/>
                  <a:pt x="3340" y="3673"/>
                  <a:pt x="3340" y="3747"/>
                </a:cubicBezTo>
                <a:cubicBezTo>
                  <a:pt x="3340" y="3821"/>
                  <a:pt x="3399" y="3888"/>
                  <a:pt x="3473" y="3888"/>
                </a:cubicBezTo>
                <a:lnTo>
                  <a:pt x="3755" y="3888"/>
                </a:lnTo>
                <a:cubicBezTo>
                  <a:pt x="3829" y="3888"/>
                  <a:pt x="3895" y="3821"/>
                  <a:pt x="3895" y="3747"/>
                </a:cubicBezTo>
                <a:cubicBezTo>
                  <a:pt x="3895" y="3673"/>
                  <a:pt x="3829" y="3607"/>
                  <a:pt x="3755" y="3607"/>
                </a:cubicBezTo>
                <a:close/>
                <a:moveTo>
                  <a:pt x="4169" y="3333"/>
                </a:moveTo>
                <a:lnTo>
                  <a:pt x="4169" y="4029"/>
                </a:lnTo>
                <a:cubicBezTo>
                  <a:pt x="4169" y="4103"/>
                  <a:pt x="4110" y="4162"/>
                  <a:pt x="4029" y="4162"/>
                </a:cubicBezTo>
                <a:lnTo>
                  <a:pt x="2362" y="4162"/>
                </a:lnTo>
                <a:cubicBezTo>
                  <a:pt x="2288" y="4162"/>
                  <a:pt x="2229" y="4103"/>
                  <a:pt x="2229" y="4029"/>
                </a:cubicBezTo>
                <a:lnTo>
                  <a:pt x="2229" y="3333"/>
                </a:lnTo>
                <a:close/>
                <a:moveTo>
                  <a:pt x="2362" y="2496"/>
                </a:moveTo>
                <a:cubicBezTo>
                  <a:pt x="2133" y="2496"/>
                  <a:pt x="1948" y="2688"/>
                  <a:pt x="1948" y="2918"/>
                </a:cubicBezTo>
                <a:lnTo>
                  <a:pt x="1948" y="4029"/>
                </a:lnTo>
                <a:cubicBezTo>
                  <a:pt x="1948" y="4258"/>
                  <a:pt x="2133" y="4443"/>
                  <a:pt x="2362" y="4443"/>
                </a:cubicBezTo>
                <a:lnTo>
                  <a:pt x="4029" y="4443"/>
                </a:lnTo>
                <a:cubicBezTo>
                  <a:pt x="4258" y="4443"/>
                  <a:pt x="4451" y="4258"/>
                  <a:pt x="4451" y="4029"/>
                </a:cubicBezTo>
                <a:lnTo>
                  <a:pt x="4451" y="2918"/>
                </a:lnTo>
                <a:cubicBezTo>
                  <a:pt x="4451" y="2688"/>
                  <a:pt x="4258" y="2496"/>
                  <a:pt x="4029" y="2496"/>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77"/>
          <p:cNvSpPr/>
          <p:nvPr/>
        </p:nvSpPr>
        <p:spPr>
          <a:xfrm>
            <a:off x="8306375" y="3304625"/>
            <a:ext cx="335025" cy="314475"/>
          </a:xfrm>
          <a:custGeom>
            <a:rect b="b" l="l" r="r" t="t"/>
            <a:pathLst>
              <a:path extrusionOk="0" h="4193" w="4467">
                <a:moveTo>
                  <a:pt x="2847" y="1404"/>
                </a:moveTo>
                <a:cubicBezTo>
                  <a:pt x="2790" y="1404"/>
                  <a:pt x="2736" y="1418"/>
                  <a:pt x="2682" y="1437"/>
                </a:cubicBezTo>
                <a:cubicBezTo>
                  <a:pt x="2600" y="1474"/>
                  <a:pt x="2533" y="1526"/>
                  <a:pt x="2489" y="1593"/>
                </a:cubicBezTo>
                <a:cubicBezTo>
                  <a:pt x="2437" y="1667"/>
                  <a:pt x="2415" y="1748"/>
                  <a:pt x="2415" y="1837"/>
                </a:cubicBezTo>
                <a:cubicBezTo>
                  <a:pt x="2415" y="1911"/>
                  <a:pt x="2474" y="1978"/>
                  <a:pt x="2556" y="1978"/>
                </a:cubicBezTo>
                <a:cubicBezTo>
                  <a:pt x="2630" y="1978"/>
                  <a:pt x="2689" y="1911"/>
                  <a:pt x="2689" y="1837"/>
                </a:cubicBezTo>
                <a:cubicBezTo>
                  <a:pt x="2689" y="1808"/>
                  <a:pt x="2704" y="1778"/>
                  <a:pt x="2719" y="1748"/>
                </a:cubicBezTo>
                <a:cubicBezTo>
                  <a:pt x="2733" y="1726"/>
                  <a:pt x="2756" y="1704"/>
                  <a:pt x="2785" y="1697"/>
                </a:cubicBezTo>
                <a:cubicBezTo>
                  <a:pt x="2803" y="1688"/>
                  <a:pt x="2820" y="1684"/>
                  <a:pt x="2837" y="1684"/>
                </a:cubicBezTo>
                <a:cubicBezTo>
                  <a:pt x="2850" y="1684"/>
                  <a:pt x="2862" y="1686"/>
                  <a:pt x="2874" y="1689"/>
                </a:cubicBezTo>
                <a:cubicBezTo>
                  <a:pt x="2904" y="1689"/>
                  <a:pt x="2933" y="1704"/>
                  <a:pt x="2956" y="1726"/>
                </a:cubicBezTo>
                <a:cubicBezTo>
                  <a:pt x="2978" y="1748"/>
                  <a:pt x="2993" y="1778"/>
                  <a:pt x="2993" y="1808"/>
                </a:cubicBezTo>
                <a:cubicBezTo>
                  <a:pt x="3000" y="1837"/>
                  <a:pt x="3000" y="1867"/>
                  <a:pt x="2985" y="1896"/>
                </a:cubicBezTo>
                <a:cubicBezTo>
                  <a:pt x="2978" y="1919"/>
                  <a:pt x="2956" y="1948"/>
                  <a:pt x="2933" y="1963"/>
                </a:cubicBezTo>
                <a:cubicBezTo>
                  <a:pt x="2904" y="1978"/>
                  <a:pt x="2874" y="1993"/>
                  <a:pt x="2844" y="1993"/>
                </a:cubicBezTo>
                <a:cubicBezTo>
                  <a:pt x="2770" y="1993"/>
                  <a:pt x="2704" y="2052"/>
                  <a:pt x="2704" y="2126"/>
                </a:cubicBezTo>
                <a:lnTo>
                  <a:pt x="2704" y="2326"/>
                </a:lnTo>
                <a:cubicBezTo>
                  <a:pt x="2704" y="2400"/>
                  <a:pt x="2770" y="2467"/>
                  <a:pt x="2844" y="2467"/>
                </a:cubicBezTo>
                <a:cubicBezTo>
                  <a:pt x="2919" y="2467"/>
                  <a:pt x="2985" y="2400"/>
                  <a:pt x="2985" y="2326"/>
                </a:cubicBezTo>
                <a:lnTo>
                  <a:pt x="2985" y="2244"/>
                </a:lnTo>
                <a:cubicBezTo>
                  <a:pt x="3022" y="2230"/>
                  <a:pt x="3052" y="2215"/>
                  <a:pt x="3089" y="2193"/>
                </a:cubicBezTo>
                <a:cubicBezTo>
                  <a:pt x="3156" y="2148"/>
                  <a:pt x="3215" y="2082"/>
                  <a:pt x="3244" y="2000"/>
                </a:cubicBezTo>
                <a:cubicBezTo>
                  <a:pt x="3274" y="1926"/>
                  <a:pt x="3281" y="1837"/>
                  <a:pt x="3267" y="1756"/>
                </a:cubicBezTo>
                <a:lnTo>
                  <a:pt x="3267" y="1748"/>
                </a:lnTo>
                <a:cubicBezTo>
                  <a:pt x="3252" y="1667"/>
                  <a:pt x="3215" y="1593"/>
                  <a:pt x="3148" y="1534"/>
                </a:cubicBezTo>
                <a:cubicBezTo>
                  <a:pt x="3089" y="1467"/>
                  <a:pt x="3015" y="1430"/>
                  <a:pt x="2933" y="1415"/>
                </a:cubicBezTo>
                <a:cubicBezTo>
                  <a:pt x="2904" y="1408"/>
                  <a:pt x="2875" y="1404"/>
                  <a:pt x="2847" y="1404"/>
                </a:cubicBezTo>
                <a:close/>
                <a:moveTo>
                  <a:pt x="1001" y="1"/>
                </a:moveTo>
                <a:cubicBezTo>
                  <a:pt x="778" y="1"/>
                  <a:pt x="564" y="75"/>
                  <a:pt x="393" y="215"/>
                </a:cubicBezTo>
                <a:cubicBezTo>
                  <a:pt x="223" y="349"/>
                  <a:pt x="97" y="549"/>
                  <a:pt x="53" y="756"/>
                </a:cubicBezTo>
                <a:cubicBezTo>
                  <a:pt x="1" y="978"/>
                  <a:pt x="31" y="1200"/>
                  <a:pt x="127" y="1400"/>
                </a:cubicBezTo>
                <a:cubicBezTo>
                  <a:pt x="208" y="1571"/>
                  <a:pt x="342" y="1711"/>
                  <a:pt x="504" y="1808"/>
                </a:cubicBezTo>
                <a:lnTo>
                  <a:pt x="504" y="2400"/>
                </a:lnTo>
                <a:cubicBezTo>
                  <a:pt x="504" y="2452"/>
                  <a:pt x="527" y="2496"/>
                  <a:pt x="571" y="2518"/>
                </a:cubicBezTo>
                <a:cubicBezTo>
                  <a:pt x="593" y="2533"/>
                  <a:pt x="616" y="2541"/>
                  <a:pt x="645" y="2541"/>
                </a:cubicBezTo>
                <a:cubicBezTo>
                  <a:pt x="667" y="2541"/>
                  <a:pt x="690" y="2533"/>
                  <a:pt x="712" y="2526"/>
                </a:cubicBezTo>
                <a:lnTo>
                  <a:pt x="875" y="2437"/>
                </a:lnTo>
                <a:cubicBezTo>
                  <a:pt x="941" y="2400"/>
                  <a:pt x="964" y="2311"/>
                  <a:pt x="927" y="2244"/>
                </a:cubicBezTo>
                <a:cubicBezTo>
                  <a:pt x="902" y="2202"/>
                  <a:pt x="857" y="2174"/>
                  <a:pt x="809" y="2174"/>
                </a:cubicBezTo>
                <a:cubicBezTo>
                  <a:pt x="799" y="2174"/>
                  <a:pt x="789" y="2175"/>
                  <a:pt x="778" y="2178"/>
                </a:cubicBezTo>
                <a:lnTo>
                  <a:pt x="778" y="1726"/>
                </a:lnTo>
                <a:cubicBezTo>
                  <a:pt x="778" y="1667"/>
                  <a:pt x="749" y="1622"/>
                  <a:pt x="704" y="1600"/>
                </a:cubicBezTo>
                <a:cubicBezTo>
                  <a:pt x="564" y="1534"/>
                  <a:pt x="445" y="1415"/>
                  <a:pt x="379" y="1274"/>
                </a:cubicBezTo>
                <a:cubicBezTo>
                  <a:pt x="305" y="1134"/>
                  <a:pt x="290" y="971"/>
                  <a:pt x="319" y="815"/>
                </a:cubicBezTo>
                <a:cubicBezTo>
                  <a:pt x="356" y="667"/>
                  <a:pt x="445" y="526"/>
                  <a:pt x="564" y="430"/>
                </a:cubicBezTo>
                <a:cubicBezTo>
                  <a:pt x="690" y="334"/>
                  <a:pt x="845" y="275"/>
                  <a:pt x="1001" y="275"/>
                </a:cubicBezTo>
                <a:lnTo>
                  <a:pt x="1475" y="275"/>
                </a:lnTo>
                <a:lnTo>
                  <a:pt x="1475" y="282"/>
                </a:lnTo>
                <a:cubicBezTo>
                  <a:pt x="1578" y="282"/>
                  <a:pt x="1682" y="304"/>
                  <a:pt x="1778" y="349"/>
                </a:cubicBezTo>
                <a:cubicBezTo>
                  <a:pt x="1874" y="393"/>
                  <a:pt x="1956" y="460"/>
                  <a:pt x="2023" y="541"/>
                </a:cubicBezTo>
                <a:cubicBezTo>
                  <a:pt x="2048" y="576"/>
                  <a:pt x="2089" y="595"/>
                  <a:pt x="2131" y="595"/>
                </a:cubicBezTo>
                <a:cubicBezTo>
                  <a:pt x="2160" y="595"/>
                  <a:pt x="2190" y="585"/>
                  <a:pt x="2215" y="564"/>
                </a:cubicBezTo>
                <a:cubicBezTo>
                  <a:pt x="2274" y="519"/>
                  <a:pt x="2282" y="430"/>
                  <a:pt x="2237" y="371"/>
                </a:cubicBezTo>
                <a:cubicBezTo>
                  <a:pt x="2148" y="253"/>
                  <a:pt x="2030" y="164"/>
                  <a:pt x="1897" y="97"/>
                </a:cubicBezTo>
                <a:cubicBezTo>
                  <a:pt x="1771" y="38"/>
                  <a:pt x="1623" y="1"/>
                  <a:pt x="1475" y="1"/>
                </a:cubicBezTo>
                <a:close/>
                <a:moveTo>
                  <a:pt x="2852" y="2652"/>
                </a:moveTo>
                <a:cubicBezTo>
                  <a:pt x="2770" y="2652"/>
                  <a:pt x="2711" y="2711"/>
                  <a:pt x="2711" y="2792"/>
                </a:cubicBezTo>
                <a:cubicBezTo>
                  <a:pt x="2711" y="2867"/>
                  <a:pt x="2770" y="2926"/>
                  <a:pt x="2852" y="2926"/>
                </a:cubicBezTo>
                <a:cubicBezTo>
                  <a:pt x="2926" y="2926"/>
                  <a:pt x="2993" y="2867"/>
                  <a:pt x="2993" y="2792"/>
                </a:cubicBezTo>
                <a:cubicBezTo>
                  <a:pt x="2993" y="2711"/>
                  <a:pt x="2926" y="2652"/>
                  <a:pt x="2852" y="2652"/>
                </a:cubicBezTo>
                <a:close/>
                <a:moveTo>
                  <a:pt x="3074" y="1104"/>
                </a:moveTo>
                <a:cubicBezTo>
                  <a:pt x="3222" y="1104"/>
                  <a:pt x="3363" y="1134"/>
                  <a:pt x="3504" y="1193"/>
                </a:cubicBezTo>
                <a:cubicBezTo>
                  <a:pt x="3637" y="1245"/>
                  <a:pt x="3763" y="1334"/>
                  <a:pt x="3866" y="1437"/>
                </a:cubicBezTo>
                <a:cubicBezTo>
                  <a:pt x="3970" y="1541"/>
                  <a:pt x="4052" y="1659"/>
                  <a:pt x="4111" y="1800"/>
                </a:cubicBezTo>
                <a:cubicBezTo>
                  <a:pt x="4163" y="1933"/>
                  <a:pt x="4192" y="2074"/>
                  <a:pt x="4192" y="2230"/>
                </a:cubicBezTo>
                <a:cubicBezTo>
                  <a:pt x="4192" y="2437"/>
                  <a:pt x="4133" y="2644"/>
                  <a:pt x="4022" y="2822"/>
                </a:cubicBezTo>
                <a:cubicBezTo>
                  <a:pt x="3903" y="3000"/>
                  <a:pt x="3748" y="3140"/>
                  <a:pt x="3555" y="3237"/>
                </a:cubicBezTo>
                <a:cubicBezTo>
                  <a:pt x="3504" y="3259"/>
                  <a:pt x="3474" y="3303"/>
                  <a:pt x="3474" y="3363"/>
                </a:cubicBezTo>
                <a:lnTo>
                  <a:pt x="3474" y="3792"/>
                </a:lnTo>
                <a:lnTo>
                  <a:pt x="2844" y="3370"/>
                </a:lnTo>
                <a:cubicBezTo>
                  <a:pt x="2822" y="3355"/>
                  <a:pt x="2793" y="3348"/>
                  <a:pt x="2770" y="3348"/>
                </a:cubicBezTo>
                <a:lnTo>
                  <a:pt x="2571" y="3348"/>
                </a:lnTo>
                <a:cubicBezTo>
                  <a:pt x="2274" y="3348"/>
                  <a:pt x="1993" y="3229"/>
                  <a:pt x="1778" y="3022"/>
                </a:cubicBezTo>
                <a:cubicBezTo>
                  <a:pt x="1571" y="2807"/>
                  <a:pt x="1452" y="2526"/>
                  <a:pt x="1452" y="2230"/>
                </a:cubicBezTo>
                <a:cubicBezTo>
                  <a:pt x="1452" y="1926"/>
                  <a:pt x="1571" y="1645"/>
                  <a:pt x="1778" y="1437"/>
                </a:cubicBezTo>
                <a:cubicBezTo>
                  <a:pt x="1993" y="1223"/>
                  <a:pt x="2274" y="1104"/>
                  <a:pt x="2571" y="1104"/>
                </a:cubicBezTo>
                <a:close/>
                <a:moveTo>
                  <a:pt x="2571" y="830"/>
                </a:moveTo>
                <a:cubicBezTo>
                  <a:pt x="2200" y="830"/>
                  <a:pt x="1845" y="971"/>
                  <a:pt x="1586" y="1237"/>
                </a:cubicBezTo>
                <a:cubicBezTo>
                  <a:pt x="1319" y="1504"/>
                  <a:pt x="1171" y="1852"/>
                  <a:pt x="1171" y="2222"/>
                </a:cubicBezTo>
                <a:cubicBezTo>
                  <a:pt x="1171" y="2600"/>
                  <a:pt x="1319" y="2948"/>
                  <a:pt x="1586" y="3215"/>
                </a:cubicBezTo>
                <a:cubicBezTo>
                  <a:pt x="1845" y="3481"/>
                  <a:pt x="2200" y="3622"/>
                  <a:pt x="2571" y="3622"/>
                </a:cubicBezTo>
                <a:lnTo>
                  <a:pt x="2726" y="3622"/>
                </a:lnTo>
                <a:lnTo>
                  <a:pt x="3533" y="4170"/>
                </a:lnTo>
                <a:cubicBezTo>
                  <a:pt x="3555" y="4185"/>
                  <a:pt x="3585" y="4192"/>
                  <a:pt x="3615" y="4192"/>
                </a:cubicBezTo>
                <a:cubicBezTo>
                  <a:pt x="3637" y="4192"/>
                  <a:pt x="3659" y="4185"/>
                  <a:pt x="3674" y="4170"/>
                </a:cubicBezTo>
                <a:cubicBezTo>
                  <a:pt x="3726" y="4148"/>
                  <a:pt x="3748" y="4103"/>
                  <a:pt x="3748" y="4051"/>
                </a:cubicBezTo>
                <a:lnTo>
                  <a:pt x="3748" y="3444"/>
                </a:lnTo>
                <a:cubicBezTo>
                  <a:pt x="3955" y="3333"/>
                  <a:pt x="4126" y="3170"/>
                  <a:pt x="4251" y="2970"/>
                </a:cubicBezTo>
                <a:cubicBezTo>
                  <a:pt x="4392" y="2748"/>
                  <a:pt x="4466" y="2489"/>
                  <a:pt x="4466" y="2222"/>
                </a:cubicBezTo>
                <a:cubicBezTo>
                  <a:pt x="4466" y="2037"/>
                  <a:pt x="4437" y="1859"/>
                  <a:pt x="4363" y="1689"/>
                </a:cubicBezTo>
                <a:cubicBezTo>
                  <a:pt x="4296" y="1519"/>
                  <a:pt x="4192" y="1371"/>
                  <a:pt x="4059" y="1237"/>
                </a:cubicBezTo>
                <a:cubicBezTo>
                  <a:pt x="3933" y="1104"/>
                  <a:pt x="3778" y="1008"/>
                  <a:pt x="3607" y="934"/>
                </a:cubicBezTo>
                <a:cubicBezTo>
                  <a:pt x="3437" y="867"/>
                  <a:pt x="3259" y="830"/>
                  <a:pt x="3074" y="83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77"/>
          <p:cNvSpPr/>
          <p:nvPr/>
        </p:nvSpPr>
        <p:spPr>
          <a:xfrm>
            <a:off x="1508300" y="1188725"/>
            <a:ext cx="337200" cy="333375"/>
          </a:xfrm>
          <a:custGeom>
            <a:rect b="b" l="l" r="r" t="t"/>
            <a:pathLst>
              <a:path extrusionOk="0" h="4445" w="4496">
                <a:moveTo>
                  <a:pt x="1222" y="1949"/>
                </a:moveTo>
                <a:cubicBezTo>
                  <a:pt x="1252" y="1949"/>
                  <a:pt x="1281" y="1956"/>
                  <a:pt x="1304" y="1978"/>
                </a:cubicBezTo>
                <a:cubicBezTo>
                  <a:pt x="1326" y="1993"/>
                  <a:pt x="1348" y="2023"/>
                  <a:pt x="1356" y="2052"/>
                </a:cubicBezTo>
                <a:lnTo>
                  <a:pt x="1496" y="2615"/>
                </a:lnTo>
                <a:cubicBezTo>
                  <a:pt x="1496" y="2630"/>
                  <a:pt x="1496" y="2652"/>
                  <a:pt x="1496" y="2674"/>
                </a:cubicBezTo>
                <a:cubicBezTo>
                  <a:pt x="1489" y="2689"/>
                  <a:pt x="1481" y="2711"/>
                  <a:pt x="1467" y="2726"/>
                </a:cubicBezTo>
                <a:cubicBezTo>
                  <a:pt x="1459" y="2748"/>
                  <a:pt x="1437" y="2756"/>
                  <a:pt x="1422" y="2771"/>
                </a:cubicBezTo>
                <a:cubicBezTo>
                  <a:pt x="1400" y="2778"/>
                  <a:pt x="1385" y="2778"/>
                  <a:pt x="1363" y="2778"/>
                </a:cubicBezTo>
                <a:lnTo>
                  <a:pt x="1163" y="2778"/>
                </a:lnTo>
                <a:cubicBezTo>
                  <a:pt x="1096" y="2778"/>
                  <a:pt x="1037" y="2830"/>
                  <a:pt x="1022" y="2896"/>
                </a:cubicBezTo>
                <a:lnTo>
                  <a:pt x="882" y="3592"/>
                </a:lnTo>
                <a:cubicBezTo>
                  <a:pt x="682" y="3393"/>
                  <a:pt x="526" y="3148"/>
                  <a:pt x="430" y="2874"/>
                </a:cubicBezTo>
                <a:cubicBezTo>
                  <a:pt x="326" y="2578"/>
                  <a:pt x="297" y="2260"/>
                  <a:pt x="341" y="1949"/>
                </a:cubicBezTo>
                <a:close/>
                <a:moveTo>
                  <a:pt x="3737" y="2735"/>
                </a:moveTo>
                <a:cubicBezTo>
                  <a:pt x="3696" y="2735"/>
                  <a:pt x="3655" y="2754"/>
                  <a:pt x="3629" y="2793"/>
                </a:cubicBezTo>
                <a:lnTo>
                  <a:pt x="3088" y="3504"/>
                </a:lnTo>
                <a:lnTo>
                  <a:pt x="2814" y="3237"/>
                </a:lnTo>
                <a:cubicBezTo>
                  <a:pt x="2785" y="3211"/>
                  <a:pt x="2748" y="3198"/>
                  <a:pt x="2712" y="3198"/>
                </a:cubicBezTo>
                <a:cubicBezTo>
                  <a:pt x="2675" y="3198"/>
                  <a:pt x="2640" y="3211"/>
                  <a:pt x="2614" y="3237"/>
                </a:cubicBezTo>
                <a:cubicBezTo>
                  <a:pt x="2563" y="3289"/>
                  <a:pt x="2563" y="3378"/>
                  <a:pt x="2614" y="3437"/>
                </a:cubicBezTo>
                <a:lnTo>
                  <a:pt x="2888" y="3704"/>
                </a:lnTo>
                <a:cubicBezTo>
                  <a:pt x="2918" y="3733"/>
                  <a:pt x="2955" y="3755"/>
                  <a:pt x="2992" y="3770"/>
                </a:cubicBezTo>
                <a:cubicBezTo>
                  <a:pt x="3022" y="3778"/>
                  <a:pt x="3051" y="3785"/>
                  <a:pt x="3088" y="3785"/>
                </a:cubicBezTo>
                <a:lnTo>
                  <a:pt x="3103" y="3785"/>
                </a:lnTo>
                <a:cubicBezTo>
                  <a:pt x="3148" y="3785"/>
                  <a:pt x="3185" y="3770"/>
                  <a:pt x="3222" y="3748"/>
                </a:cubicBezTo>
                <a:cubicBezTo>
                  <a:pt x="3251" y="3733"/>
                  <a:pt x="3281" y="3704"/>
                  <a:pt x="3310" y="3674"/>
                </a:cubicBezTo>
                <a:lnTo>
                  <a:pt x="3851" y="2956"/>
                </a:lnTo>
                <a:cubicBezTo>
                  <a:pt x="3895" y="2896"/>
                  <a:pt x="3881" y="2808"/>
                  <a:pt x="3821" y="2763"/>
                </a:cubicBezTo>
                <a:cubicBezTo>
                  <a:pt x="3797" y="2745"/>
                  <a:pt x="3767" y="2735"/>
                  <a:pt x="3737" y="2735"/>
                </a:cubicBezTo>
                <a:close/>
                <a:moveTo>
                  <a:pt x="3244" y="2223"/>
                </a:moveTo>
                <a:cubicBezTo>
                  <a:pt x="3777" y="2223"/>
                  <a:pt x="4214" y="2659"/>
                  <a:pt x="4214" y="3200"/>
                </a:cubicBezTo>
                <a:cubicBezTo>
                  <a:pt x="4214" y="3733"/>
                  <a:pt x="3777" y="4170"/>
                  <a:pt x="3244" y="4170"/>
                </a:cubicBezTo>
                <a:cubicBezTo>
                  <a:pt x="2703" y="4170"/>
                  <a:pt x="2274" y="3733"/>
                  <a:pt x="2274" y="3200"/>
                </a:cubicBezTo>
                <a:cubicBezTo>
                  <a:pt x="2274" y="2659"/>
                  <a:pt x="2703" y="2223"/>
                  <a:pt x="3244" y="2223"/>
                </a:cubicBezTo>
                <a:close/>
                <a:moveTo>
                  <a:pt x="2264" y="0"/>
                </a:moveTo>
                <a:cubicBezTo>
                  <a:pt x="2065" y="0"/>
                  <a:pt x="1867" y="28"/>
                  <a:pt x="1674" y="82"/>
                </a:cubicBezTo>
                <a:cubicBezTo>
                  <a:pt x="1281" y="186"/>
                  <a:pt x="926" y="401"/>
                  <a:pt x="645" y="697"/>
                </a:cubicBezTo>
                <a:cubicBezTo>
                  <a:pt x="363" y="993"/>
                  <a:pt x="171" y="1364"/>
                  <a:pt x="89" y="1763"/>
                </a:cubicBezTo>
                <a:cubicBezTo>
                  <a:pt x="0" y="2163"/>
                  <a:pt x="30" y="2578"/>
                  <a:pt x="163" y="2963"/>
                </a:cubicBezTo>
                <a:cubicBezTo>
                  <a:pt x="304" y="3348"/>
                  <a:pt x="541" y="3689"/>
                  <a:pt x="859" y="3948"/>
                </a:cubicBezTo>
                <a:cubicBezTo>
                  <a:pt x="1178" y="4200"/>
                  <a:pt x="1555" y="4370"/>
                  <a:pt x="1963" y="4422"/>
                </a:cubicBezTo>
                <a:lnTo>
                  <a:pt x="1978" y="4422"/>
                </a:lnTo>
                <a:cubicBezTo>
                  <a:pt x="2052" y="4422"/>
                  <a:pt x="2111" y="4370"/>
                  <a:pt x="2118" y="4303"/>
                </a:cubicBezTo>
                <a:cubicBezTo>
                  <a:pt x="2126" y="4229"/>
                  <a:pt x="2074" y="4155"/>
                  <a:pt x="2000" y="4148"/>
                </a:cubicBezTo>
                <a:cubicBezTo>
                  <a:pt x="1689" y="4103"/>
                  <a:pt x="1385" y="3985"/>
                  <a:pt x="1126" y="3800"/>
                </a:cubicBezTo>
                <a:lnTo>
                  <a:pt x="1274" y="3059"/>
                </a:lnTo>
                <a:lnTo>
                  <a:pt x="1356" y="3059"/>
                </a:lnTo>
                <a:cubicBezTo>
                  <a:pt x="1422" y="3059"/>
                  <a:pt x="1489" y="3045"/>
                  <a:pt x="1541" y="3015"/>
                </a:cubicBezTo>
                <a:cubicBezTo>
                  <a:pt x="1600" y="2985"/>
                  <a:pt x="1652" y="2948"/>
                  <a:pt x="1681" y="2896"/>
                </a:cubicBezTo>
                <a:cubicBezTo>
                  <a:pt x="1726" y="2852"/>
                  <a:pt x="1755" y="2793"/>
                  <a:pt x="1763" y="2726"/>
                </a:cubicBezTo>
                <a:cubicBezTo>
                  <a:pt x="1778" y="2667"/>
                  <a:pt x="1778" y="2600"/>
                  <a:pt x="1763" y="2541"/>
                </a:cubicBezTo>
                <a:lnTo>
                  <a:pt x="1622" y="1986"/>
                </a:lnTo>
                <a:cubicBezTo>
                  <a:pt x="1600" y="1897"/>
                  <a:pt x="1548" y="1815"/>
                  <a:pt x="1474" y="1756"/>
                </a:cubicBezTo>
                <a:cubicBezTo>
                  <a:pt x="1400" y="1697"/>
                  <a:pt x="1311" y="1667"/>
                  <a:pt x="1222" y="1667"/>
                </a:cubicBezTo>
                <a:lnTo>
                  <a:pt x="400" y="1667"/>
                </a:lnTo>
                <a:cubicBezTo>
                  <a:pt x="482" y="1378"/>
                  <a:pt x="637" y="1112"/>
                  <a:pt x="845" y="890"/>
                </a:cubicBezTo>
                <a:cubicBezTo>
                  <a:pt x="1089" y="630"/>
                  <a:pt x="1400" y="438"/>
                  <a:pt x="1748" y="349"/>
                </a:cubicBezTo>
                <a:cubicBezTo>
                  <a:pt x="1915" y="302"/>
                  <a:pt x="2088" y="278"/>
                  <a:pt x="2261" y="278"/>
                </a:cubicBezTo>
                <a:cubicBezTo>
                  <a:pt x="2441" y="278"/>
                  <a:pt x="2622" y="304"/>
                  <a:pt x="2800" y="356"/>
                </a:cubicBezTo>
                <a:cubicBezTo>
                  <a:pt x="3111" y="445"/>
                  <a:pt x="3392" y="608"/>
                  <a:pt x="3621" y="838"/>
                </a:cubicBezTo>
                <a:lnTo>
                  <a:pt x="3177" y="838"/>
                </a:lnTo>
                <a:cubicBezTo>
                  <a:pt x="3088" y="838"/>
                  <a:pt x="2992" y="867"/>
                  <a:pt x="2925" y="927"/>
                </a:cubicBezTo>
                <a:cubicBezTo>
                  <a:pt x="2851" y="978"/>
                  <a:pt x="2800" y="1060"/>
                  <a:pt x="2777" y="1149"/>
                </a:cubicBezTo>
                <a:lnTo>
                  <a:pt x="2681" y="1519"/>
                </a:lnTo>
                <a:cubicBezTo>
                  <a:pt x="2666" y="1593"/>
                  <a:pt x="2711" y="1675"/>
                  <a:pt x="2785" y="1689"/>
                </a:cubicBezTo>
                <a:cubicBezTo>
                  <a:pt x="2792" y="1697"/>
                  <a:pt x="2807" y="1697"/>
                  <a:pt x="2814" y="1697"/>
                </a:cubicBezTo>
                <a:cubicBezTo>
                  <a:pt x="2881" y="1697"/>
                  <a:pt x="2933" y="1652"/>
                  <a:pt x="2955" y="1593"/>
                </a:cubicBezTo>
                <a:lnTo>
                  <a:pt x="3044" y="1215"/>
                </a:lnTo>
                <a:cubicBezTo>
                  <a:pt x="3051" y="1186"/>
                  <a:pt x="3066" y="1164"/>
                  <a:pt x="3096" y="1141"/>
                </a:cubicBezTo>
                <a:cubicBezTo>
                  <a:pt x="3118" y="1127"/>
                  <a:pt x="3148" y="1112"/>
                  <a:pt x="3177" y="1112"/>
                </a:cubicBezTo>
                <a:lnTo>
                  <a:pt x="3858" y="1112"/>
                </a:lnTo>
                <a:cubicBezTo>
                  <a:pt x="4007" y="1334"/>
                  <a:pt x="4118" y="1578"/>
                  <a:pt x="4169" y="1845"/>
                </a:cubicBezTo>
                <a:cubicBezTo>
                  <a:pt x="4183" y="1910"/>
                  <a:pt x="4242" y="1958"/>
                  <a:pt x="4307" y="1958"/>
                </a:cubicBezTo>
                <a:cubicBezTo>
                  <a:pt x="4315" y="1958"/>
                  <a:pt x="4324" y="1958"/>
                  <a:pt x="4332" y="1956"/>
                </a:cubicBezTo>
                <a:cubicBezTo>
                  <a:pt x="4406" y="1941"/>
                  <a:pt x="4451" y="1867"/>
                  <a:pt x="4436" y="1793"/>
                </a:cubicBezTo>
                <a:cubicBezTo>
                  <a:pt x="4377" y="1475"/>
                  <a:pt x="4251" y="1186"/>
                  <a:pt x="4066" y="927"/>
                </a:cubicBezTo>
                <a:cubicBezTo>
                  <a:pt x="4051" y="904"/>
                  <a:pt x="4036" y="882"/>
                  <a:pt x="4014" y="867"/>
                </a:cubicBezTo>
                <a:cubicBezTo>
                  <a:pt x="3977" y="816"/>
                  <a:pt x="3940" y="764"/>
                  <a:pt x="3895" y="719"/>
                </a:cubicBezTo>
                <a:cubicBezTo>
                  <a:pt x="3621" y="416"/>
                  <a:pt x="3266" y="201"/>
                  <a:pt x="2874" y="90"/>
                </a:cubicBezTo>
                <a:cubicBezTo>
                  <a:pt x="2674" y="30"/>
                  <a:pt x="2469" y="0"/>
                  <a:pt x="2264" y="0"/>
                </a:cubicBezTo>
                <a:close/>
                <a:moveTo>
                  <a:pt x="3244" y="1949"/>
                </a:moveTo>
                <a:cubicBezTo>
                  <a:pt x="2555" y="1949"/>
                  <a:pt x="1992" y="2511"/>
                  <a:pt x="1992" y="3200"/>
                </a:cubicBezTo>
                <a:cubicBezTo>
                  <a:pt x="1992" y="3889"/>
                  <a:pt x="2555" y="4444"/>
                  <a:pt x="3244" y="4444"/>
                </a:cubicBezTo>
                <a:cubicBezTo>
                  <a:pt x="3932" y="4444"/>
                  <a:pt x="4495" y="3889"/>
                  <a:pt x="4495" y="3200"/>
                </a:cubicBezTo>
                <a:cubicBezTo>
                  <a:pt x="4495" y="2511"/>
                  <a:pt x="3932" y="1949"/>
                  <a:pt x="3244" y="1949"/>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77"/>
          <p:cNvSpPr/>
          <p:nvPr/>
        </p:nvSpPr>
        <p:spPr>
          <a:xfrm>
            <a:off x="518150" y="1188800"/>
            <a:ext cx="333900" cy="333300"/>
          </a:xfrm>
          <a:custGeom>
            <a:rect b="b" l="l" r="r" t="t"/>
            <a:pathLst>
              <a:path extrusionOk="0" h="4444" w="4452">
                <a:moveTo>
                  <a:pt x="3755" y="281"/>
                </a:moveTo>
                <a:cubicBezTo>
                  <a:pt x="3785" y="281"/>
                  <a:pt x="3822" y="296"/>
                  <a:pt x="3851" y="318"/>
                </a:cubicBezTo>
                <a:cubicBezTo>
                  <a:pt x="3874" y="348"/>
                  <a:pt x="3888" y="385"/>
                  <a:pt x="3888" y="415"/>
                </a:cubicBezTo>
                <a:lnTo>
                  <a:pt x="3888" y="837"/>
                </a:lnTo>
                <a:lnTo>
                  <a:pt x="282" y="837"/>
                </a:lnTo>
                <a:lnTo>
                  <a:pt x="282" y="415"/>
                </a:lnTo>
                <a:cubicBezTo>
                  <a:pt x="282" y="378"/>
                  <a:pt x="297" y="348"/>
                  <a:pt x="319" y="318"/>
                </a:cubicBezTo>
                <a:cubicBezTo>
                  <a:pt x="349" y="296"/>
                  <a:pt x="386" y="281"/>
                  <a:pt x="423" y="281"/>
                </a:cubicBezTo>
                <a:close/>
                <a:moveTo>
                  <a:pt x="3200" y="2918"/>
                </a:moveTo>
                <a:cubicBezTo>
                  <a:pt x="3237" y="2918"/>
                  <a:pt x="3266" y="2932"/>
                  <a:pt x="3296" y="2955"/>
                </a:cubicBezTo>
                <a:cubicBezTo>
                  <a:pt x="3318" y="2984"/>
                  <a:pt x="3333" y="3021"/>
                  <a:pt x="3333" y="3058"/>
                </a:cubicBezTo>
                <a:cubicBezTo>
                  <a:pt x="3333" y="3095"/>
                  <a:pt x="3318" y="3125"/>
                  <a:pt x="3296" y="3155"/>
                </a:cubicBezTo>
                <a:cubicBezTo>
                  <a:pt x="3270" y="3180"/>
                  <a:pt x="3233" y="3193"/>
                  <a:pt x="3196" y="3193"/>
                </a:cubicBezTo>
                <a:cubicBezTo>
                  <a:pt x="3159" y="3193"/>
                  <a:pt x="3122" y="3180"/>
                  <a:pt x="3096" y="3155"/>
                </a:cubicBezTo>
                <a:cubicBezTo>
                  <a:pt x="3074" y="3125"/>
                  <a:pt x="3059" y="3095"/>
                  <a:pt x="3059" y="3058"/>
                </a:cubicBezTo>
                <a:cubicBezTo>
                  <a:pt x="3059" y="3021"/>
                  <a:pt x="3074" y="2984"/>
                  <a:pt x="3096" y="2955"/>
                </a:cubicBezTo>
                <a:cubicBezTo>
                  <a:pt x="3126" y="2932"/>
                  <a:pt x="3163" y="2918"/>
                  <a:pt x="3200" y="2918"/>
                </a:cubicBezTo>
                <a:close/>
                <a:moveTo>
                  <a:pt x="3200" y="2644"/>
                </a:moveTo>
                <a:cubicBezTo>
                  <a:pt x="3081" y="2644"/>
                  <a:pt x="2978" y="2681"/>
                  <a:pt x="2904" y="2762"/>
                </a:cubicBezTo>
                <a:cubicBezTo>
                  <a:pt x="2822" y="2844"/>
                  <a:pt x="2778" y="2947"/>
                  <a:pt x="2778" y="3058"/>
                </a:cubicBezTo>
                <a:cubicBezTo>
                  <a:pt x="2778" y="3169"/>
                  <a:pt x="2822" y="3273"/>
                  <a:pt x="2904" y="3355"/>
                </a:cubicBezTo>
                <a:cubicBezTo>
                  <a:pt x="2978" y="3429"/>
                  <a:pt x="3081" y="3473"/>
                  <a:pt x="3200" y="3473"/>
                </a:cubicBezTo>
                <a:cubicBezTo>
                  <a:pt x="3311" y="3473"/>
                  <a:pt x="3415" y="3429"/>
                  <a:pt x="3489" y="3355"/>
                </a:cubicBezTo>
                <a:cubicBezTo>
                  <a:pt x="3570" y="3273"/>
                  <a:pt x="3614" y="3169"/>
                  <a:pt x="3614" y="3058"/>
                </a:cubicBezTo>
                <a:cubicBezTo>
                  <a:pt x="3614" y="2947"/>
                  <a:pt x="3570" y="2844"/>
                  <a:pt x="3489" y="2762"/>
                </a:cubicBezTo>
                <a:cubicBezTo>
                  <a:pt x="3415" y="2681"/>
                  <a:pt x="3311" y="2644"/>
                  <a:pt x="3200" y="2644"/>
                </a:cubicBezTo>
                <a:close/>
                <a:moveTo>
                  <a:pt x="423" y="0"/>
                </a:moveTo>
                <a:cubicBezTo>
                  <a:pt x="312" y="0"/>
                  <a:pt x="201" y="44"/>
                  <a:pt x="127" y="126"/>
                </a:cubicBezTo>
                <a:cubicBezTo>
                  <a:pt x="45" y="200"/>
                  <a:pt x="1" y="304"/>
                  <a:pt x="1" y="415"/>
                </a:cubicBezTo>
                <a:lnTo>
                  <a:pt x="1" y="3473"/>
                </a:lnTo>
                <a:cubicBezTo>
                  <a:pt x="1" y="3584"/>
                  <a:pt x="45" y="3688"/>
                  <a:pt x="127" y="3769"/>
                </a:cubicBezTo>
                <a:cubicBezTo>
                  <a:pt x="201" y="3843"/>
                  <a:pt x="312" y="3888"/>
                  <a:pt x="423" y="3888"/>
                </a:cubicBezTo>
                <a:lnTo>
                  <a:pt x="1534" y="3888"/>
                </a:lnTo>
                <a:cubicBezTo>
                  <a:pt x="1608" y="3888"/>
                  <a:pt x="1667" y="3828"/>
                  <a:pt x="1667" y="3747"/>
                </a:cubicBezTo>
                <a:cubicBezTo>
                  <a:pt x="1667" y="3673"/>
                  <a:pt x="1608" y="3614"/>
                  <a:pt x="1534" y="3614"/>
                </a:cubicBezTo>
                <a:lnTo>
                  <a:pt x="423" y="3614"/>
                </a:lnTo>
                <a:cubicBezTo>
                  <a:pt x="386" y="3614"/>
                  <a:pt x="349" y="3599"/>
                  <a:pt x="319" y="3569"/>
                </a:cubicBezTo>
                <a:cubicBezTo>
                  <a:pt x="297" y="3547"/>
                  <a:pt x="282" y="3510"/>
                  <a:pt x="282" y="3473"/>
                </a:cubicBezTo>
                <a:lnTo>
                  <a:pt x="282" y="1111"/>
                </a:lnTo>
                <a:lnTo>
                  <a:pt x="3888" y="1111"/>
                </a:lnTo>
                <a:lnTo>
                  <a:pt x="3888" y="1533"/>
                </a:lnTo>
                <a:cubicBezTo>
                  <a:pt x="3888" y="1607"/>
                  <a:pt x="3955" y="1666"/>
                  <a:pt x="4029" y="1666"/>
                </a:cubicBezTo>
                <a:cubicBezTo>
                  <a:pt x="4103" y="1666"/>
                  <a:pt x="4170" y="1607"/>
                  <a:pt x="4170" y="1533"/>
                </a:cubicBezTo>
                <a:lnTo>
                  <a:pt x="4170" y="415"/>
                </a:lnTo>
                <a:cubicBezTo>
                  <a:pt x="4170" y="304"/>
                  <a:pt x="4125" y="200"/>
                  <a:pt x="4044" y="126"/>
                </a:cubicBezTo>
                <a:cubicBezTo>
                  <a:pt x="3970" y="44"/>
                  <a:pt x="3866" y="0"/>
                  <a:pt x="3755" y="0"/>
                </a:cubicBezTo>
                <a:close/>
                <a:moveTo>
                  <a:pt x="3196" y="1948"/>
                </a:moveTo>
                <a:cubicBezTo>
                  <a:pt x="3218" y="1948"/>
                  <a:pt x="3240" y="1955"/>
                  <a:pt x="3259" y="1970"/>
                </a:cubicBezTo>
                <a:cubicBezTo>
                  <a:pt x="3281" y="1985"/>
                  <a:pt x="3296" y="1999"/>
                  <a:pt x="3296" y="2022"/>
                </a:cubicBezTo>
                <a:lnTo>
                  <a:pt x="3377" y="2296"/>
                </a:lnTo>
                <a:cubicBezTo>
                  <a:pt x="3407" y="2370"/>
                  <a:pt x="3459" y="2436"/>
                  <a:pt x="3526" y="2481"/>
                </a:cubicBezTo>
                <a:cubicBezTo>
                  <a:pt x="3581" y="2508"/>
                  <a:pt x="3639" y="2523"/>
                  <a:pt x="3700" y="2523"/>
                </a:cubicBezTo>
                <a:cubicBezTo>
                  <a:pt x="3720" y="2523"/>
                  <a:pt x="3741" y="2522"/>
                  <a:pt x="3763" y="2518"/>
                </a:cubicBezTo>
                <a:lnTo>
                  <a:pt x="4037" y="2451"/>
                </a:lnTo>
                <a:cubicBezTo>
                  <a:pt x="4043" y="2449"/>
                  <a:pt x="4050" y="2448"/>
                  <a:pt x="4056" y="2448"/>
                </a:cubicBezTo>
                <a:cubicBezTo>
                  <a:pt x="4072" y="2448"/>
                  <a:pt x="4087" y="2453"/>
                  <a:pt x="4103" y="2458"/>
                </a:cubicBezTo>
                <a:cubicBezTo>
                  <a:pt x="4125" y="2466"/>
                  <a:pt x="4140" y="2481"/>
                  <a:pt x="4155" y="2503"/>
                </a:cubicBezTo>
                <a:cubicBezTo>
                  <a:pt x="4162" y="2525"/>
                  <a:pt x="4170" y="2547"/>
                  <a:pt x="4170" y="2570"/>
                </a:cubicBezTo>
                <a:cubicBezTo>
                  <a:pt x="4162" y="2592"/>
                  <a:pt x="4155" y="2614"/>
                  <a:pt x="4140" y="2629"/>
                </a:cubicBezTo>
                <a:lnTo>
                  <a:pt x="3948" y="2836"/>
                </a:lnTo>
                <a:cubicBezTo>
                  <a:pt x="3888" y="2895"/>
                  <a:pt x="3859" y="2977"/>
                  <a:pt x="3859" y="3058"/>
                </a:cubicBezTo>
                <a:cubicBezTo>
                  <a:pt x="3859" y="3140"/>
                  <a:pt x="3888" y="3221"/>
                  <a:pt x="3948" y="3280"/>
                </a:cubicBezTo>
                <a:lnTo>
                  <a:pt x="4140" y="3488"/>
                </a:lnTo>
                <a:cubicBezTo>
                  <a:pt x="4155" y="3503"/>
                  <a:pt x="4162" y="3525"/>
                  <a:pt x="4170" y="3547"/>
                </a:cubicBezTo>
                <a:cubicBezTo>
                  <a:pt x="4170" y="3569"/>
                  <a:pt x="4162" y="3591"/>
                  <a:pt x="4155" y="3614"/>
                </a:cubicBezTo>
                <a:cubicBezTo>
                  <a:pt x="4140" y="3636"/>
                  <a:pt x="4125" y="3651"/>
                  <a:pt x="4103" y="3658"/>
                </a:cubicBezTo>
                <a:cubicBezTo>
                  <a:pt x="4087" y="3663"/>
                  <a:pt x="4072" y="3669"/>
                  <a:pt x="4056" y="3669"/>
                </a:cubicBezTo>
                <a:cubicBezTo>
                  <a:pt x="4050" y="3669"/>
                  <a:pt x="4043" y="3668"/>
                  <a:pt x="4037" y="3666"/>
                </a:cubicBezTo>
                <a:lnTo>
                  <a:pt x="3763" y="3599"/>
                </a:lnTo>
                <a:cubicBezTo>
                  <a:pt x="3741" y="3595"/>
                  <a:pt x="3720" y="3593"/>
                  <a:pt x="3700" y="3593"/>
                </a:cubicBezTo>
                <a:cubicBezTo>
                  <a:pt x="3640" y="3593"/>
                  <a:pt x="3582" y="3608"/>
                  <a:pt x="3533" y="3636"/>
                </a:cubicBezTo>
                <a:cubicBezTo>
                  <a:pt x="3459" y="3680"/>
                  <a:pt x="3407" y="3747"/>
                  <a:pt x="3385" y="3821"/>
                </a:cubicBezTo>
                <a:lnTo>
                  <a:pt x="3303" y="4095"/>
                </a:lnTo>
                <a:cubicBezTo>
                  <a:pt x="3296" y="4117"/>
                  <a:pt x="3281" y="4132"/>
                  <a:pt x="3259" y="4147"/>
                </a:cubicBezTo>
                <a:cubicBezTo>
                  <a:pt x="3240" y="4162"/>
                  <a:pt x="3218" y="4169"/>
                  <a:pt x="3196" y="4169"/>
                </a:cubicBezTo>
                <a:cubicBezTo>
                  <a:pt x="3174" y="4169"/>
                  <a:pt x="3152" y="4162"/>
                  <a:pt x="3133" y="4147"/>
                </a:cubicBezTo>
                <a:cubicBezTo>
                  <a:pt x="3111" y="4132"/>
                  <a:pt x="3103" y="4117"/>
                  <a:pt x="3096" y="4095"/>
                </a:cubicBezTo>
                <a:lnTo>
                  <a:pt x="3015" y="3821"/>
                </a:lnTo>
                <a:cubicBezTo>
                  <a:pt x="2985" y="3747"/>
                  <a:pt x="2933" y="3680"/>
                  <a:pt x="2867" y="3636"/>
                </a:cubicBezTo>
                <a:cubicBezTo>
                  <a:pt x="2815" y="3606"/>
                  <a:pt x="2755" y="3591"/>
                  <a:pt x="2704" y="3591"/>
                </a:cubicBezTo>
                <a:cubicBezTo>
                  <a:pt x="2681" y="3591"/>
                  <a:pt x="2652" y="3599"/>
                  <a:pt x="2630" y="3599"/>
                </a:cubicBezTo>
                <a:lnTo>
                  <a:pt x="2356" y="3666"/>
                </a:lnTo>
                <a:cubicBezTo>
                  <a:pt x="2349" y="3668"/>
                  <a:pt x="2343" y="3669"/>
                  <a:pt x="2336" y="3669"/>
                </a:cubicBezTo>
                <a:cubicBezTo>
                  <a:pt x="2320" y="3669"/>
                  <a:pt x="2305" y="3663"/>
                  <a:pt x="2289" y="3658"/>
                </a:cubicBezTo>
                <a:cubicBezTo>
                  <a:pt x="2267" y="3651"/>
                  <a:pt x="2252" y="3636"/>
                  <a:pt x="2237" y="3614"/>
                </a:cubicBezTo>
                <a:cubicBezTo>
                  <a:pt x="2230" y="3591"/>
                  <a:pt x="2222" y="3569"/>
                  <a:pt x="2222" y="3547"/>
                </a:cubicBezTo>
                <a:cubicBezTo>
                  <a:pt x="2230" y="3525"/>
                  <a:pt x="2237" y="3503"/>
                  <a:pt x="2252" y="3488"/>
                </a:cubicBezTo>
                <a:lnTo>
                  <a:pt x="2444" y="3280"/>
                </a:lnTo>
                <a:cubicBezTo>
                  <a:pt x="2504" y="3221"/>
                  <a:pt x="2533" y="3140"/>
                  <a:pt x="2533" y="3058"/>
                </a:cubicBezTo>
                <a:cubicBezTo>
                  <a:pt x="2533" y="2977"/>
                  <a:pt x="2504" y="2895"/>
                  <a:pt x="2444" y="2836"/>
                </a:cubicBezTo>
                <a:lnTo>
                  <a:pt x="2252" y="2629"/>
                </a:lnTo>
                <a:cubicBezTo>
                  <a:pt x="2237" y="2614"/>
                  <a:pt x="2230" y="2592"/>
                  <a:pt x="2222" y="2570"/>
                </a:cubicBezTo>
                <a:cubicBezTo>
                  <a:pt x="2222" y="2547"/>
                  <a:pt x="2230" y="2525"/>
                  <a:pt x="2237" y="2503"/>
                </a:cubicBezTo>
                <a:cubicBezTo>
                  <a:pt x="2252" y="2481"/>
                  <a:pt x="2267" y="2466"/>
                  <a:pt x="2289" y="2458"/>
                </a:cubicBezTo>
                <a:cubicBezTo>
                  <a:pt x="2305" y="2453"/>
                  <a:pt x="2320" y="2448"/>
                  <a:pt x="2336" y="2448"/>
                </a:cubicBezTo>
                <a:cubicBezTo>
                  <a:pt x="2343" y="2448"/>
                  <a:pt x="2349" y="2449"/>
                  <a:pt x="2356" y="2451"/>
                </a:cubicBezTo>
                <a:lnTo>
                  <a:pt x="2630" y="2518"/>
                </a:lnTo>
                <a:cubicBezTo>
                  <a:pt x="2651" y="2522"/>
                  <a:pt x="2672" y="2523"/>
                  <a:pt x="2693" y="2523"/>
                </a:cubicBezTo>
                <a:cubicBezTo>
                  <a:pt x="2753" y="2523"/>
                  <a:pt x="2812" y="2508"/>
                  <a:pt x="2867" y="2481"/>
                </a:cubicBezTo>
                <a:cubicBezTo>
                  <a:pt x="2933" y="2436"/>
                  <a:pt x="2985" y="2370"/>
                  <a:pt x="3015" y="2296"/>
                </a:cubicBezTo>
                <a:lnTo>
                  <a:pt x="3096" y="2022"/>
                </a:lnTo>
                <a:cubicBezTo>
                  <a:pt x="3103" y="1999"/>
                  <a:pt x="3111" y="1985"/>
                  <a:pt x="3133" y="1970"/>
                </a:cubicBezTo>
                <a:cubicBezTo>
                  <a:pt x="3152" y="1955"/>
                  <a:pt x="3174" y="1948"/>
                  <a:pt x="3196" y="1948"/>
                </a:cubicBezTo>
                <a:close/>
                <a:moveTo>
                  <a:pt x="3195" y="1673"/>
                </a:moveTo>
                <a:cubicBezTo>
                  <a:pt x="3115" y="1673"/>
                  <a:pt x="3036" y="1697"/>
                  <a:pt x="2970" y="1748"/>
                </a:cubicBezTo>
                <a:cubicBezTo>
                  <a:pt x="2904" y="1792"/>
                  <a:pt x="2852" y="1866"/>
                  <a:pt x="2830" y="1940"/>
                </a:cubicBezTo>
                <a:lnTo>
                  <a:pt x="2748" y="2214"/>
                </a:lnTo>
                <a:cubicBezTo>
                  <a:pt x="2741" y="2222"/>
                  <a:pt x="2733" y="2236"/>
                  <a:pt x="2726" y="2236"/>
                </a:cubicBezTo>
                <a:cubicBezTo>
                  <a:pt x="2718" y="2244"/>
                  <a:pt x="2704" y="2244"/>
                  <a:pt x="2696" y="2244"/>
                </a:cubicBezTo>
                <a:lnTo>
                  <a:pt x="2422" y="2185"/>
                </a:lnTo>
                <a:cubicBezTo>
                  <a:pt x="2390" y="2176"/>
                  <a:pt x="2357" y="2172"/>
                  <a:pt x="2324" y="2172"/>
                </a:cubicBezTo>
                <a:cubicBezTo>
                  <a:pt x="2273" y="2172"/>
                  <a:pt x="2223" y="2181"/>
                  <a:pt x="2178" y="2199"/>
                </a:cubicBezTo>
                <a:cubicBezTo>
                  <a:pt x="2104" y="2236"/>
                  <a:pt x="2037" y="2296"/>
                  <a:pt x="2000" y="2362"/>
                </a:cubicBezTo>
                <a:cubicBezTo>
                  <a:pt x="1956" y="2436"/>
                  <a:pt x="1941" y="2525"/>
                  <a:pt x="1948" y="2599"/>
                </a:cubicBezTo>
                <a:cubicBezTo>
                  <a:pt x="1956" y="2688"/>
                  <a:pt x="1993" y="2762"/>
                  <a:pt x="2052" y="2821"/>
                </a:cubicBezTo>
                <a:lnTo>
                  <a:pt x="2245" y="3029"/>
                </a:lnTo>
                <a:cubicBezTo>
                  <a:pt x="2252" y="3036"/>
                  <a:pt x="2252" y="3051"/>
                  <a:pt x="2252" y="3058"/>
                </a:cubicBezTo>
                <a:cubicBezTo>
                  <a:pt x="2252" y="3073"/>
                  <a:pt x="2252" y="3081"/>
                  <a:pt x="2237" y="3088"/>
                </a:cubicBezTo>
                <a:lnTo>
                  <a:pt x="2052" y="3295"/>
                </a:lnTo>
                <a:cubicBezTo>
                  <a:pt x="1993" y="3355"/>
                  <a:pt x="1956" y="3436"/>
                  <a:pt x="1948" y="3517"/>
                </a:cubicBezTo>
                <a:cubicBezTo>
                  <a:pt x="1941" y="3599"/>
                  <a:pt x="1956" y="3680"/>
                  <a:pt x="2000" y="3754"/>
                </a:cubicBezTo>
                <a:cubicBezTo>
                  <a:pt x="2037" y="3821"/>
                  <a:pt x="2104" y="3880"/>
                  <a:pt x="2178" y="3917"/>
                </a:cubicBezTo>
                <a:cubicBezTo>
                  <a:pt x="2227" y="3937"/>
                  <a:pt x="2283" y="3947"/>
                  <a:pt x="2339" y="3947"/>
                </a:cubicBezTo>
                <a:cubicBezTo>
                  <a:pt x="2367" y="3947"/>
                  <a:pt x="2395" y="3944"/>
                  <a:pt x="2422" y="3940"/>
                </a:cubicBezTo>
                <a:lnTo>
                  <a:pt x="2689" y="3873"/>
                </a:lnTo>
                <a:cubicBezTo>
                  <a:pt x="2704" y="3873"/>
                  <a:pt x="2718" y="3873"/>
                  <a:pt x="2726" y="3880"/>
                </a:cubicBezTo>
                <a:cubicBezTo>
                  <a:pt x="2733" y="3880"/>
                  <a:pt x="2741" y="3895"/>
                  <a:pt x="2748" y="3902"/>
                </a:cubicBezTo>
                <a:lnTo>
                  <a:pt x="2830" y="4169"/>
                </a:lnTo>
                <a:cubicBezTo>
                  <a:pt x="2852" y="4251"/>
                  <a:pt x="2896" y="4325"/>
                  <a:pt x="2963" y="4369"/>
                </a:cubicBezTo>
                <a:cubicBezTo>
                  <a:pt x="3029" y="4421"/>
                  <a:pt x="3111" y="4443"/>
                  <a:pt x="3192" y="4443"/>
                </a:cubicBezTo>
                <a:cubicBezTo>
                  <a:pt x="3274" y="4443"/>
                  <a:pt x="3355" y="4421"/>
                  <a:pt x="3422" y="4369"/>
                </a:cubicBezTo>
                <a:cubicBezTo>
                  <a:pt x="3489" y="4325"/>
                  <a:pt x="3540" y="4251"/>
                  <a:pt x="3563" y="4169"/>
                </a:cubicBezTo>
                <a:lnTo>
                  <a:pt x="3644" y="3902"/>
                </a:lnTo>
                <a:cubicBezTo>
                  <a:pt x="3651" y="3895"/>
                  <a:pt x="3659" y="3880"/>
                  <a:pt x="3666" y="3880"/>
                </a:cubicBezTo>
                <a:cubicBezTo>
                  <a:pt x="3674" y="3873"/>
                  <a:pt x="3688" y="3873"/>
                  <a:pt x="3696" y="3873"/>
                </a:cubicBezTo>
                <a:lnTo>
                  <a:pt x="3970" y="3932"/>
                </a:lnTo>
                <a:cubicBezTo>
                  <a:pt x="4000" y="3940"/>
                  <a:pt x="4032" y="3945"/>
                  <a:pt x="4063" y="3945"/>
                </a:cubicBezTo>
                <a:cubicBezTo>
                  <a:pt x="4116" y="3945"/>
                  <a:pt x="4168" y="3933"/>
                  <a:pt x="4214" y="3910"/>
                </a:cubicBezTo>
                <a:cubicBezTo>
                  <a:pt x="4288" y="3880"/>
                  <a:pt x="4348" y="3821"/>
                  <a:pt x="4392" y="3754"/>
                </a:cubicBezTo>
                <a:cubicBezTo>
                  <a:pt x="4436" y="3680"/>
                  <a:pt x="4451" y="3599"/>
                  <a:pt x="4444" y="3517"/>
                </a:cubicBezTo>
                <a:cubicBezTo>
                  <a:pt x="4429" y="3436"/>
                  <a:pt x="4392" y="3355"/>
                  <a:pt x="4340" y="3295"/>
                </a:cubicBezTo>
                <a:lnTo>
                  <a:pt x="4148" y="3088"/>
                </a:lnTo>
                <a:cubicBezTo>
                  <a:pt x="4140" y="3081"/>
                  <a:pt x="4140" y="3066"/>
                  <a:pt x="4140" y="3058"/>
                </a:cubicBezTo>
                <a:cubicBezTo>
                  <a:pt x="4140" y="3044"/>
                  <a:pt x="4140" y="3036"/>
                  <a:pt x="4148" y="3021"/>
                </a:cubicBezTo>
                <a:lnTo>
                  <a:pt x="4340" y="2821"/>
                </a:lnTo>
                <a:cubicBezTo>
                  <a:pt x="4399" y="2762"/>
                  <a:pt x="4436" y="2681"/>
                  <a:pt x="4444" y="2599"/>
                </a:cubicBezTo>
                <a:cubicBezTo>
                  <a:pt x="4451" y="2518"/>
                  <a:pt x="4436" y="2436"/>
                  <a:pt x="4392" y="2362"/>
                </a:cubicBezTo>
                <a:cubicBezTo>
                  <a:pt x="4355" y="2288"/>
                  <a:pt x="4288" y="2236"/>
                  <a:pt x="4214" y="2199"/>
                </a:cubicBezTo>
                <a:cubicBezTo>
                  <a:pt x="4165" y="2180"/>
                  <a:pt x="4109" y="2170"/>
                  <a:pt x="4053" y="2170"/>
                </a:cubicBezTo>
                <a:cubicBezTo>
                  <a:pt x="4025" y="2170"/>
                  <a:pt x="3997" y="2172"/>
                  <a:pt x="3970" y="2177"/>
                </a:cubicBezTo>
                <a:lnTo>
                  <a:pt x="3703" y="2244"/>
                </a:lnTo>
                <a:cubicBezTo>
                  <a:pt x="3688" y="2244"/>
                  <a:pt x="3681" y="2244"/>
                  <a:pt x="3666" y="2236"/>
                </a:cubicBezTo>
                <a:cubicBezTo>
                  <a:pt x="3659" y="2229"/>
                  <a:pt x="3651" y="2222"/>
                  <a:pt x="3644" y="2214"/>
                </a:cubicBezTo>
                <a:lnTo>
                  <a:pt x="3563" y="1940"/>
                </a:lnTo>
                <a:cubicBezTo>
                  <a:pt x="3540" y="1866"/>
                  <a:pt x="3489" y="1792"/>
                  <a:pt x="3429" y="1748"/>
                </a:cubicBezTo>
                <a:cubicBezTo>
                  <a:pt x="3361" y="1699"/>
                  <a:pt x="3278" y="1673"/>
                  <a:pt x="3195" y="1673"/>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77"/>
          <p:cNvSpPr/>
          <p:nvPr/>
        </p:nvSpPr>
        <p:spPr>
          <a:xfrm>
            <a:off x="8308625" y="2808575"/>
            <a:ext cx="333300" cy="302175"/>
          </a:xfrm>
          <a:custGeom>
            <a:rect b="b" l="l" r="r" t="t"/>
            <a:pathLst>
              <a:path extrusionOk="0" h="4029" w="4444">
                <a:moveTo>
                  <a:pt x="1293" y="881"/>
                </a:moveTo>
                <a:cubicBezTo>
                  <a:pt x="1259" y="881"/>
                  <a:pt x="1225" y="894"/>
                  <a:pt x="1200" y="919"/>
                </a:cubicBezTo>
                <a:lnTo>
                  <a:pt x="549" y="1519"/>
                </a:lnTo>
                <a:cubicBezTo>
                  <a:pt x="519" y="1541"/>
                  <a:pt x="504" y="1578"/>
                  <a:pt x="504" y="1622"/>
                </a:cubicBezTo>
                <a:cubicBezTo>
                  <a:pt x="504" y="1659"/>
                  <a:pt x="519" y="1696"/>
                  <a:pt x="549" y="1719"/>
                </a:cubicBezTo>
                <a:lnTo>
                  <a:pt x="1200" y="2326"/>
                </a:lnTo>
                <a:cubicBezTo>
                  <a:pt x="1222" y="2348"/>
                  <a:pt x="1259" y="2363"/>
                  <a:pt x="1296" y="2363"/>
                </a:cubicBezTo>
                <a:cubicBezTo>
                  <a:pt x="1333" y="2363"/>
                  <a:pt x="1371" y="2348"/>
                  <a:pt x="1393" y="2318"/>
                </a:cubicBezTo>
                <a:cubicBezTo>
                  <a:pt x="1445" y="2259"/>
                  <a:pt x="1445" y="2170"/>
                  <a:pt x="1385" y="2118"/>
                </a:cubicBezTo>
                <a:lnTo>
                  <a:pt x="852" y="1622"/>
                </a:lnTo>
                <a:lnTo>
                  <a:pt x="1385" y="1119"/>
                </a:lnTo>
                <a:cubicBezTo>
                  <a:pt x="1445" y="1067"/>
                  <a:pt x="1445" y="978"/>
                  <a:pt x="1393" y="926"/>
                </a:cubicBezTo>
                <a:cubicBezTo>
                  <a:pt x="1366" y="896"/>
                  <a:pt x="1329" y="881"/>
                  <a:pt x="1293" y="881"/>
                </a:cubicBezTo>
                <a:close/>
                <a:moveTo>
                  <a:pt x="2493" y="879"/>
                </a:moveTo>
                <a:cubicBezTo>
                  <a:pt x="2444" y="879"/>
                  <a:pt x="2395" y="903"/>
                  <a:pt x="2370" y="948"/>
                </a:cubicBezTo>
                <a:lnTo>
                  <a:pt x="1726" y="2155"/>
                </a:lnTo>
                <a:cubicBezTo>
                  <a:pt x="1689" y="2222"/>
                  <a:pt x="1719" y="2304"/>
                  <a:pt x="1785" y="2341"/>
                </a:cubicBezTo>
                <a:cubicBezTo>
                  <a:pt x="1800" y="2355"/>
                  <a:pt x="1822" y="2363"/>
                  <a:pt x="1844" y="2363"/>
                </a:cubicBezTo>
                <a:cubicBezTo>
                  <a:pt x="1896" y="2363"/>
                  <a:pt x="1948" y="2333"/>
                  <a:pt x="1970" y="2289"/>
                </a:cubicBezTo>
                <a:lnTo>
                  <a:pt x="2615" y="1082"/>
                </a:lnTo>
                <a:cubicBezTo>
                  <a:pt x="2652" y="1015"/>
                  <a:pt x="2629" y="934"/>
                  <a:pt x="2563" y="897"/>
                </a:cubicBezTo>
                <a:cubicBezTo>
                  <a:pt x="2541" y="885"/>
                  <a:pt x="2517" y="879"/>
                  <a:pt x="2493" y="879"/>
                </a:cubicBezTo>
                <a:close/>
                <a:moveTo>
                  <a:pt x="3049" y="881"/>
                </a:moveTo>
                <a:cubicBezTo>
                  <a:pt x="3011" y="881"/>
                  <a:pt x="2975" y="896"/>
                  <a:pt x="2948" y="926"/>
                </a:cubicBezTo>
                <a:cubicBezTo>
                  <a:pt x="2896" y="978"/>
                  <a:pt x="2903" y="1067"/>
                  <a:pt x="2955" y="1119"/>
                </a:cubicBezTo>
                <a:lnTo>
                  <a:pt x="3496" y="1622"/>
                </a:lnTo>
                <a:lnTo>
                  <a:pt x="2955" y="2118"/>
                </a:lnTo>
                <a:cubicBezTo>
                  <a:pt x="2903" y="2170"/>
                  <a:pt x="2896" y="2259"/>
                  <a:pt x="2948" y="2318"/>
                </a:cubicBezTo>
                <a:cubicBezTo>
                  <a:pt x="2977" y="2341"/>
                  <a:pt x="3014" y="2363"/>
                  <a:pt x="3051" y="2363"/>
                </a:cubicBezTo>
                <a:cubicBezTo>
                  <a:pt x="3088" y="2363"/>
                  <a:pt x="3118" y="2348"/>
                  <a:pt x="3148" y="2326"/>
                </a:cubicBezTo>
                <a:lnTo>
                  <a:pt x="3792" y="1719"/>
                </a:lnTo>
                <a:cubicBezTo>
                  <a:pt x="3822" y="1696"/>
                  <a:pt x="3836" y="1659"/>
                  <a:pt x="3836" y="1622"/>
                </a:cubicBezTo>
                <a:cubicBezTo>
                  <a:pt x="3836" y="1578"/>
                  <a:pt x="3822" y="1541"/>
                  <a:pt x="3792" y="1519"/>
                </a:cubicBezTo>
                <a:lnTo>
                  <a:pt x="3148" y="919"/>
                </a:lnTo>
                <a:cubicBezTo>
                  <a:pt x="3119" y="894"/>
                  <a:pt x="3084" y="881"/>
                  <a:pt x="3049" y="881"/>
                </a:cubicBezTo>
                <a:close/>
                <a:moveTo>
                  <a:pt x="437" y="1"/>
                </a:moveTo>
                <a:cubicBezTo>
                  <a:pt x="319" y="1"/>
                  <a:pt x="208" y="45"/>
                  <a:pt x="126" y="126"/>
                </a:cubicBezTo>
                <a:cubicBezTo>
                  <a:pt x="45" y="208"/>
                  <a:pt x="1" y="319"/>
                  <a:pt x="1" y="437"/>
                </a:cubicBezTo>
                <a:lnTo>
                  <a:pt x="1" y="3474"/>
                </a:lnTo>
                <a:cubicBezTo>
                  <a:pt x="1" y="3577"/>
                  <a:pt x="45" y="3688"/>
                  <a:pt x="119" y="3762"/>
                </a:cubicBezTo>
                <a:cubicBezTo>
                  <a:pt x="201" y="3844"/>
                  <a:pt x="304" y="3888"/>
                  <a:pt x="415" y="3888"/>
                </a:cubicBezTo>
                <a:lnTo>
                  <a:pt x="2911" y="3888"/>
                </a:lnTo>
                <a:cubicBezTo>
                  <a:pt x="2992" y="3888"/>
                  <a:pt x="3051" y="3822"/>
                  <a:pt x="3051" y="3748"/>
                </a:cubicBezTo>
                <a:cubicBezTo>
                  <a:pt x="3051" y="3673"/>
                  <a:pt x="2992" y="3607"/>
                  <a:pt x="2911" y="3607"/>
                </a:cubicBezTo>
                <a:lnTo>
                  <a:pt x="415" y="3607"/>
                </a:lnTo>
                <a:cubicBezTo>
                  <a:pt x="378" y="3607"/>
                  <a:pt x="341" y="3592"/>
                  <a:pt x="319" y="3570"/>
                </a:cubicBezTo>
                <a:cubicBezTo>
                  <a:pt x="289" y="3540"/>
                  <a:pt x="275" y="3503"/>
                  <a:pt x="275" y="3474"/>
                </a:cubicBezTo>
                <a:lnTo>
                  <a:pt x="275" y="437"/>
                </a:lnTo>
                <a:cubicBezTo>
                  <a:pt x="275" y="393"/>
                  <a:pt x="289" y="356"/>
                  <a:pt x="319" y="326"/>
                </a:cubicBezTo>
                <a:cubicBezTo>
                  <a:pt x="356" y="297"/>
                  <a:pt x="393" y="275"/>
                  <a:pt x="437" y="275"/>
                </a:cubicBezTo>
                <a:lnTo>
                  <a:pt x="4007" y="275"/>
                </a:lnTo>
                <a:cubicBezTo>
                  <a:pt x="4044" y="275"/>
                  <a:pt x="4088" y="297"/>
                  <a:pt x="4118" y="326"/>
                </a:cubicBezTo>
                <a:cubicBezTo>
                  <a:pt x="4147" y="356"/>
                  <a:pt x="4162" y="393"/>
                  <a:pt x="4162" y="437"/>
                </a:cubicBezTo>
                <a:lnTo>
                  <a:pt x="4162" y="2363"/>
                </a:lnTo>
                <a:cubicBezTo>
                  <a:pt x="4162" y="2437"/>
                  <a:pt x="4221" y="2496"/>
                  <a:pt x="4303" y="2496"/>
                </a:cubicBezTo>
                <a:cubicBezTo>
                  <a:pt x="4377" y="2496"/>
                  <a:pt x="4444" y="2437"/>
                  <a:pt x="4444" y="2363"/>
                </a:cubicBezTo>
                <a:lnTo>
                  <a:pt x="4444" y="437"/>
                </a:lnTo>
                <a:cubicBezTo>
                  <a:pt x="4444" y="319"/>
                  <a:pt x="4392" y="208"/>
                  <a:pt x="4310" y="126"/>
                </a:cubicBezTo>
                <a:cubicBezTo>
                  <a:pt x="4229" y="45"/>
                  <a:pt x="4118" y="1"/>
                  <a:pt x="4007" y="1"/>
                </a:cubicBezTo>
                <a:close/>
                <a:moveTo>
                  <a:pt x="3329" y="2822"/>
                </a:moveTo>
                <a:cubicBezTo>
                  <a:pt x="3294" y="2822"/>
                  <a:pt x="3259" y="2837"/>
                  <a:pt x="3229" y="2866"/>
                </a:cubicBezTo>
                <a:cubicBezTo>
                  <a:pt x="3207" y="2889"/>
                  <a:pt x="3192" y="2926"/>
                  <a:pt x="3192" y="2963"/>
                </a:cubicBezTo>
                <a:cubicBezTo>
                  <a:pt x="3192" y="3000"/>
                  <a:pt x="3207" y="3029"/>
                  <a:pt x="3229" y="3059"/>
                </a:cubicBezTo>
                <a:lnTo>
                  <a:pt x="3599" y="3422"/>
                </a:lnTo>
                <a:lnTo>
                  <a:pt x="3229" y="3792"/>
                </a:lnTo>
                <a:cubicBezTo>
                  <a:pt x="3177" y="3844"/>
                  <a:pt x="3177" y="3933"/>
                  <a:pt x="3229" y="3985"/>
                </a:cubicBezTo>
                <a:cubicBezTo>
                  <a:pt x="3259" y="4010"/>
                  <a:pt x="3296" y="4023"/>
                  <a:pt x="3332" y="4023"/>
                </a:cubicBezTo>
                <a:cubicBezTo>
                  <a:pt x="3368" y="4023"/>
                  <a:pt x="3403" y="4010"/>
                  <a:pt x="3429" y="3985"/>
                </a:cubicBezTo>
                <a:lnTo>
                  <a:pt x="3792" y="3622"/>
                </a:lnTo>
                <a:lnTo>
                  <a:pt x="4155" y="3985"/>
                </a:lnTo>
                <a:cubicBezTo>
                  <a:pt x="4184" y="4014"/>
                  <a:pt x="4221" y="4029"/>
                  <a:pt x="4258" y="4029"/>
                </a:cubicBezTo>
                <a:cubicBezTo>
                  <a:pt x="4288" y="4029"/>
                  <a:pt x="4325" y="4014"/>
                  <a:pt x="4355" y="3985"/>
                </a:cubicBezTo>
                <a:cubicBezTo>
                  <a:pt x="4407" y="3933"/>
                  <a:pt x="4407" y="3844"/>
                  <a:pt x="4355" y="3792"/>
                </a:cubicBezTo>
                <a:lnTo>
                  <a:pt x="3992" y="3422"/>
                </a:lnTo>
                <a:lnTo>
                  <a:pt x="4355" y="3059"/>
                </a:lnTo>
                <a:cubicBezTo>
                  <a:pt x="4407" y="3007"/>
                  <a:pt x="4407" y="2918"/>
                  <a:pt x="4355" y="2866"/>
                </a:cubicBezTo>
                <a:cubicBezTo>
                  <a:pt x="4325" y="2837"/>
                  <a:pt x="4290" y="2822"/>
                  <a:pt x="4255" y="2822"/>
                </a:cubicBezTo>
                <a:cubicBezTo>
                  <a:pt x="4220" y="2822"/>
                  <a:pt x="4184" y="2837"/>
                  <a:pt x="4155" y="2866"/>
                </a:cubicBezTo>
                <a:lnTo>
                  <a:pt x="3792" y="3229"/>
                </a:lnTo>
                <a:lnTo>
                  <a:pt x="3429" y="2866"/>
                </a:lnTo>
                <a:cubicBezTo>
                  <a:pt x="3399" y="2837"/>
                  <a:pt x="3364" y="2822"/>
                  <a:pt x="3329" y="2822"/>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77"/>
          <p:cNvSpPr/>
          <p:nvPr/>
        </p:nvSpPr>
        <p:spPr>
          <a:xfrm>
            <a:off x="2463425" y="1202675"/>
            <a:ext cx="335550" cy="305475"/>
          </a:xfrm>
          <a:custGeom>
            <a:rect b="b" l="l" r="r" t="t"/>
            <a:pathLst>
              <a:path extrusionOk="0" h="4073" w="4474">
                <a:moveTo>
                  <a:pt x="1096" y="282"/>
                </a:moveTo>
                <a:cubicBezTo>
                  <a:pt x="1363" y="282"/>
                  <a:pt x="1578" y="496"/>
                  <a:pt x="1578" y="763"/>
                </a:cubicBezTo>
                <a:cubicBezTo>
                  <a:pt x="1578" y="1029"/>
                  <a:pt x="1363" y="1252"/>
                  <a:pt x="1096" y="1252"/>
                </a:cubicBezTo>
                <a:cubicBezTo>
                  <a:pt x="830" y="1252"/>
                  <a:pt x="608" y="1029"/>
                  <a:pt x="608" y="763"/>
                </a:cubicBezTo>
                <a:cubicBezTo>
                  <a:pt x="608" y="496"/>
                  <a:pt x="830" y="282"/>
                  <a:pt x="1096" y="282"/>
                </a:cubicBezTo>
                <a:close/>
                <a:moveTo>
                  <a:pt x="1096" y="0"/>
                </a:moveTo>
                <a:cubicBezTo>
                  <a:pt x="674" y="0"/>
                  <a:pt x="334" y="348"/>
                  <a:pt x="334" y="763"/>
                </a:cubicBezTo>
                <a:cubicBezTo>
                  <a:pt x="334" y="1185"/>
                  <a:pt x="674" y="1526"/>
                  <a:pt x="1096" y="1526"/>
                </a:cubicBezTo>
                <a:cubicBezTo>
                  <a:pt x="1511" y="1526"/>
                  <a:pt x="1852" y="1185"/>
                  <a:pt x="1852" y="763"/>
                </a:cubicBezTo>
                <a:cubicBezTo>
                  <a:pt x="1852" y="348"/>
                  <a:pt x="1511" y="0"/>
                  <a:pt x="1096" y="0"/>
                </a:cubicBezTo>
                <a:close/>
                <a:moveTo>
                  <a:pt x="1104" y="1814"/>
                </a:moveTo>
                <a:cubicBezTo>
                  <a:pt x="1282" y="1814"/>
                  <a:pt x="1459" y="1866"/>
                  <a:pt x="1607" y="1977"/>
                </a:cubicBezTo>
                <a:cubicBezTo>
                  <a:pt x="1696" y="2037"/>
                  <a:pt x="1770" y="2118"/>
                  <a:pt x="1837" y="2207"/>
                </a:cubicBezTo>
                <a:lnTo>
                  <a:pt x="371" y="2207"/>
                </a:lnTo>
                <a:cubicBezTo>
                  <a:pt x="430" y="2118"/>
                  <a:pt x="511" y="2037"/>
                  <a:pt x="600" y="1977"/>
                </a:cubicBezTo>
                <a:cubicBezTo>
                  <a:pt x="748" y="1874"/>
                  <a:pt x="926" y="1814"/>
                  <a:pt x="1104" y="1814"/>
                </a:cubicBezTo>
                <a:close/>
                <a:moveTo>
                  <a:pt x="1104" y="1533"/>
                </a:moveTo>
                <a:cubicBezTo>
                  <a:pt x="867" y="1533"/>
                  <a:pt x="637" y="1607"/>
                  <a:pt x="445" y="1748"/>
                </a:cubicBezTo>
                <a:cubicBezTo>
                  <a:pt x="245" y="1881"/>
                  <a:pt x="97" y="2074"/>
                  <a:pt x="15" y="2296"/>
                </a:cubicBezTo>
                <a:cubicBezTo>
                  <a:pt x="0" y="2340"/>
                  <a:pt x="8" y="2385"/>
                  <a:pt x="30" y="2422"/>
                </a:cubicBezTo>
                <a:cubicBezTo>
                  <a:pt x="60" y="2459"/>
                  <a:pt x="104" y="2481"/>
                  <a:pt x="149" y="2481"/>
                </a:cubicBezTo>
                <a:lnTo>
                  <a:pt x="2059" y="2481"/>
                </a:lnTo>
                <a:cubicBezTo>
                  <a:pt x="2104" y="2481"/>
                  <a:pt x="2148" y="2459"/>
                  <a:pt x="2178" y="2422"/>
                </a:cubicBezTo>
                <a:cubicBezTo>
                  <a:pt x="2200" y="2385"/>
                  <a:pt x="2207" y="2340"/>
                  <a:pt x="2192" y="2296"/>
                </a:cubicBezTo>
                <a:cubicBezTo>
                  <a:pt x="2111" y="2074"/>
                  <a:pt x="1963" y="1881"/>
                  <a:pt x="1770" y="1748"/>
                </a:cubicBezTo>
                <a:cubicBezTo>
                  <a:pt x="1570" y="1607"/>
                  <a:pt x="1341" y="1540"/>
                  <a:pt x="1104" y="1533"/>
                </a:cubicBezTo>
                <a:close/>
                <a:moveTo>
                  <a:pt x="2770" y="718"/>
                </a:moveTo>
                <a:cubicBezTo>
                  <a:pt x="2903" y="733"/>
                  <a:pt x="3029" y="763"/>
                  <a:pt x="3155" y="807"/>
                </a:cubicBezTo>
                <a:cubicBezTo>
                  <a:pt x="3429" y="904"/>
                  <a:pt x="3673" y="1081"/>
                  <a:pt x="3851" y="1311"/>
                </a:cubicBezTo>
                <a:cubicBezTo>
                  <a:pt x="4029" y="1540"/>
                  <a:pt x="4140" y="1822"/>
                  <a:pt x="4170" y="2111"/>
                </a:cubicBezTo>
                <a:cubicBezTo>
                  <a:pt x="4192" y="2399"/>
                  <a:pt x="4140" y="2688"/>
                  <a:pt x="4007" y="2947"/>
                </a:cubicBezTo>
                <a:lnTo>
                  <a:pt x="2770" y="2177"/>
                </a:lnTo>
                <a:lnTo>
                  <a:pt x="2770" y="718"/>
                </a:lnTo>
                <a:close/>
                <a:moveTo>
                  <a:pt x="2822" y="2540"/>
                </a:moveTo>
                <a:lnTo>
                  <a:pt x="3859" y="3184"/>
                </a:lnTo>
                <a:cubicBezTo>
                  <a:pt x="3740" y="3340"/>
                  <a:pt x="3592" y="3481"/>
                  <a:pt x="3422" y="3577"/>
                </a:cubicBezTo>
                <a:cubicBezTo>
                  <a:pt x="3303" y="3651"/>
                  <a:pt x="3177" y="3703"/>
                  <a:pt x="3044" y="3740"/>
                </a:cubicBezTo>
                <a:lnTo>
                  <a:pt x="2822" y="2540"/>
                </a:lnTo>
                <a:close/>
                <a:moveTo>
                  <a:pt x="2629" y="437"/>
                </a:moveTo>
                <a:cubicBezTo>
                  <a:pt x="2496" y="437"/>
                  <a:pt x="2370" y="452"/>
                  <a:pt x="2237" y="481"/>
                </a:cubicBezTo>
                <a:cubicBezTo>
                  <a:pt x="2163" y="496"/>
                  <a:pt x="2118" y="570"/>
                  <a:pt x="2133" y="644"/>
                </a:cubicBezTo>
                <a:cubicBezTo>
                  <a:pt x="2146" y="709"/>
                  <a:pt x="2204" y="751"/>
                  <a:pt x="2272" y="751"/>
                </a:cubicBezTo>
                <a:cubicBezTo>
                  <a:pt x="2283" y="751"/>
                  <a:pt x="2293" y="750"/>
                  <a:pt x="2303" y="748"/>
                </a:cubicBezTo>
                <a:cubicBezTo>
                  <a:pt x="2363" y="733"/>
                  <a:pt x="2429" y="726"/>
                  <a:pt x="2496" y="718"/>
                </a:cubicBezTo>
                <a:lnTo>
                  <a:pt x="2496" y="2259"/>
                </a:lnTo>
                <a:cubicBezTo>
                  <a:pt x="2496" y="2266"/>
                  <a:pt x="2496" y="2273"/>
                  <a:pt x="2496" y="2281"/>
                </a:cubicBezTo>
                <a:lnTo>
                  <a:pt x="2770" y="3792"/>
                </a:lnTo>
                <a:cubicBezTo>
                  <a:pt x="2711" y="3799"/>
                  <a:pt x="2652" y="3799"/>
                  <a:pt x="2585" y="3799"/>
                </a:cubicBezTo>
                <a:cubicBezTo>
                  <a:pt x="2296" y="3784"/>
                  <a:pt x="2015" y="3695"/>
                  <a:pt x="1770" y="3532"/>
                </a:cubicBezTo>
                <a:cubicBezTo>
                  <a:pt x="1526" y="3369"/>
                  <a:pt x="1333" y="3140"/>
                  <a:pt x="1222" y="2873"/>
                </a:cubicBezTo>
                <a:cubicBezTo>
                  <a:pt x="1195" y="2824"/>
                  <a:pt x="1144" y="2795"/>
                  <a:pt x="1092" y="2795"/>
                </a:cubicBezTo>
                <a:cubicBezTo>
                  <a:pt x="1073" y="2795"/>
                  <a:pt x="1055" y="2799"/>
                  <a:pt x="1037" y="2807"/>
                </a:cubicBezTo>
                <a:cubicBezTo>
                  <a:pt x="963" y="2836"/>
                  <a:pt x="934" y="2918"/>
                  <a:pt x="963" y="2984"/>
                </a:cubicBezTo>
                <a:cubicBezTo>
                  <a:pt x="1104" y="3303"/>
                  <a:pt x="1326" y="3569"/>
                  <a:pt x="1615" y="3762"/>
                </a:cubicBezTo>
                <a:cubicBezTo>
                  <a:pt x="1904" y="3954"/>
                  <a:pt x="2237" y="4066"/>
                  <a:pt x="2577" y="4073"/>
                </a:cubicBezTo>
                <a:lnTo>
                  <a:pt x="2629" y="4073"/>
                </a:lnTo>
                <a:cubicBezTo>
                  <a:pt x="2740" y="4073"/>
                  <a:pt x="2851" y="4066"/>
                  <a:pt x="2955" y="4043"/>
                </a:cubicBezTo>
                <a:lnTo>
                  <a:pt x="2963" y="4043"/>
                </a:lnTo>
                <a:cubicBezTo>
                  <a:pt x="3170" y="4006"/>
                  <a:pt x="3377" y="3932"/>
                  <a:pt x="3562" y="3821"/>
                </a:cubicBezTo>
                <a:cubicBezTo>
                  <a:pt x="3807" y="3673"/>
                  <a:pt x="4021" y="3466"/>
                  <a:pt x="4170" y="3221"/>
                </a:cubicBezTo>
                <a:cubicBezTo>
                  <a:pt x="4170" y="3221"/>
                  <a:pt x="4177" y="3221"/>
                  <a:pt x="4177" y="3214"/>
                </a:cubicBezTo>
                <a:cubicBezTo>
                  <a:pt x="4199" y="3170"/>
                  <a:pt x="4229" y="3125"/>
                  <a:pt x="4251" y="3081"/>
                </a:cubicBezTo>
                <a:cubicBezTo>
                  <a:pt x="4407" y="2770"/>
                  <a:pt x="4473" y="2429"/>
                  <a:pt x="4444" y="2081"/>
                </a:cubicBezTo>
                <a:cubicBezTo>
                  <a:pt x="4414" y="1740"/>
                  <a:pt x="4281" y="1415"/>
                  <a:pt x="4073" y="1141"/>
                </a:cubicBezTo>
                <a:cubicBezTo>
                  <a:pt x="3859" y="867"/>
                  <a:pt x="3577" y="659"/>
                  <a:pt x="3251" y="541"/>
                </a:cubicBezTo>
                <a:cubicBezTo>
                  <a:pt x="3051" y="474"/>
                  <a:pt x="2844" y="437"/>
                  <a:pt x="2637" y="437"/>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77"/>
          <p:cNvSpPr/>
          <p:nvPr/>
        </p:nvSpPr>
        <p:spPr>
          <a:xfrm>
            <a:off x="3436325" y="1188800"/>
            <a:ext cx="334425" cy="333300"/>
          </a:xfrm>
          <a:custGeom>
            <a:rect b="b" l="l" r="r" t="t"/>
            <a:pathLst>
              <a:path extrusionOk="0" h="4444" w="4459">
                <a:moveTo>
                  <a:pt x="2233" y="870"/>
                </a:moveTo>
                <a:cubicBezTo>
                  <a:pt x="2305" y="870"/>
                  <a:pt x="2378" y="896"/>
                  <a:pt x="2429" y="948"/>
                </a:cubicBezTo>
                <a:cubicBezTo>
                  <a:pt x="2481" y="1000"/>
                  <a:pt x="2511" y="1074"/>
                  <a:pt x="2511" y="1148"/>
                </a:cubicBezTo>
                <a:lnTo>
                  <a:pt x="2511" y="1237"/>
                </a:lnTo>
                <a:lnTo>
                  <a:pt x="1956" y="1237"/>
                </a:lnTo>
                <a:lnTo>
                  <a:pt x="1956" y="1148"/>
                </a:lnTo>
                <a:cubicBezTo>
                  <a:pt x="1956" y="1074"/>
                  <a:pt x="1978" y="1000"/>
                  <a:pt x="2037" y="948"/>
                </a:cubicBezTo>
                <a:cubicBezTo>
                  <a:pt x="2089" y="896"/>
                  <a:pt x="2161" y="870"/>
                  <a:pt x="2233" y="870"/>
                </a:cubicBezTo>
                <a:close/>
                <a:moveTo>
                  <a:pt x="2740" y="1518"/>
                </a:moveTo>
                <a:cubicBezTo>
                  <a:pt x="2763" y="1518"/>
                  <a:pt x="2785" y="1540"/>
                  <a:pt x="2785" y="1562"/>
                </a:cubicBezTo>
                <a:lnTo>
                  <a:pt x="2785" y="2214"/>
                </a:lnTo>
                <a:cubicBezTo>
                  <a:pt x="2785" y="2236"/>
                  <a:pt x="2763" y="2259"/>
                  <a:pt x="2740" y="2259"/>
                </a:cubicBezTo>
                <a:lnTo>
                  <a:pt x="1719" y="2259"/>
                </a:lnTo>
                <a:cubicBezTo>
                  <a:pt x="1696" y="2259"/>
                  <a:pt x="1674" y="2236"/>
                  <a:pt x="1674" y="2214"/>
                </a:cubicBezTo>
                <a:lnTo>
                  <a:pt x="1674" y="1562"/>
                </a:lnTo>
                <a:cubicBezTo>
                  <a:pt x="1674" y="1540"/>
                  <a:pt x="1696" y="1518"/>
                  <a:pt x="1719" y="1518"/>
                </a:cubicBezTo>
                <a:close/>
                <a:moveTo>
                  <a:pt x="2229" y="592"/>
                </a:moveTo>
                <a:cubicBezTo>
                  <a:pt x="2081" y="592"/>
                  <a:pt x="1941" y="652"/>
                  <a:pt x="1837" y="755"/>
                </a:cubicBezTo>
                <a:cubicBezTo>
                  <a:pt x="1733" y="859"/>
                  <a:pt x="1674" y="1000"/>
                  <a:pt x="1674" y="1148"/>
                </a:cubicBezTo>
                <a:lnTo>
                  <a:pt x="1674" y="1244"/>
                </a:lnTo>
                <a:cubicBezTo>
                  <a:pt x="1519" y="1266"/>
                  <a:pt x="1400" y="1400"/>
                  <a:pt x="1400" y="1562"/>
                </a:cubicBezTo>
                <a:lnTo>
                  <a:pt x="1400" y="2214"/>
                </a:lnTo>
                <a:cubicBezTo>
                  <a:pt x="1400" y="2392"/>
                  <a:pt x="1541" y="2533"/>
                  <a:pt x="1719" y="2533"/>
                </a:cubicBezTo>
                <a:lnTo>
                  <a:pt x="2740" y="2533"/>
                </a:lnTo>
                <a:cubicBezTo>
                  <a:pt x="2918" y="2533"/>
                  <a:pt x="3066" y="2392"/>
                  <a:pt x="3066" y="2214"/>
                </a:cubicBezTo>
                <a:lnTo>
                  <a:pt x="3066" y="1562"/>
                </a:lnTo>
                <a:cubicBezTo>
                  <a:pt x="3066" y="1400"/>
                  <a:pt x="2940" y="1266"/>
                  <a:pt x="2785" y="1244"/>
                </a:cubicBezTo>
                <a:lnTo>
                  <a:pt x="2785" y="1148"/>
                </a:lnTo>
                <a:cubicBezTo>
                  <a:pt x="2785" y="1000"/>
                  <a:pt x="2726" y="859"/>
                  <a:pt x="2622" y="755"/>
                </a:cubicBezTo>
                <a:cubicBezTo>
                  <a:pt x="2518" y="652"/>
                  <a:pt x="2378" y="592"/>
                  <a:pt x="2229" y="592"/>
                </a:cubicBezTo>
                <a:close/>
                <a:moveTo>
                  <a:pt x="2229" y="281"/>
                </a:moveTo>
                <a:cubicBezTo>
                  <a:pt x="2992" y="281"/>
                  <a:pt x="3622" y="903"/>
                  <a:pt x="3622" y="1666"/>
                </a:cubicBezTo>
                <a:cubicBezTo>
                  <a:pt x="3622" y="2436"/>
                  <a:pt x="2992" y="3058"/>
                  <a:pt x="2229" y="3058"/>
                </a:cubicBezTo>
                <a:cubicBezTo>
                  <a:pt x="1467" y="3058"/>
                  <a:pt x="845" y="2436"/>
                  <a:pt x="845" y="1666"/>
                </a:cubicBezTo>
                <a:cubicBezTo>
                  <a:pt x="845" y="903"/>
                  <a:pt x="1467" y="281"/>
                  <a:pt x="2229" y="281"/>
                </a:cubicBezTo>
                <a:close/>
                <a:moveTo>
                  <a:pt x="889" y="2651"/>
                </a:moveTo>
                <a:cubicBezTo>
                  <a:pt x="1074" y="2910"/>
                  <a:pt x="1333" y="3110"/>
                  <a:pt x="1637" y="3221"/>
                </a:cubicBezTo>
                <a:lnTo>
                  <a:pt x="1156" y="3984"/>
                </a:lnTo>
                <a:lnTo>
                  <a:pt x="971" y="3429"/>
                </a:lnTo>
                <a:cubicBezTo>
                  <a:pt x="956" y="3384"/>
                  <a:pt x="919" y="3347"/>
                  <a:pt x="867" y="3340"/>
                </a:cubicBezTo>
                <a:lnTo>
                  <a:pt x="400" y="3243"/>
                </a:lnTo>
                <a:lnTo>
                  <a:pt x="889" y="2651"/>
                </a:lnTo>
                <a:close/>
                <a:moveTo>
                  <a:pt x="3570" y="2651"/>
                </a:moveTo>
                <a:lnTo>
                  <a:pt x="4059" y="3243"/>
                </a:lnTo>
                <a:lnTo>
                  <a:pt x="3592" y="3340"/>
                </a:lnTo>
                <a:cubicBezTo>
                  <a:pt x="3540" y="3347"/>
                  <a:pt x="3503" y="3384"/>
                  <a:pt x="3488" y="3429"/>
                </a:cubicBezTo>
                <a:lnTo>
                  <a:pt x="3303" y="3984"/>
                </a:lnTo>
                <a:lnTo>
                  <a:pt x="2822" y="3221"/>
                </a:lnTo>
                <a:cubicBezTo>
                  <a:pt x="3126" y="3110"/>
                  <a:pt x="3385" y="2910"/>
                  <a:pt x="3570" y="2651"/>
                </a:cubicBezTo>
                <a:close/>
                <a:moveTo>
                  <a:pt x="2229" y="0"/>
                </a:moveTo>
                <a:cubicBezTo>
                  <a:pt x="1311" y="0"/>
                  <a:pt x="563" y="748"/>
                  <a:pt x="563" y="1666"/>
                </a:cubicBezTo>
                <a:cubicBezTo>
                  <a:pt x="563" y="1933"/>
                  <a:pt x="623" y="2177"/>
                  <a:pt x="734" y="2399"/>
                </a:cubicBezTo>
                <a:lnTo>
                  <a:pt x="38" y="3243"/>
                </a:lnTo>
                <a:cubicBezTo>
                  <a:pt x="8" y="3280"/>
                  <a:pt x="1" y="3332"/>
                  <a:pt x="15" y="3384"/>
                </a:cubicBezTo>
                <a:cubicBezTo>
                  <a:pt x="30" y="3429"/>
                  <a:pt x="75" y="3458"/>
                  <a:pt x="119" y="3473"/>
                </a:cubicBezTo>
                <a:lnTo>
                  <a:pt x="734" y="3591"/>
                </a:lnTo>
                <a:lnTo>
                  <a:pt x="985" y="4354"/>
                </a:lnTo>
                <a:cubicBezTo>
                  <a:pt x="1008" y="4399"/>
                  <a:pt x="1052" y="4436"/>
                  <a:pt x="1104" y="4443"/>
                </a:cubicBezTo>
                <a:lnTo>
                  <a:pt x="1119" y="4443"/>
                </a:lnTo>
                <a:cubicBezTo>
                  <a:pt x="1171" y="4443"/>
                  <a:pt x="1215" y="4421"/>
                  <a:pt x="1237" y="4384"/>
                </a:cubicBezTo>
                <a:lnTo>
                  <a:pt x="1918" y="3303"/>
                </a:lnTo>
                <a:cubicBezTo>
                  <a:pt x="2015" y="3325"/>
                  <a:pt x="2126" y="3332"/>
                  <a:pt x="2229" y="3332"/>
                </a:cubicBezTo>
                <a:cubicBezTo>
                  <a:pt x="2341" y="3332"/>
                  <a:pt x="2444" y="3325"/>
                  <a:pt x="2548" y="3303"/>
                </a:cubicBezTo>
                <a:lnTo>
                  <a:pt x="3222" y="4384"/>
                </a:lnTo>
                <a:cubicBezTo>
                  <a:pt x="3251" y="4421"/>
                  <a:pt x="3296" y="4443"/>
                  <a:pt x="3340" y="4443"/>
                </a:cubicBezTo>
                <a:lnTo>
                  <a:pt x="3355" y="4443"/>
                </a:lnTo>
                <a:cubicBezTo>
                  <a:pt x="3414" y="4436"/>
                  <a:pt x="3459" y="4406"/>
                  <a:pt x="3474" y="4354"/>
                </a:cubicBezTo>
                <a:lnTo>
                  <a:pt x="3725" y="3591"/>
                </a:lnTo>
                <a:lnTo>
                  <a:pt x="4340" y="3473"/>
                </a:lnTo>
                <a:cubicBezTo>
                  <a:pt x="4392" y="3466"/>
                  <a:pt x="4429" y="3429"/>
                  <a:pt x="4444" y="3384"/>
                </a:cubicBezTo>
                <a:cubicBezTo>
                  <a:pt x="4458" y="3340"/>
                  <a:pt x="4451" y="3288"/>
                  <a:pt x="4421" y="3251"/>
                </a:cubicBezTo>
                <a:lnTo>
                  <a:pt x="4421" y="3243"/>
                </a:lnTo>
                <a:lnTo>
                  <a:pt x="3725" y="2399"/>
                </a:lnTo>
                <a:cubicBezTo>
                  <a:pt x="3836" y="2177"/>
                  <a:pt x="3896" y="1933"/>
                  <a:pt x="3896" y="1666"/>
                </a:cubicBezTo>
                <a:cubicBezTo>
                  <a:pt x="3896" y="748"/>
                  <a:pt x="3148" y="0"/>
                  <a:pt x="2229"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77"/>
          <p:cNvSpPr/>
          <p:nvPr/>
        </p:nvSpPr>
        <p:spPr>
          <a:xfrm>
            <a:off x="4399775" y="1209875"/>
            <a:ext cx="339450" cy="291675"/>
          </a:xfrm>
          <a:custGeom>
            <a:rect b="b" l="l" r="r" t="t"/>
            <a:pathLst>
              <a:path extrusionOk="0" h="3889" w="4526">
                <a:moveTo>
                  <a:pt x="2264" y="1670"/>
                </a:moveTo>
                <a:cubicBezTo>
                  <a:pt x="2380" y="1670"/>
                  <a:pt x="2496" y="1704"/>
                  <a:pt x="2593" y="1770"/>
                </a:cubicBezTo>
                <a:cubicBezTo>
                  <a:pt x="2681" y="1837"/>
                  <a:pt x="2755" y="1933"/>
                  <a:pt x="2792" y="2044"/>
                </a:cubicBezTo>
                <a:cubicBezTo>
                  <a:pt x="2829" y="2155"/>
                  <a:pt x="2829" y="2274"/>
                  <a:pt x="2792" y="2385"/>
                </a:cubicBezTo>
                <a:cubicBezTo>
                  <a:pt x="2763" y="2481"/>
                  <a:pt x="2711" y="2570"/>
                  <a:pt x="2630" y="2637"/>
                </a:cubicBezTo>
                <a:lnTo>
                  <a:pt x="1896" y="2637"/>
                </a:lnTo>
                <a:cubicBezTo>
                  <a:pt x="1822" y="2570"/>
                  <a:pt x="1763" y="2481"/>
                  <a:pt x="1734" y="2385"/>
                </a:cubicBezTo>
                <a:cubicBezTo>
                  <a:pt x="1697" y="2274"/>
                  <a:pt x="1704" y="2155"/>
                  <a:pt x="1741" y="2044"/>
                </a:cubicBezTo>
                <a:cubicBezTo>
                  <a:pt x="1771" y="1933"/>
                  <a:pt x="1845" y="1837"/>
                  <a:pt x="1941" y="1770"/>
                </a:cubicBezTo>
                <a:cubicBezTo>
                  <a:pt x="2033" y="1704"/>
                  <a:pt x="2148" y="1670"/>
                  <a:pt x="2264" y="1670"/>
                </a:cubicBezTo>
                <a:close/>
                <a:moveTo>
                  <a:pt x="2541" y="2911"/>
                </a:moveTo>
                <a:lnTo>
                  <a:pt x="2541" y="3192"/>
                </a:lnTo>
                <a:cubicBezTo>
                  <a:pt x="2541" y="3229"/>
                  <a:pt x="2526" y="3266"/>
                  <a:pt x="2504" y="3288"/>
                </a:cubicBezTo>
                <a:cubicBezTo>
                  <a:pt x="2474" y="3318"/>
                  <a:pt x="2437" y="3333"/>
                  <a:pt x="2400" y="3333"/>
                </a:cubicBezTo>
                <a:lnTo>
                  <a:pt x="2126" y="3333"/>
                </a:lnTo>
                <a:cubicBezTo>
                  <a:pt x="2089" y="3333"/>
                  <a:pt x="2052" y="3318"/>
                  <a:pt x="2030" y="3288"/>
                </a:cubicBezTo>
                <a:cubicBezTo>
                  <a:pt x="2000" y="3266"/>
                  <a:pt x="1985" y="3229"/>
                  <a:pt x="1985" y="3192"/>
                </a:cubicBezTo>
                <a:lnTo>
                  <a:pt x="1985" y="2911"/>
                </a:lnTo>
                <a:close/>
                <a:moveTo>
                  <a:pt x="2267" y="556"/>
                </a:moveTo>
                <a:cubicBezTo>
                  <a:pt x="1933" y="556"/>
                  <a:pt x="1615" y="652"/>
                  <a:pt x="1341" y="837"/>
                </a:cubicBezTo>
                <a:cubicBezTo>
                  <a:pt x="1067" y="1022"/>
                  <a:pt x="852" y="1274"/>
                  <a:pt x="726" y="1585"/>
                </a:cubicBezTo>
                <a:cubicBezTo>
                  <a:pt x="601" y="1889"/>
                  <a:pt x="564" y="2222"/>
                  <a:pt x="630" y="2548"/>
                </a:cubicBezTo>
                <a:cubicBezTo>
                  <a:pt x="697" y="2866"/>
                  <a:pt x="852" y="3162"/>
                  <a:pt x="1089" y="3399"/>
                </a:cubicBezTo>
                <a:cubicBezTo>
                  <a:pt x="1115" y="3425"/>
                  <a:pt x="1150" y="3438"/>
                  <a:pt x="1186" y="3438"/>
                </a:cubicBezTo>
                <a:cubicBezTo>
                  <a:pt x="1221" y="3438"/>
                  <a:pt x="1256" y="3425"/>
                  <a:pt x="1282" y="3399"/>
                </a:cubicBezTo>
                <a:cubicBezTo>
                  <a:pt x="1334" y="3340"/>
                  <a:pt x="1334" y="3259"/>
                  <a:pt x="1282" y="3199"/>
                </a:cubicBezTo>
                <a:cubicBezTo>
                  <a:pt x="1089" y="3007"/>
                  <a:pt x="956" y="2763"/>
                  <a:pt x="904" y="2489"/>
                </a:cubicBezTo>
                <a:cubicBezTo>
                  <a:pt x="852" y="2222"/>
                  <a:pt x="875" y="1948"/>
                  <a:pt x="986" y="1689"/>
                </a:cubicBezTo>
                <a:cubicBezTo>
                  <a:pt x="1089" y="1437"/>
                  <a:pt x="1267" y="1222"/>
                  <a:pt x="1497" y="1067"/>
                </a:cubicBezTo>
                <a:cubicBezTo>
                  <a:pt x="1726" y="911"/>
                  <a:pt x="1993" y="830"/>
                  <a:pt x="2267" y="830"/>
                </a:cubicBezTo>
                <a:cubicBezTo>
                  <a:pt x="2541" y="830"/>
                  <a:pt x="2807" y="911"/>
                  <a:pt x="3037" y="1067"/>
                </a:cubicBezTo>
                <a:cubicBezTo>
                  <a:pt x="3266" y="1222"/>
                  <a:pt x="3444" y="1437"/>
                  <a:pt x="3548" y="1689"/>
                </a:cubicBezTo>
                <a:cubicBezTo>
                  <a:pt x="3659" y="1948"/>
                  <a:pt x="3681" y="2222"/>
                  <a:pt x="3629" y="2489"/>
                </a:cubicBezTo>
                <a:cubicBezTo>
                  <a:pt x="3577" y="2763"/>
                  <a:pt x="3444" y="3007"/>
                  <a:pt x="3252" y="3199"/>
                </a:cubicBezTo>
                <a:cubicBezTo>
                  <a:pt x="3192" y="3259"/>
                  <a:pt x="3192" y="3348"/>
                  <a:pt x="3252" y="3399"/>
                </a:cubicBezTo>
                <a:cubicBezTo>
                  <a:pt x="3274" y="3429"/>
                  <a:pt x="3311" y="3436"/>
                  <a:pt x="3348" y="3436"/>
                </a:cubicBezTo>
                <a:cubicBezTo>
                  <a:pt x="3385" y="3436"/>
                  <a:pt x="3414" y="3429"/>
                  <a:pt x="3444" y="3399"/>
                </a:cubicBezTo>
                <a:cubicBezTo>
                  <a:pt x="3681" y="3162"/>
                  <a:pt x="3837" y="2866"/>
                  <a:pt x="3903" y="2548"/>
                </a:cubicBezTo>
                <a:cubicBezTo>
                  <a:pt x="3962" y="2222"/>
                  <a:pt x="3933" y="1889"/>
                  <a:pt x="3807" y="1585"/>
                </a:cubicBezTo>
                <a:cubicBezTo>
                  <a:pt x="3674" y="1274"/>
                  <a:pt x="3466" y="1022"/>
                  <a:pt x="3192" y="837"/>
                </a:cubicBezTo>
                <a:cubicBezTo>
                  <a:pt x="2911" y="652"/>
                  <a:pt x="2593" y="556"/>
                  <a:pt x="2267" y="556"/>
                </a:cubicBezTo>
                <a:close/>
                <a:moveTo>
                  <a:pt x="2259" y="0"/>
                </a:moveTo>
                <a:cubicBezTo>
                  <a:pt x="1822" y="0"/>
                  <a:pt x="1393" y="126"/>
                  <a:pt x="1030" y="371"/>
                </a:cubicBezTo>
                <a:cubicBezTo>
                  <a:pt x="660" y="615"/>
                  <a:pt x="378" y="963"/>
                  <a:pt x="208" y="1370"/>
                </a:cubicBezTo>
                <a:cubicBezTo>
                  <a:pt x="38" y="1778"/>
                  <a:pt x="1" y="2222"/>
                  <a:pt x="82" y="2651"/>
                </a:cubicBezTo>
                <a:cubicBezTo>
                  <a:pt x="171" y="3088"/>
                  <a:pt x="378" y="3481"/>
                  <a:pt x="689" y="3792"/>
                </a:cubicBezTo>
                <a:cubicBezTo>
                  <a:pt x="719" y="3821"/>
                  <a:pt x="756" y="3829"/>
                  <a:pt x="793" y="3829"/>
                </a:cubicBezTo>
                <a:cubicBezTo>
                  <a:pt x="823" y="3829"/>
                  <a:pt x="860" y="3821"/>
                  <a:pt x="889" y="3792"/>
                </a:cubicBezTo>
                <a:cubicBezTo>
                  <a:pt x="941" y="3740"/>
                  <a:pt x="941" y="3651"/>
                  <a:pt x="889" y="3599"/>
                </a:cubicBezTo>
                <a:cubicBezTo>
                  <a:pt x="615" y="3325"/>
                  <a:pt x="430" y="2977"/>
                  <a:pt x="356" y="2600"/>
                </a:cubicBezTo>
                <a:cubicBezTo>
                  <a:pt x="282" y="2222"/>
                  <a:pt x="319" y="1837"/>
                  <a:pt x="467" y="1474"/>
                </a:cubicBezTo>
                <a:cubicBezTo>
                  <a:pt x="615" y="1119"/>
                  <a:pt x="860" y="815"/>
                  <a:pt x="1186" y="608"/>
                </a:cubicBezTo>
                <a:cubicBezTo>
                  <a:pt x="1504" y="393"/>
                  <a:pt x="1874" y="274"/>
                  <a:pt x="2259" y="274"/>
                </a:cubicBezTo>
                <a:cubicBezTo>
                  <a:pt x="2644" y="274"/>
                  <a:pt x="3022" y="393"/>
                  <a:pt x="3340" y="608"/>
                </a:cubicBezTo>
                <a:cubicBezTo>
                  <a:pt x="3659" y="815"/>
                  <a:pt x="3911" y="1119"/>
                  <a:pt x="4059" y="1474"/>
                </a:cubicBezTo>
                <a:cubicBezTo>
                  <a:pt x="4207" y="1837"/>
                  <a:pt x="4244" y="2222"/>
                  <a:pt x="4170" y="2600"/>
                </a:cubicBezTo>
                <a:cubicBezTo>
                  <a:pt x="4096" y="2977"/>
                  <a:pt x="3911" y="3325"/>
                  <a:pt x="3637" y="3592"/>
                </a:cubicBezTo>
                <a:cubicBezTo>
                  <a:pt x="3585" y="3651"/>
                  <a:pt x="3585" y="3733"/>
                  <a:pt x="3637" y="3792"/>
                </a:cubicBezTo>
                <a:cubicBezTo>
                  <a:pt x="3663" y="3818"/>
                  <a:pt x="3698" y="3831"/>
                  <a:pt x="3734" y="3831"/>
                </a:cubicBezTo>
                <a:cubicBezTo>
                  <a:pt x="3770" y="3831"/>
                  <a:pt x="3807" y="3818"/>
                  <a:pt x="3837" y="3792"/>
                </a:cubicBezTo>
                <a:cubicBezTo>
                  <a:pt x="4148" y="3481"/>
                  <a:pt x="4355" y="3088"/>
                  <a:pt x="4444" y="2651"/>
                </a:cubicBezTo>
                <a:cubicBezTo>
                  <a:pt x="4525" y="2222"/>
                  <a:pt x="4481" y="1778"/>
                  <a:pt x="4318" y="1370"/>
                </a:cubicBezTo>
                <a:cubicBezTo>
                  <a:pt x="4148" y="963"/>
                  <a:pt x="3859" y="615"/>
                  <a:pt x="3496" y="371"/>
                </a:cubicBezTo>
                <a:cubicBezTo>
                  <a:pt x="3133" y="126"/>
                  <a:pt x="2704" y="0"/>
                  <a:pt x="2259" y="0"/>
                </a:cubicBezTo>
                <a:close/>
                <a:moveTo>
                  <a:pt x="2267" y="1385"/>
                </a:moveTo>
                <a:cubicBezTo>
                  <a:pt x="2089" y="1385"/>
                  <a:pt x="1919" y="1444"/>
                  <a:pt x="1778" y="1541"/>
                </a:cubicBezTo>
                <a:cubicBezTo>
                  <a:pt x="1637" y="1644"/>
                  <a:pt x="1526" y="1792"/>
                  <a:pt x="1474" y="1955"/>
                </a:cubicBezTo>
                <a:cubicBezTo>
                  <a:pt x="1415" y="2126"/>
                  <a:pt x="1415" y="2303"/>
                  <a:pt x="1467" y="2466"/>
                </a:cubicBezTo>
                <a:cubicBezTo>
                  <a:pt x="1511" y="2614"/>
                  <a:pt x="1600" y="2740"/>
                  <a:pt x="1711" y="2837"/>
                </a:cubicBezTo>
                <a:lnTo>
                  <a:pt x="1711" y="3192"/>
                </a:lnTo>
                <a:cubicBezTo>
                  <a:pt x="1711" y="3303"/>
                  <a:pt x="1756" y="3407"/>
                  <a:pt x="1830" y="3488"/>
                </a:cubicBezTo>
                <a:cubicBezTo>
                  <a:pt x="1911" y="3562"/>
                  <a:pt x="2015" y="3607"/>
                  <a:pt x="2126" y="3607"/>
                </a:cubicBezTo>
                <a:lnTo>
                  <a:pt x="2126" y="3747"/>
                </a:lnTo>
                <a:cubicBezTo>
                  <a:pt x="2126" y="3821"/>
                  <a:pt x="2185" y="3888"/>
                  <a:pt x="2267" y="3888"/>
                </a:cubicBezTo>
                <a:cubicBezTo>
                  <a:pt x="2341" y="3888"/>
                  <a:pt x="2400" y="3821"/>
                  <a:pt x="2400" y="3747"/>
                </a:cubicBezTo>
                <a:lnTo>
                  <a:pt x="2400" y="3607"/>
                </a:lnTo>
                <a:cubicBezTo>
                  <a:pt x="2511" y="3607"/>
                  <a:pt x="2615" y="3562"/>
                  <a:pt x="2696" y="3488"/>
                </a:cubicBezTo>
                <a:cubicBezTo>
                  <a:pt x="2778" y="3407"/>
                  <a:pt x="2822" y="3303"/>
                  <a:pt x="2822" y="3192"/>
                </a:cubicBezTo>
                <a:lnTo>
                  <a:pt x="2822" y="2837"/>
                </a:lnTo>
                <a:cubicBezTo>
                  <a:pt x="2933" y="2740"/>
                  <a:pt x="3015" y="2614"/>
                  <a:pt x="3059" y="2466"/>
                </a:cubicBezTo>
                <a:cubicBezTo>
                  <a:pt x="3111" y="2303"/>
                  <a:pt x="3111" y="2126"/>
                  <a:pt x="3052" y="1955"/>
                </a:cubicBezTo>
                <a:cubicBezTo>
                  <a:pt x="3000" y="1792"/>
                  <a:pt x="2896" y="1644"/>
                  <a:pt x="2748" y="1541"/>
                </a:cubicBezTo>
                <a:cubicBezTo>
                  <a:pt x="2607" y="1444"/>
                  <a:pt x="2437" y="1385"/>
                  <a:pt x="2267" y="1385"/>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77"/>
          <p:cNvSpPr/>
          <p:nvPr/>
        </p:nvSpPr>
        <p:spPr>
          <a:xfrm>
            <a:off x="5334350" y="1188800"/>
            <a:ext cx="333300" cy="333300"/>
          </a:xfrm>
          <a:custGeom>
            <a:rect b="b" l="l" r="r" t="t"/>
            <a:pathLst>
              <a:path extrusionOk="0" h="4444" w="4444">
                <a:moveTo>
                  <a:pt x="3174" y="1946"/>
                </a:moveTo>
                <a:cubicBezTo>
                  <a:pt x="2939" y="1946"/>
                  <a:pt x="2714" y="2012"/>
                  <a:pt x="2519" y="2140"/>
                </a:cubicBezTo>
                <a:cubicBezTo>
                  <a:pt x="2304" y="2281"/>
                  <a:pt x="2141" y="2496"/>
                  <a:pt x="2059" y="2740"/>
                </a:cubicBezTo>
                <a:cubicBezTo>
                  <a:pt x="2030" y="2807"/>
                  <a:pt x="2074" y="2888"/>
                  <a:pt x="2141" y="2910"/>
                </a:cubicBezTo>
                <a:cubicBezTo>
                  <a:pt x="2158" y="2917"/>
                  <a:pt x="2176" y="2920"/>
                  <a:pt x="2193" y="2920"/>
                </a:cubicBezTo>
                <a:cubicBezTo>
                  <a:pt x="2250" y="2920"/>
                  <a:pt x="2302" y="2885"/>
                  <a:pt x="2319" y="2829"/>
                </a:cubicBezTo>
                <a:cubicBezTo>
                  <a:pt x="2385" y="2644"/>
                  <a:pt x="2504" y="2481"/>
                  <a:pt x="2667" y="2370"/>
                </a:cubicBezTo>
                <a:cubicBezTo>
                  <a:pt x="2811" y="2278"/>
                  <a:pt x="2985" y="2226"/>
                  <a:pt x="3157" y="2226"/>
                </a:cubicBezTo>
                <a:cubicBezTo>
                  <a:pt x="3179" y="2226"/>
                  <a:pt x="3200" y="2227"/>
                  <a:pt x="3222" y="2229"/>
                </a:cubicBezTo>
                <a:cubicBezTo>
                  <a:pt x="3422" y="2236"/>
                  <a:pt x="3607" y="2318"/>
                  <a:pt x="3755" y="2444"/>
                </a:cubicBezTo>
                <a:cubicBezTo>
                  <a:pt x="3859" y="2540"/>
                  <a:pt x="3940" y="2651"/>
                  <a:pt x="3992" y="2777"/>
                </a:cubicBezTo>
                <a:lnTo>
                  <a:pt x="3607" y="2777"/>
                </a:lnTo>
                <a:cubicBezTo>
                  <a:pt x="3533" y="2777"/>
                  <a:pt x="3466" y="2844"/>
                  <a:pt x="3466" y="2918"/>
                </a:cubicBezTo>
                <a:cubicBezTo>
                  <a:pt x="3466" y="2992"/>
                  <a:pt x="3533" y="3058"/>
                  <a:pt x="3607" y="3058"/>
                </a:cubicBezTo>
                <a:lnTo>
                  <a:pt x="4303" y="3058"/>
                </a:lnTo>
                <a:cubicBezTo>
                  <a:pt x="4377" y="3058"/>
                  <a:pt x="4437" y="2992"/>
                  <a:pt x="4437" y="2918"/>
                </a:cubicBezTo>
                <a:lnTo>
                  <a:pt x="4437" y="2222"/>
                </a:lnTo>
                <a:cubicBezTo>
                  <a:pt x="4437" y="2147"/>
                  <a:pt x="4377" y="2088"/>
                  <a:pt x="4303" y="2088"/>
                </a:cubicBezTo>
                <a:cubicBezTo>
                  <a:pt x="4222" y="2088"/>
                  <a:pt x="4163" y="2147"/>
                  <a:pt x="4163" y="2222"/>
                </a:cubicBezTo>
                <a:lnTo>
                  <a:pt x="4163" y="2510"/>
                </a:lnTo>
                <a:cubicBezTo>
                  <a:pt x="4103" y="2407"/>
                  <a:pt x="4029" y="2318"/>
                  <a:pt x="3940" y="2236"/>
                </a:cubicBezTo>
                <a:cubicBezTo>
                  <a:pt x="3748" y="2066"/>
                  <a:pt x="3496" y="1970"/>
                  <a:pt x="3244" y="1948"/>
                </a:cubicBezTo>
                <a:cubicBezTo>
                  <a:pt x="3221" y="1946"/>
                  <a:pt x="3197" y="1946"/>
                  <a:pt x="3174" y="1946"/>
                </a:cubicBezTo>
                <a:close/>
                <a:moveTo>
                  <a:pt x="2222" y="0"/>
                </a:moveTo>
                <a:cubicBezTo>
                  <a:pt x="956" y="0"/>
                  <a:pt x="1" y="422"/>
                  <a:pt x="1" y="977"/>
                </a:cubicBezTo>
                <a:lnTo>
                  <a:pt x="1" y="3192"/>
                </a:lnTo>
                <a:cubicBezTo>
                  <a:pt x="1" y="3629"/>
                  <a:pt x="593" y="3991"/>
                  <a:pt x="1511" y="4117"/>
                </a:cubicBezTo>
                <a:lnTo>
                  <a:pt x="1526" y="4117"/>
                </a:lnTo>
                <a:cubicBezTo>
                  <a:pt x="1593" y="4117"/>
                  <a:pt x="1652" y="4073"/>
                  <a:pt x="1667" y="3999"/>
                </a:cubicBezTo>
                <a:cubicBezTo>
                  <a:pt x="1674" y="3925"/>
                  <a:pt x="1623" y="3858"/>
                  <a:pt x="1549" y="3843"/>
                </a:cubicBezTo>
                <a:cubicBezTo>
                  <a:pt x="712" y="3725"/>
                  <a:pt x="275" y="3429"/>
                  <a:pt x="275" y="3199"/>
                </a:cubicBezTo>
                <a:lnTo>
                  <a:pt x="275" y="2570"/>
                </a:lnTo>
                <a:cubicBezTo>
                  <a:pt x="556" y="2792"/>
                  <a:pt x="1030" y="2962"/>
                  <a:pt x="1645" y="3029"/>
                </a:cubicBezTo>
                <a:lnTo>
                  <a:pt x="1660" y="3029"/>
                </a:lnTo>
                <a:cubicBezTo>
                  <a:pt x="1734" y="3029"/>
                  <a:pt x="1793" y="2977"/>
                  <a:pt x="1800" y="2903"/>
                </a:cubicBezTo>
                <a:cubicBezTo>
                  <a:pt x="1808" y="2829"/>
                  <a:pt x="1748" y="2755"/>
                  <a:pt x="1674" y="2747"/>
                </a:cubicBezTo>
                <a:cubicBezTo>
                  <a:pt x="764" y="2651"/>
                  <a:pt x="275" y="2333"/>
                  <a:pt x="275" y="2088"/>
                </a:cubicBezTo>
                <a:lnTo>
                  <a:pt x="275" y="1459"/>
                </a:lnTo>
                <a:cubicBezTo>
                  <a:pt x="645" y="1755"/>
                  <a:pt x="1363" y="1948"/>
                  <a:pt x="2222" y="1948"/>
                </a:cubicBezTo>
                <a:cubicBezTo>
                  <a:pt x="2296" y="1948"/>
                  <a:pt x="2356" y="1881"/>
                  <a:pt x="2356" y="1807"/>
                </a:cubicBezTo>
                <a:cubicBezTo>
                  <a:pt x="2356" y="1733"/>
                  <a:pt x="2296" y="1666"/>
                  <a:pt x="2222" y="1666"/>
                </a:cubicBezTo>
                <a:cubicBezTo>
                  <a:pt x="1075" y="1666"/>
                  <a:pt x="275" y="1303"/>
                  <a:pt x="275" y="977"/>
                </a:cubicBezTo>
                <a:cubicBezTo>
                  <a:pt x="275" y="644"/>
                  <a:pt x="1075" y="281"/>
                  <a:pt x="2222" y="281"/>
                </a:cubicBezTo>
                <a:cubicBezTo>
                  <a:pt x="3363" y="281"/>
                  <a:pt x="4163" y="644"/>
                  <a:pt x="4163" y="977"/>
                </a:cubicBezTo>
                <a:cubicBezTo>
                  <a:pt x="4163" y="1148"/>
                  <a:pt x="3940" y="1326"/>
                  <a:pt x="3570" y="1459"/>
                </a:cubicBezTo>
                <a:cubicBezTo>
                  <a:pt x="3496" y="1488"/>
                  <a:pt x="3459" y="1570"/>
                  <a:pt x="3489" y="1637"/>
                </a:cubicBezTo>
                <a:cubicBezTo>
                  <a:pt x="3507" y="1696"/>
                  <a:pt x="3563" y="1732"/>
                  <a:pt x="3623" y="1732"/>
                </a:cubicBezTo>
                <a:cubicBezTo>
                  <a:pt x="3637" y="1732"/>
                  <a:pt x="3652" y="1730"/>
                  <a:pt x="3666" y="1725"/>
                </a:cubicBezTo>
                <a:cubicBezTo>
                  <a:pt x="3866" y="1651"/>
                  <a:pt x="4037" y="1562"/>
                  <a:pt x="4163" y="1459"/>
                </a:cubicBezTo>
                <a:lnTo>
                  <a:pt x="4163" y="1674"/>
                </a:lnTo>
                <a:cubicBezTo>
                  <a:pt x="4163" y="1748"/>
                  <a:pt x="4222" y="1807"/>
                  <a:pt x="4303" y="1807"/>
                </a:cubicBezTo>
                <a:cubicBezTo>
                  <a:pt x="4377" y="1807"/>
                  <a:pt x="4444" y="1748"/>
                  <a:pt x="4444" y="1674"/>
                </a:cubicBezTo>
                <a:lnTo>
                  <a:pt x="4444" y="977"/>
                </a:lnTo>
                <a:cubicBezTo>
                  <a:pt x="4444" y="422"/>
                  <a:pt x="3489" y="0"/>
                  <a:pt x="2222" y="0"/>
                </a:cubicBezTo>
                <a:close/>
                <a:moveTo>
                  <a:pt x="2082" y="3332"/>
                </a:moveTo>
                <a:cubicBezTo>
                  <a:pt x="2000" y="3332"/>
                  <a:pt x="1941" y="3399"/>
                  <a:pt x="1941" y="3473"/>
                </a:cubicBezTo>
                <a:lnTo>
                  <a:pt x="1941" y="4169"/>
                </a:lnTo>
                <a:cubicBezTo>
                  <a:pt x="1941" y="4243"/>
                  <a:pt x="2000" y="4310"/>
                  <a:pt x="2082" y="4310"/>
                </a:cubicBezTo>
                <a:cubicBezTo>
                  <a:pt x="2156" y="4310"/>
                  <a:pt x="2222" y="4243"/>
                  <a:pt x="2222" y="4169"/>
                </a:cubicBezTo>
                <a:lnTo>
                  <a:pt x="2222" y="3880"/>
                </a:lnTo>
                <a:cubicBezTo>
                  <a:pt x="2282" y="3984"/>
                  <a:pt x="2356" y="4073"/>
                  <a:pt x="2445" y="4154"/>
                </a:cubicBezTo>
                <a:cubicBezTo>
                  <a:pt x="2637" y="4325"/>
                  <a:pt x="2881" y="4428"/>
                  <a:pt x="3141" y="4443"/>
                </a:cubicBezTo>
                <a:lnTo>
                  <a:pt x="3215" y="4443"/>
                </a:lnTo>
                <a:cubicBezTo>
                  <a:pt x="3444" y="4443"/>
                  <a:pt x="3674" y="4376"/>
                  <a:pt x="3866" y="4251"/>
                </a:cubicBezTo>
                <a:cubicBezTo>
                  <a:pt x="4081" y="4110"/>
                  <a:pt x="4244" y="3895"/>
                  <a:pt x="4325" y="3658"/>
                </a:cubicBezTo>
                <a:cubicBezTo>
                  <a:pt x="4348" y="3584"/>
                  <a:pt x="4311" y="3503"/>
                  <a:pt x="4237" y="3480"/>
                </a:cubicBezTo>
                <a:cubicBezTo>
                  <a:pt x="4221" y="3474"/>
                  <a:pt x="4205" y="3471"/>
                  <a:pt x="4189" y="3471"/>
                </a:cubicBezTo>
                <a:cubicBezTo>
                  <a:pt x="4133" y="3471"/>
                  <a:pt x="4082" y="3510"/>
                  <a:pt x="4059" y="3562"/>
                </a:cubicBezTo>
                <a:cubicBezTo>
                  <a:pt x="4000" y="3747"/>
                  <a:pt x="3874" y="3910"/>
                  <a:pt x="3711" y="4021"/>
                </a:cubicBezTo>
                <a:cubicBezTo>
                  <a:pt x="3558" y="4118"/>
                  <a:pt x="3373" y="4170"/>
                  <a:pt x="3192" y="4170"/>
                </a:cubicBezTo>
                <a:cubicBezTo>
                  <a:pt x="3180" y="4170"/>
                  <a:pt x="3168" y="4170"/>
                  <a:pt x="3155" y="4169"/>
                </a:cubicBezTo>
                <a:cubicBezTo>
                  <a:pt x="2963" y="4154"/>
                  <a:pt x="2770" y="4073"/>
                  <a:pt x="2630" y="3947"/>
                </a:cubicBezTo>
                <a:cubicBezTo>
                  <a:pt x="2526" y="3858"/>
                  <a:pt x="2445" y="3740"/>
                  <a:pt x="2393" y="3614"/>
                </a:cubicBezTo>
                <a:lnTo>
                  <a:pt x="2778" y="3614"/>
                </a:lnTo>
                <a:cubicBezTo>
                  <a:pt x="2852" y="3614"/>
                  <a:pt x="2911" y="3554"/>
                  <a:pt x="2911" y="3473"/>
                </a:cubicBezTo>
                <a:cubicBezTo>
                  <a:pt x="2911" y="3399"/>
                  <a:pt x="2852" y="3332"/>
                  <a:pt x="2778" y="3332"/>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77"/>
          <p:cNvSpPr/>
          <p:nvPr/>
        </p:nvSpPr>
        <p:spPr>
          <a:xfrm>
            <a:off x="6317300" y="1188800"/>
            <a:ext cx="329925" cy="333300"/>
          </a:xfrm>
          <a:custGeom>
            <a:rect b="b" l="l" r="r" t="t"/>
            <a:pathLst>
              <a:path extrusionOk="0" h="4444" w="4399">
                <a:moveTo>
                  <a:pt x="2592" y="0"/>
                </a:moveTo>
                <a:cubicBezTo>
                  <a:pt x="2518" y="0"/>
                  <a:pt x="2459" y="59"/>
                  <a:pt x="2459" y="141"/>
                </a:cubicBezTo>
                <a:cubicBezTo>
                  <a:pt x="2459" y="215"/>
                  <a:pt x="2518" y="281"/>
                  <a:pt x="2592" y="281"/>
                </a:cubicBezTo>
                <a:lnTo>
                  <a:pt x="3059" y="281"/>
                </a:lnTo>
                <a:lnTo>
                  <a:pt x="1111" y="1977"/>
                </a:lnTo>
                <a:cubicBezTo>
                  <a:pt x="1059" y="2029"/>
                  <a:pt x="1052" y="2118"/>
                  <a:pt x="1104" y="2177"/>
                </a:cubicBezTo>
                <a:cubicBezTo>
                  <a:pt x="1126" y="2207"/>
                  <a:pt x="1163" y="2222"/>
                  <a:pt x="1207" y="2222"/>
                </a:cubicBezTo>
                <a:cubicBezTo>
                  <a:pt x="1237" y="2222"/>
                  <a:pt x="1274" y="2214"/>
                  <a:pt x="1296" y="2185"/>
                </a:cubicBezTo>
                <a:lnTo>
                  <a:pt x="3288" y="444"/>
                </a:lnTo>
                <a:lnTo>
                  <a:pt x="3288" y="970"/>
                </a:lnTo>
                <a:cubicBezTo>
                  <a:pt x="3288" y="1052"/>
                  <a:pt x="3347" y="1111"/>
                  <a:pt x="3429" y="1111"/>
                </a:cubicBezTo>
                <a:cubicBezTo>
                  <a:pt x="3503" y="1111"/>
                  <a:pt x="3562" y="1052"/>
                  <a:pt x="3562" y="970"/>
                </a:cubicBezTo>
                <a:lnTo>
                  <a:pt x="3562" y="141"/>
                </a:lnTo>
                <a:lnTo>
                  <a:pt x="3562" y="133"/>
                </a:lnTo>
                <a:cubicBezTo>
                  <a:pt x="3562" y="126"/>
                  <a:pt x="3562" y="118"/>
                  <a:pt x="3562" y="118"/>
                </a:cubicBezTo>
                <a:cubicBezTo>
                  <a:pt x="3562" y="111"/>
                  <a:pt x="3562" y="111"/>
                  <a:pt x="3562" y="104"/>
                </a:cubicBezTo>
                <a:cubicBezTo>
                  <a:pt x="3562" y="96"/>
                  <a:pt x="3555" y="96"/>
                  <a:pt x="3555" y="89"/>
                </a:cubicBezTo>
                <a:cubicBezTo>
                  <a:pt x="3555" y="89"/>
                  <a:pt x="3555" y="81"/>
                  <a:pt x="3547" y="81"/>
                </a:cubicBezTo>
                <a:cubicBezTo>
                  <a:pt x="3547" y="74"/>
                  <a:pt x="3547" y="67"/>
                  <a:pt x="3547" y="67"/>
                </a:cubicBezTo>
                <a:cubicBezTo>
                  <a:pt x="3540" y="59"/>
                  <a:pt x="3540" y="59"/>
                  <a:pt x="3540" y="52"/>
                </a:cubicBezTo>
                <a:cubicBezTo>
                  <a:pt x="3532" y="52"/>
                  <a:pt x="3532" y="52"/>
                  <a:pt x="3532" y="44"/>
                </a:cubicBezTo>
                <a:lnTo>
                  <a:pt x="3525" y="44"/>
                </a:lnTo>
                <a:cubicBezTo>
                  <a:pt x="3525" y="44"/>
                  <a:pt x="3518" y="37"/>
                  <a:pt x="3518" y="37"/>
                </a:cubicBezTo>
                <a:cubicBezTo>
                  <a:pt x="3510" y="30"/>
                  <a:pt x="3510" y="30"/>
                  <a:pt x="3510" y="30"/>
                </a:cubicBezTo>
                <a:cubicBezTo>
                  <a:pt x="3503" y="22"/>
                  <a:pt x="3503" y="22"/>
                  <a:pt x="3495" y="22"/>
                </a:cubicBezTo>
                <a:cubicBezTo>
                  <a:pt x="3495" y="15"/>
                  <a:pt x="3488" y="15"/>
                  <a:pt x="3481" y="15"/>
                </a:cubicBezTo>
                <a:cubicBezTo>
                  <a:pt x="3481" y="7"/>
                  <a:pt x="3473" y="7"/>
                  <a:pt x="3473" y="7"/>
                </a:cubicBezTo>
                <a:lnTo>
                  <a:pt x="3458" y="7"/>
                </a:lnTo>
                <a:cubicBezTo>
                  <a:pt x="3458" y="0"/>
                  <a:pt x="3451" y="0"/>
                  <a:pt x="3444" y="0"/>
                </a:cubicBezTo>
                <a:close/>
                <a:moveTo>
                  <a:pt x="878" y="2690"/>
                </a:moveTo>
                <a:cubicBezTo>
                  <a:pt x="1052" y="2690"/>
                  <a:pt x="1226" y="2714"/>
                  <a:pt x="1348" y="2762"/>
                </a:cubicBezTo>
                <a:cubicBezTo>
                  <a:pt x="1429" y="2799"/>
                  <a:pt x="1466" y="2829"/>
                  <a:pt x="1474" y="2844"/>
                </a:cubicBezTo>
                <a:cubicBezTo>
                  <a:pt x="1466" y="2858"/>
                  <a:pt x="1429" y="2888"/>
                  <a:pt x="1348" y="2925"/>
                </a:cubicBezTo>
                <a:cubicBezTo>
                  <a:pt x="1229" y="2977"/>
                  <a:pt x="1052" y="2999"/>
                  <a:pt x="881" y="2999"/>
                </a:cubicBezTo>
                <a:cubicBezTo>
                  <a:pt x="704" y="2999"/>
                  <a:pt x="533" y="2969"/>
                  <a:pt x="407" y="2925"/>
                </a:cubicBezTo>
                <a:cubicBezTo>
                  <a:pt x="326" y="2895"/>
                  <a:pt x="289" y="2858"/>
                  <a:pt x="282" y="2844"/>
                </a:cubicBezTo>
                <a:cubicBezTo>
                  <a:pt x="289" y="2829"/>
                  <a:pt x="326" y="2799"/>
                  <a:pt x="407" y="2762"/>
                </a:cubicBezTo>
                <a:cubicBezTo>
                  <a:pt x="530" y="2714"/>
                  <a:pt x="704" y="2690"/>
                  <a:pt x="878" y="2690"/>
                </a:cubicBezTo>
                <a:close/>
                <a:moveTo>
                  <a:pt x="1481" y="3169"/>
                </a:moveTo>
                <a:lnTo>
                  <a:pt x="1481" y="3725"/>
                </a:lnTo>
                <a:cubicBezTo>
                  <a:pt x="1459" y="3769"/>
                  <a:pt x="1259" y="3888"/>
                  <a:pt x="881" y="3888"/>
                </a:cubicBezTo>
                <a:cubicBezTo>
                  <a:pt x="496" y="3888"/>
                  <a:pt x="296" y="3769"/>
                  <a:pt x="282" y="3732"/>
                </a:cubicBezTo>
                <a:lnTo>
                  <a:pt x="282" y="3169"/>
                </a:lnTo>
                <a:cubicBezTo>
                  <a:pt x="289" y="3177"/>
                  <a:pt x="296" y="3177"/>
                  <a:pt x="304" y="3184"/>
                </a:cubicBezTo>
                <a:cubicBezTo>
                  <a:pt x="459" y="3243"/>
                  <a:pt x="659" y="3280"/>
                  <a:pt x="881" y="3280"/>
                </a:cubicBezTo>
                <a:cubicBezTo>
                  <a:pt x="1096" y="3280"/>
                  <a:pt x="1296" y="3243"/>
                  <a:pt x="1452" y="3184"/>
                </a:cubicBezTo>
                <a:cubicBezTo>
                  <a:pt x="1459" y="3177"/>
                  <a:pt x="1466" y="3177"/>
                  <a:pt x="1481" y="3169"/>
                </a:cubicBezTo>
                <a:close/>
                <a:moveTo>
                  <a:pt x="881" y="2414"/>
                </a:moveTo>
                <a:cubicBezTo>
                  <a:pt x="667" y="2414"/>
                  <a:pt x="459" y="2444"/>
                  <a:pt x="304" y="2510"/>
                </a:cubicBezTo>
                <a:cubicBezTo>
                  <a:pt x="111" y="2584"/>
                  <a:pt x="37" y="2688"/>
                  <a:pt x="15" y="2770"/>
                </a:cubicBezTo>
                <a:cubicBezTo>
                  <a:pt x="8" y="2784"/>
                  <a:pt x="0" y="2807"/>
                  <a:pt x="0" y="2821"/>
                </a:cubicBezTo>
                <a:lnTo>
                  <a:pt x="0" y="3732"/>
                </a:lnTo>
                <a:cubicBezTo>
                  <a:pt x="0" y="4028"/>
                  <a:pt x="459" y="4162"/>
                  <a:pt x="881" y="4162"/>
                </a:cubicBezTo>
                <a:cubicBezTo>
                  <a:pt x="1304" y="4162"/>
                  <a:pt x="1755" y="4028"/>
                  <a:pt x="1755" y="3732"/>
                </a:cubicBezTo>
                <a:lnTo>
                  <a:pt x="1755" y="2873"/>
                </a:lnTo>
                <a:lnTo>
                  <a:pt x="1755" y="2866"/>
                </a:lnTo>
                <a:lnTo>
                  <a:pt x="1755" y="2844"/>
                </a:lnTo>
                <a:cubicBezTo>
                  <a:pt x="1755" y="2762"/>
                  <a:pt x="1718" y="2614"/>
                  <a:pt x="1452" y="2510"/>
                </a:cubicBezTo>
                <a:cubicBezTo>
                  <a:pt x="1296" y="2444"/>
                  <a:pt x="1096" y="2414"/>
                  <a:pt x="881" y="2414"/>
                </a:cubicBezTo>
                <a:close/>
                <a:moveTo>
                  <a:pt x="4258" y="555"/>
                </a:moveTo>
                <a:cubicBezTo>
                  <a:pt x="4184" y="555"/>
                  <a:pt x="4125" y="622"/>
                  <a:pt x="4125" y="696"/>
                </a:cubicBezTo>
                <a:lnTo>
                  <a:pt x="4125" y="4169"/>
                </a:lnTo>
                <a:lnTo>
                  <a:pt x="3569" y="4169"/>
                </a:lnTo>
                <a:lnTo>
                  <a:pt x="3569" y="1666"/>
                </a:lnTo>
                <a:cubicBezTo>
                  <a:pt x="3569" y="1592"/>
                  <a:pt x="3503" y="1525"/>
                  <a:pt x="3429" y="1525"/>
                </a:cubicBezTo>
                <a:cubicBezTo>
                  <a:pt x="3347" y="1525"/>
                  <a:pt x="3288" y="1592"/>
                  <a:pt x="3288" y="1666"/>
                </a:cubicBezTo>
                <a:lnTo>
                  <a:pt x="3288" y="4169"/>
                </a:lnTo>
                <a:lnTo>
                  <a:pt x="2733" y="4169"/>
                </a:lnTo>
                <a:lnTo>
                  <a:pt x="2733" y="2636"/>
                </a:lnTo>
                <a:cubicBezTo>
                  <a:pt x="2733" y="2562"/>
                  <a:pt x="2673" y="2503"/>
                  <a:pt x="2592" y="2503"/>
                </a:cubicBezTo>
                <a:cubicBezTo>
                  <a:pt x="2518" y="2503"/>
                  <a:pt x="2459" y="2562"/>
                  <a:pt x="2459" y="2636"/>
                </a:cubicBezTo>
                <a:lnTo>
                  <a:pt x="2459" y="4169"/>
                </a:lnTo>
                <a:lnTo>
                  <a:pt x="2037" y="4169"/>
                </a:lnTo>
                <a:cubicBezTo>
                  <a:pt x="1963" y="4169"/>
                  <a:pt x="1903" y="4228"/>
                  <a:pt x="1903" y="4302"/>
                </a:cubicBezTo>
                <a:cubicBezTo>
                  <a:pt x="1903" y="4384"/>
                  <a:pt x="1963" y="4443"/>
                  <a:pt x="2037" y="4443"/>
                </a:cubicBezTo>
                <a:lnTo>
                  <a:pt x="4258" y="4443"/>
                </a:lnTo>
                <a:cubicBezTo>
                  <a:pt x="4340" y="4443"/>
                  <a:pt x="4399" y="4384"/>
                  <a:pt x="4399" y="4302"/>
                </a:cubicBezTo>
                <a:lnTo>
                  <a:pt x="4399" y="696"/>
                </a:lnTo>
                <a:cubicBezTo>
                  <a:pt x="4399" y="622"/>
                  <a:pt x="4340" y="555"/>
                  <a:pt x="4258" y="555"/>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77"/>
          <p:cNvSpPr/>
          <p:nvPr/>
        </p:nvSpPr>
        <p:spPr>
          <a:xfrm>
            <a:off x="8439725" y="2411900"/>
            <a:ext cx="187800" cy="187800"/>
          </a:xfrm>
          <a:custGeom>
            <a:rect b="b" l="l" r="r" t="t"/>
            <a:pathLst>
              <a:path extrusionOk="0" h="2504" w="2504">
                <a:moveTo>
                  <a:pt x="1971" y="284"/>
                </a:moveTo>
                <a:cubicBezTo>
                  <a:pt x="2037" y="284"/>
                  <a:pt x="2103" y="308"/>
                  <a:pt x="2155" y="356"/>
                </a:cubicBezTo>
                <a:cubicBezTo>
                  <a:pt x="2177" y="379"/>
                  <a:pt x="2199" y="408"/>
                  <a:pt x="2207" y="438"/>
                </a:cubicBezTo>
                <a:cubicBezTo>
                  <a:pt x="2222" y="467"/>
                  <a:pt x="2229" y="504"/>
                  <a:pt x="2229" y="534"/>
                </a:cubicBezTo>
                <a:cubicBezTo>
                  <a:pt x="2229" y="571"/>
                  <a:pt x="2222" y="601"/>
                  <a:pt x="2207" y="630"/>
                </a:cubicBezTo>
                <a:cubicBezTo>
                  <a:pt x="2199" y="660"/>
                  <a:pt x="2177" y="690"/>
                  <a:pt x="2155" y="712"/>
                </a:cubicBezTo>
                <a:lnTo>
                  <a:pt x="770" y="2097"/>
                </a:lnTo>
                <a:lnTo>
                  <a:pt x="319" y="2185"/>
                </a:lnTo>
                <a:lnTo>
                  <a:pt x="407" y="1741"/>
                </a:lnTo>
                <a:lnTo>
                  <a:pt x="415" y="1741"/>
                </a:lnTo>
                <a:lnTo>
                  <a:pt x="1792" y="356"/>
                </a:lnTo>
                <a:cubicBezTo>
                  <a:pt x="1840" y="308"/>
                  <a:pt x="1905" y="284"/>
                  <a:pt x="1971" y="284"/>
                </a:cubicBezTo>
                <a:close/>
                <a:moveTo>
                  <a:pt x="1970" y="1"/>
                </a:moveTo>
                <a:cubicBezTo>
                  <a:pt x="1837" y="1"/>
                  <a:pt x="1696" y="60"/>
                  <a:pt x="1600" y="156"/>
                </a:cubicBezTo>
                <a:lnTo>
                  <a:pt x="185" y="1571"/>
                </a:lnTo>
                <a:cubicBezTo>
                  <a:pt x="163" y="1593"/>
                  <a:pt x="156" y="1615"/>
                  <a:pt x="148" y="1645"/>
                </a:cubicBezTo>
                <a:lnTo>
                  <a:pt x="8" y="2333"/>
                </a:lnTo>
                <a:cubicBezTo>
                  <a:pt x="0" y="2378"/>
                  <a:pt x="15" y="2430"/>
                  <a:pt x="45" y="2459"/>
                </a:cubicBezTo>
                <a:cubicBezTo>
                  <a:pt x="74" y="2489"/>
                  <a:pt x="111" y="2504"/>
                  <a:pt x="141" y="2504"/>
                </a:cubicBezTo>
                <a:cubicBezTo>
                  <a:pt x="156" y="2504"/>
                  <a:pt x="163" y="2504"/>
                  <a:pt x="170" y="2496"/>
                </a:cubicBezTo>
                <a:lnTo>
                  <a:pt x="867" y="2363"/>
                </a:lnTo>
                <a:cubicBezTo>
                  <a:pt x="889" y="2356"/>
                  <a:pt x="918" y="2341"/>
                  <a:pt x="933" y="2319"/>
                </a:cubicBezTo>
                <a:lnTo>
                  <a:pt x="2348" y="912"/>
                </a:lnTo>
                <a:cubicBezTo>
                  <a:pt x="2399" y="860"/>
                  <a:pt x="2436" y="808"/>
                  <a:pt x="2466" y="734"/>
                </a:cubicBezTo>
                <a:cubicBezTo>
                  <a:pt x="2496" y="675"/>
                  <a:pt x="2503" y="608"/>
                  <a:pt x="2503" y="534"/>
                </a:cubicBezTo>
                <a:cubicBezTo>
                  <a:pt x="2503" y="467"/>
                  <a:pt x="2496" y="401"/>
                  <a:pt x="2466" y="334"/>
                </a:cubicBezTo>
                <a:cubicBezTo>
                  <a:pt x="2436" y="267"/>
                  <a:pt x="2399" y="208"/>
                  <a:pt x="2348" y="156"/>
                </a:cubicBezTo>
                <a:cubicBezTo>
                  <a:pt x="2244" y="60"/>
                  <a:pt x="2111" y="1"/>
                  <a:pt x="1970"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77"/>
          <p:cNvSpPr/>
          <p:nvPr/>
        </p:nvSpPr>
        <p:spPr>
          <a:xfrm>
            <a:off x="8294225" y="2266400"/>
            <a:ext cx="249975" cy="291675"/>
          </a:xfrm>
          <a:custGeom>
            <a:rect b="b" l="l" r="r" t="t"/>
            <a:pathLst>
              <a:path extrusionOk="0" h="3889" w="3333">
                <a:moveTo>
                  <a:pt x="415" y="1"/>
                </a:moveTo>
                <a:cubicBezTo>
                  <a:pt x="311" y="1"/>
                  <a:pt x="207" y="45"/>
                  <a:pt x="126" y="119"/>
                </a:cubicBezTo>
                <a:cubicBezTo>
                  <a:pt x="44" y="201"/>
                  <a:pt x="0" y="304"/>
                  <a:pt x="0" y="415"/>
                </a:cubicBezTo>
                <a:lnTo>
                  <a:pt x="0" y="3474"/>
                </a:lnTo>
                <a:cubicBezTo>
                  <a:pt x="0" y="3577"/>
                  <a:pt x="44" y="3688"/>
                  <a:pt x="126" y="3763"/>
                </a:cubicBezTo>
                <a:cubicBezTo>
                  <a:pt x="200" y="3844"/>
                  <a:pt x="311" y="3888"/>
                  <a:pt x="415" y="3888"/>
                </a:cubicBezTo>
                <a:lnTo>
                  <a:pt x="1525" y="3888"/>
                </a:lnTo>
                <a:cubicBezTo>
                  <a:pt x="1607" y="3888"/>
                  <a:pt x="1666" y="3822"/>
                  <a:pt x="1666" y="3748"/>
                </a:cubicBezTo>
                <a:cubicBezTo>
                  <a:pt x="1666" y="3674"/>
                  <a:pt x="1607" y="3607"/>
                  <a:pt x="1525" y="3607"/>
                </a:cubicBezTo>
                <a:lnTo>
                  <a:pt x="415" y="3607"/>
                </a:lnTo>
                <a:cubicBezTo>
                  <a:pt x="378" y="3607"/>
                  <a:pt x="348" y="3592"/>
                  <a:pt x="318" y="3570"/>
                </a:cubicBezTo>
                <a:cubicBezTo>
                  <a:pt x="296" y="3540"/>
                  <a:pt x="281" y="3503"/>
                  <a:pt x="281" y="3466"/>
                </a:cubicBezTo>
                <a:lnTo>
                  <a:pt x="281" y="415"/>
                </a:lnTo>
                <a:cubicBezTo>
                  <a:pt x="281" y="378"/>
                  <a:pt x="296" y="341"/>
                  <a:pt x="318" y="319"/>
                </a:cubicBezTo>
                <a:cubicBezTo>
                  <a:pt x="348" y="290"/>
                  <a:pt x="378" y="275"/>
                  <a:pt x="415" y="275"/>
                </a:cubicBezTo>
                <a:lnTo>
                  <a:pt x="2384" y="275"/>
                </a:lnTo>
                <a:cubicBezTo>
                  <a:pt x="2407" y="275"/>
                  <a:pt x="2421" y="282"/>
                  <a:pt x="2436" y="282"/>
                </a:cubicBezTo>
                <a:cubicBezTo>
                  <a:pt x="2459" y="297"/>
                  <a:pt x="2473" y="304"/>
                  <a:pt x="2481" y="319"/>
                </a:cubicBezTo>
                <a:lnTo>
                  <a:pt x="3014" y="845"/>
                </a:lnTo>
                <a:cubicBezTo>
                  <a:pt x="3029" y="860"/>
                  <a:pt x="3036" y="875"/>
                  <a:pt x="3044" y="889"/>
                </a:cubicBezTo>
                <a:cubicBezTo>
                  <a:pt x="3051" y="912"/>
                  <a:pt x="3058" y="926"/>
                  <a:pt x="3058" y="949"/>
                </a:cubicBezTo>
                <a:lnTo>
                  <a:pt x="3058" y="1526"/>
                </a:lnTo>
                <a:cubicBezTo>
                  <a:pt x="3058" y="1600"/>
                  <a:pt x="3118" y="1667"/>
                  <a:pt x="3199" y="1667"/>
                </a:cubicBezTo>
                <a:cubicBezTo>
                  <a:pt x="3273" y="1667"/>
                  <a:pt x="3332" y="1600"/>
                  <a:pt x="3332" y="1526"/>
                </a:cubicBezTo>
                <a:lnTo>
                  <a:pt x="3332" y="949"/>
                </a:lnTo>
                <a:cubicBezTo>
                  <a:pt x="3332" y="889"/>
                  <a:pt x="3325" y="838"/>
                  <a:pt x="3303" y="786"/>
                </a:cubicBezTo>
                <a:cubicBezTo>
                  <a:pt x="3280" y="734"/>
                  <a:pt x="3251" y="689"/>
                  <a:pt x="3214" y="652"/>
                </a:cubicBezTo>
                <a:lnTo>
                  <a:pt x="2681" y="119"/>
                </a:lnTo>
                <a:cubicBezTo>
                  <a:pt x="2644" y="82"/>
                  <a:pt x="2599" y="53"/>
                  <a:pt x="2547" y="30"/>
                </a:cubicBezTo>
                <a:cubicBezTo>
                  <a:pt x="2496" y="8"/>
                  <a:pt x="2444" y="1"/>
                  <a:pt x="2384"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77"/>
          <p:cNvSpPr/>
          <p:nvPr/>
        </p:nvSpPr>
        <p:spPr>
          <a:xfrm>
            <a:off x="8408075" y="2339000"/>
            <a:ext cx="53925" cy="83550"/>
          </a:xfrm>
          <a:custGeom>
            <a:rect b="b" l="l" r="r" t="t"/>
            <a:pathLst>
              <a:path extrusionOk="0" h="1114" w="719">
                <a:moveTo>
                  <a:pt x="148" y="1"/>
                </a:moveTo>
                <a:cubicBezTo>
                  <a:pt x="113" y="1"/>
                  <a:pt x="78" y="14"/>
                  <a:pt x="52" y="40"/>
                </a:cubicBezTo>
                <a:cubicBezTo>
                  <a:pt x="0" y="99"/>
                  <a:pt x="0" y="188"/>
                  <a:pt x="52" y="240"/>
                </a:cubicBezTo>
                <a:lnTo>
                  <a:pt x="370" y="558"/>
                </a:lnTo>
                <a:lnTo>
                  <a:pt x="52" y="877"/>
                </a:lnTo>
                <a:cubicBezTo>
                  <a:pt x="0" y="928"/>
                  <a:pt x="0" y="1017"/>
                  <a:pt x="52" y="1077"/>
                </a:cubicBezTo>
                <a:cubicBezTo>
                  <a:pt x="82" y="1099"/>
                  <a:pt x="111" y="1114"/>
                  <a:pt x="148" y="1114"/>
                </a:cubicBezTo>
                <a:cubicBezTo>
                  <a:pt x="185" y="1114"/>
                  <a:pt x="222" y="1099"/>
                  <a:pt x="244" y="1077"/>
                </a:cubicBezTo>
                <a:lnTo>
                  <a:pt x="667" y="654"/>
                </a:lnTo>
                <a:cubicBezTo>
                  <a:pt x="718" y="603"/>
                  <a:pt x="718" y="514"/>
                  <a:pt x="667" y="462"/>
                </a:cubicBezTo>
                <a:lnTo>
                  <a:pt x="244" y="40"/>
                </a:lnTo>
                <a:cubicBezTo>
                  <a:pt x="219" y="14"/>
                  <a:pt x="183" y="1"/>
                  <a:pt x="14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77"/>
          <p:cNvSpPr/>
          <p:nvPr/>
        </p:nvSpPr>
        <p:spPr>
          <a:xfrm>
            <a:off x="8334725" y="2339000"/>
            <a:ext cx="54525" cy="83550"/>
          </a:xfrm>
          <a:custGeom>
            <a:rect b="b" l="l" r="r" t="t"/>
            <a:pathLst>
              <a:path extrusionOk="0" h="1114" w="727">
                <a:moveTo>
                  <a:pt x="571" y="1"/>
                </a:moveTo>
                <a:cubicBezTo>
                  <a:pt x="536" y="1"/>
                  <a:pt x="500" y="14"/>
                  <a:pt x="475" y="40"/>
                </a:cubicBezTo>
                <a:lnTo>
                  <a:pt x="60" y="462"/>
                </a:lnTo>
                <a:cubicBezTo>
                  <a:pt x="1" y="514"/>
                  <a:pt x="1" y="603"/>
                  <a:pt x="60" y="654"/>
                </a:cubicBezTo>
                <a:lnTo>
                  <a:pt x="475" y="1077"/>
                </a:lnTo>
                <a:cubicBezTo>
                  <a:pt x="504" y="1099"/>
                  <a:pt x="534" y="1114"/>
                  <a:pt x="571" y="1114"/>
                </a:cubicBezTo>
                <a:cubicBezTo>
                  <a:pt x="608" y="1114"/>
                  <a:pt x="645" y="1099"/>
                  <a:pt x="667" y="1077"/>
                </a:cubicBezTo>
                <a:cubicBezTo>
                  <a:pt x="726" y="1017"/>
                  <a:pt x="726" y="928"/>
                  <a:pt x="667" y="877"/>
                </a:cubicBezTo>
                <a:lnTo>
                  <a:pt x="349" y="558"/>
                </a:lnTo>
                <a:lnTo>
                  <a:pt x="667" y="240"/>
                </a:lnTo>
                <a:cubicBezTo>
                  <a:pt x="726" y="188"/>
                  <a:pt x="726" y="99"/>
                  <a:pt x="667" y="40"/>
                </a:cubicBezTo>
                <a:cubicBezTo>
                  <a:pt x="641" y="14"/>
                  <a:pt x="606" y="1"/>
                  <a:pt x="57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77"/>
          <p:cNvSpPr/>
          <p:nvPr/>
        </p:nvSpPr>
        <p:spPr>
          <a:xfrm>
            <a:off x="4410350" y="2266400"/>
            <a:ext cx="312225" cy="333300"/>
          </a:xfrm>
          <a:custGeom>
            <a:rect b="b" l="l" r="r" t="t"/>
            <a:pathLst>
              <a:path extrusionOk="0" h="4444" w="4163">
                <a:moveTo>
                  <a:pt x="2081" y="275"/>
                </a:moveTo>
                <a:cubicBezTo>
                  <a:pt x="2192" y="275"/>
                  <a:pt x="2296" y="319"/>
                  <a:pt x="2370" y="401"/>
                </a:cubicBezTo>
                <a:cubicBezTo>
                  <a:pt x="2452" y="475"/>
                  <a:pt x="2496" y="578"/>
                  <a:pt x="2496" y="689"/>
                </a:cubicBezTo>
                <a:cubicBezTo>
                  <a:pt x="2496" y="800"/>
                  <a:pt x="2452" y="912"/>
                  <a:pt x="2370" y="986"/>
                </a:cubicBezTo>
                <a:cubicBezTo>
                  <a:pt x="2296" y="1067"/>
                  <a:pt x="2185" y="1112"/>
                  <a:pt x="2081" y="1112"/>
                </a:cubicBezTo>
                <a:cubicBezTo>
                  <a:pt x="1970" y="1112"/>
                  <a:pt x="1867" y="1067"/>
                  <a:pt x="1785" y="986"/>
                </a:cubicBezTo>
                <a:cubicBezTo>
                  <a:pt x="1704" y="912"/>
                  <a:pt x="1667" y="800"/>
                  <a:pt x="1667" y="689"/>
                </a:cubicBezTo>
                <a:cubicBezTo>
                  <a:pt x="1667" y="578"/>
                  <a:pt x="1704" y="475"/>
                  <a:pt x="1785" y="401"/>
                </a:cubicBezTo>
                <a:cubicBezTo>
                  <a:pt x="1867" y="319"/>
                  <a:pt x="1970" y="275"/>
                  <a:pt x="2081" y="275"/>
                </a:cubicBezTo>
                <a:close/>
                <a:moveTo>
                  <a:pt x="556" y="3607"/>
                </a:moveTo>
                <a:cubicBezTo>
                  <a:pt x="622" y="3607"/>
                  <a:pt x="697" y="3637"/>
                  <a:pt x="748" y="3688"/>
                </a:cubicBezTo>
                <a:cubicBezTo>
                  <a:pt x="800" y="3740"/>
                  <a:pt x="830" y="3814"/>
                  <a:pt x="830" y="3888"/>
                </a:cubicBezTo>
                <a:cubicBezTo>
                  <a:pt x="830" y="3962"/>
                  <a:pt x="800" y="4029"/>
                  <a:pt x="748" y="4081"/>
                </a:cubicBezTo>
                <a:cubicBezTo>
                  <a:pt x="697" y="4133"/>
                  <a:pt x="624" y="4159"/>
                  <a:pt x="552" y="4159"/>
                </a:cubicBezTo>
                <a:cubicBezTo>
                  <a:pt x="480" y="4159"/>
                  <a:pt x="408" y="4133"/>
                  <a:pt x="356" y="4081"/>
                </a:cubicBezTo>
                <a:cubicBezTo>
                  <a:pt x="304" y="4029"/>
                  <a:pt x="274" y="3962"/>
                  <a:pt x="274" y="3888"/>
                </a:cubicBezTo>
                <a:cubicBezTo>
                  <a:pt x="274" y="3814"/>
                  <a:pt x="304" y="3740"/>
                  <a:pt x="356" y="3688"/>
                </a:cubicBezTo>
                <a:cubicBezTo>
                  <a:pt x="408" y="3637"/>
                  <a:pt x="482" y="3607"/>
                  <a:pt x="556" y="3607"/>
                </a:cubicBezTo>
                <a:close/>
                <a:moveTo>
                  <a:pt x="2081" y="3607"/>
                </a:moveTo>
                <a:cubicBezTo>
                  <a:pt x="2155" y="3607"/>
                  <a:pt x="2222" y="3637"/>
                  <a:pt x="2274" y="3688"/>
                </a:cubicBezTo>
                <a:cubicBezTo>
                  <a:pt x="2326" y="3740"/>
                  <a:pt x="2355" y="3814"/>
                  <a:pt x="2355" y="3888"/>
                </a:cubicBezTo>
                <a:cubicBezTo>
                  <a:pt x="2355" y="3962"/>
                  <a:pt x="2326" y="4029"/>
                  <a:pt x="2274" y="4081"/>
                </a:cubicBezTo>
                <a:cubicBezTo>
                  <a:pt x="2222" y="4133"/>
                  <a:pt x="2150" y="4159"/>
                  <a:pt x="2078" y="4159"/>
                </a:cubicBezTo>
                <a:cubicBezTo>
                  <a:pt x="2005" y="4159"/>
                  <a:pt x="1933" y="4133"/>
                  <a:pt x="1881" y="4081"/>
                </a:cubicBezTo>
                <a:cubicBezTo>
                  <a:pt x="1829" y="4029"/>
                  <a:pt x="1800" y="3962"/>
                  <a:pt x="1800" y="3888"/>
                </a:cubicBezTo>
                <a:cubicBezTo>
                  <a:pt x="1800" y="3814"/>
                  <a:pt x="1829" y="3740"/>
                  <a:pt x="1881" y="3688"/>
                </a:cubicBezTo>
                <a:cubicBezTo>
                  <a:pt x="1933" y="3637"/>
                  <a:pt x="2007" y="3607"/>
                  <a:pt x="2081" y="3607"/>
                </a:cubicBezTo>
                <a:close/>
                <a:moveTo>
                  <a:pt x="3607" y="3607"/>
                </a:moveTo>
                <a:cubicBezTo>
                  <a:pt x="3681" y="3607"/>
                  <a:pt x="3747" y="3637"/>
                  <a:pt x="3807" y="3688"/>
                </a:cubicBezTo>
                <a:cubicBezTo>
                  <a:pt x="3858" y="3740"/>
                  <a:pt x="3888" y="3814"/>
                  <a:pt x="3888" y="3888"/>
                </a:cubicBezTo>
                <a:cubicBezTo>
                  <a:pt x="3888" y="3962"/>
                  <a:pt x="3858" y="4029"/>
                  <a:pt x="3807" y="4081"/>
                </a:cubicBezTo>
                <a:cubicBezTo>
                  <a:pt x="3751" y="4133"/>
                  <a:pt x="3679" y="4159"/>
                  <a:pt x="3608" y="4159"/>
                </a:cubicBezTo>
                <a:cubicBezTo>
                  <a:pt x="3536" y="4159"/>
                  <a:pt x="3466" y="4133"/>
                  <a:pt x="3414" y="4081"/>
                </a:cubicBezTo>
                <a:cubicBezTo>
                  <a:pt x="3355" y="4029"/>
                  <a:pt x="3333" y="3962"/>
                  <a:pt x="3333" y="3888"/>
                </a:cubicBezTo>
                <a:cubicBezTo>
                  <a:pt x="3333" y="3814"/>
                  <a:pt x="3355" y="3740"/>
                  <a:pt x="3414" y="3688"/>
                </a:cubicBezTo>
                <a:cubicBezTo>
                  <a:pt x="3466" y="3637"/>
                  <a:pt x="3533" y="3607"/>
                  <a:pt x="3607" y="3607"/>
                </a:cubicBezTo>
                <a:close/>
                <a:moveTo>
                  <a:pt x="2081" y="1"/>
                </a:moveTo>
                <a:cubicBezTo>
                  <a:pt x="1896" y="1"/>
                  <a:pt x="1718" y="75"/>
                  <a:pt x="1593" y="201"/>
                </a:cubicBezTo>
                <a:cubicBezTo>
                  <a:pt x="1459" y="334"/>
                  <a:pt x="1385" y="512"/>
                  <a:pt x="1385" y="697"/>
                </a:cubicBezTo>
                <a:cubicBezTo>
                  <a:pt x="1385" y="882"/>
                  <a:pt x="1459" y="1052"/>
                  <a:pt x="1593" y="1186"/>
                </a:cubicBezTo>
                <a:cubicBezTo>
                  <a:pt x="1689" y="1282"/>
                  <a:pt x="1807" y="1348"/>
                  <a:pt x="1941" y="1371"/>
                </a:cubicBezTo>
                <a:lnTo>
                  <a:pt x="1941" y="2222"/>
                </a:lnTo>
                <a:lnTo>
                  <a:pt x="1770" y="2222"/>
                </a:lnTo>
                <a:cubicBezTo>
                  <a:pt x="1751" y="2221"/>
                  <a:pt x="1732" y="2221"/>
                  <a:pt x="1712" y="2221"/>
                </a:cubicBezTo>
                <a:cubicBezTo>
                  <a:pt x="1385" y="2221"/>
                  <a:pt x="1075" y="2339"/>
                  <a:pt x="837" y="2563"/>
                </a:cubicBezTo>
                <a:cubicBezTo>
                  <a:pt x="608" y="2770"/>
                  <a:pt x="467" y="3044"/>
                  <a:pt x="423" y="3348"/>
                </a:cubicBezTo>
                <a:cubicBezTo>
                  <a:pt x="326" y="3370"/>
                  <a:pt x="237" y="3422"/>
                  <a:pt x="163" y="3496"/>
                </a:cubicBezTo>
                <a:cubicBezTo>
                  <a:pt x="52" y="3600"/>
                  <a:pt x="0" y="3740"/>
                  <a:pt x="0" y="3888"/>
                </a:cubicBezTo>
                <a:cubicBezTo>
                  <a:pt x="0" y="4037"/>
                  <a:pt x="52" y="4177"/>
                  <a:pt x="163" y="4281"/>
                </a:cubicBezTo>
                <a:cubicBezTo>
                  <a:pt x="267" y="4385"/>
                  <a:pt x="408" y="4444"/>
                  <a:pt x="556" y="4444"/>
                </a:cubicBezTo>
                <a:cubicBezTo>
                  <a:pt x="704" y="4444"/>
                  <a:pt x="837" y="4385"/>
                  <a:pt x="948" y="4281"/>
                </a:cubicBezTo>
                <a:cubicBezTo>
                  <a:pt x="1052" y="4177"/>
                  <a:pt x="1111" y="4037"/>
                  <a:pt x="1111" y="3888"/>
                </a:cubicBezTo>
                <a:cubicBezTo>
                  <a:pt x="1111" y="3740"/>
                  <a:pt x="1052" y="3600"/>
                  <a:pt x="948" y="3496"/>
                </a:cubicBezTo>
                <a:cubicBezTo>
                  <a:pt x="874" y="3422"/>
                  <a:pt x="793" y="3377"/>
                  <a:pt x="704" y="3355"/>
                </a:cubicBezTo>
                <a:cubicBezTo>
                  <a:pt x="741" y="3126"/>
                  <a:pt x="852" y="2926"/>
                  <a:pt x="1022" y="2770"/>
                </a:cubicBezTo>
                <a:cubicBezTo>
                  <a:pt x="1215" y="2592"/>
                  <a:pt x="1470" y="2496"/>
                  <a:pt x="1733" y="2496"/>
                </a:cubicBezTo>
                <a:cubicBezTo>
                  <a:pt x="1743" y="2496"/>
                  <a:pt x="1753" y="2496"/>
                  <a:pt x="1763" y="2496"/>
                </a:cubicBezTo>
                <a:lnTo>
                  <a:pt x="1941" y="2496"/>
                </a:lnTo>
                <a:lnTo>
                  <a:pt x="1941" y="3348"/>
                </a:lnTo>
                <a:cubicBezTo>
                  <a:pt x="1844" y="3377"/>
                  <a:pt x="1755" y="3422"/>
                  <a:pt x="1689" y="3496"/>
                </a:cubicBezTo>
                <a:cubicBezTo>
                  <a:pt x="1585" y="3600"/>
                  <a:pt x="1526" y="3740"/>
                  <a:pt x="1526" y="3888"/>
                </a:cubicBezTo>
                <a:cubicBezTo>
                  <a:pt x="1526" y="4037"/>
                  <a:pt x="1585" y="4177"/>
                  <a:pt x="1689" y="4281"/>
                </a:cubicBezTo>
                <a:cubicBezTo>
                  <a:pt x="1792" y="4385"/>
                  <a:pt x="1933" y="4444"/>
                  <a:pt x="2081" y="4444"/>
                </a:cubicBezTo>
                <a:cubicBezTo>
                  <a:pt x="2229" y="4444"/>
                  <a:pt x="2370" y="4385"/>
                  <a:pt x="2474" y="4281"/>
                </a:cubicBezTo>
                <a:cubicBezTo>
                  <a:pt x="2577" y="4177"/>
                  <a:pt x="2637" y="4037"/>
                  <a:pt x="2637" y="3888"/>
                </a:cubicBezTo>
                <a:cubicBezTo>
                  <a:pt x="2637" y="3740"/>
                  <a:pt x="2577" y="3600"/>
                  <a:pt x="2474" y="3496"/>
                </a:cubicBezTo>
                <a:cubicBezTo>
                  <a:pt x="2400" y="3422"/>
                  <a:pt x="2311" y="3377"/>
                  <a:pt x="2222" y="3348"/>
                </a:cubicBezTo>
                <a:lnTo>
                  <a:pt x="2222" y="2496"/>
                </a:lnTo>
                <a:lnTo>
                  <a:pt x="2400" y="2496"/>
                </a:lnTo>
                <a:cubicBezTo>
                  <a:pt x="2409" y="2496"/>
                  <a:pt x="2419" y="2496"/>
                  <a:pt x="2429" y="2496"/>
                </a:cubicBezTo>
                <a:cubicBezTo>
                  <a:pt x="2692" y="2496"/>
                  <a:pt x="2940" y="2592"/>
                  <a:pt x="3140" y="2770"/>
                </a:cubicBezTo>
                <a:cubicBezTo>
                  <a:pt x="3311" y="2926"/>
                  <a:pt x="3414" y="3126"/>
                  <a:pt x="3451" y="3355"/>
                </a:cubicBezTo>
                <a:cubicBezTo>
                  <a:pt x="3362" y="3377"/>
                  <a:pt x="3281" y="3429"/>
                  <a:pt x="3214" y="3496"/>
                </a:cubicBezTo>
                <a:cubicBezTo>
                  <a:pt x="3111" y="3600"/>
                  <a:pt x="3051" y="3740"/>
                  <a:pt x="3051" y="3888"/>
                </a:cubicBezTo>
                <a:cubicBezTo>
                  <a:pt x="3051" y="4037"/>
                  <a:pt x="3111" y="4177"/>
                  <a:pt x="3214" y="4281"/>
                </a:cubicBezTo>
                <a:cubicBezTo>
                  <a:pt x="3318" y="4385"/>
                  <a:pt x="3459" y="4444"/>
                  <a:pt x="3607" y="4444"/>
                </a:cubicBezTo>
                <a:cubicBezTo>
                  <a:pt x="3755" y="4444"/>
                  <a:pt x="3896" y="4385"/>
                  <a:pt x="3999" y="4281"/>
                </a:cubicBezTo>
                <a:cubicBezTo>
                  <a:pt x="4103" y="4177"/>
                  <a:pt x="4162" y="4037"/>
                  <a:pt x="4162" y="3888"/>
                </a:cubicBezTo>
                <a:cubicBezTo>
                  <a:pt x="4162" y="3740"/>
                  <a:pt x="4103" y="3600"/>
                  <a:pt x="3999" y="3496"/>
                </a:cubicBezTo>
                <a:cubicBezTo>
                  <a:pt x="3925" y="3422"/>
                  <a:pt x="3836" y="3370"/>
                  <a:pt x="3733" y="3348"/>
                </a:cubicBezTo>
                <a:cubicBezTo>
                  <a:pt x="3696" y="3044"/>
                  <a:pt x="3555" y="2770"/>
                  <a:pt x="3325" y="2563"/>
                </a:cubicBezTo>
                <a:cubicBezTo>
                  <a:pt x="3081" y="2339"/>
                  <a:pt x="2770" y="2221"/>
                  <a:pt x="2449" y="2221"/>
                </a:cubicBezTo>
                <a:cubicBezTo>
                  <a:pt x="2430" y="2221"/>
                  <a:pt x="2411" y="2221"/>
                  <a:pt x="2392" y="2222"/>
                </a:cubicBezTo>
                <a:lnTo>
                  <a:pt x="2222" y="2222"/>
                </a:lnTo>
                <a:lnTo>
                  <a:pt x="2222" y="1371"/>
                </a:lnTo>
                <a:cubicBezTo>
                  <a:pt x="2348" y="1348"/>
                  <a:pt x="2474" y="1282"/>
                  <a:pt x="2570" y="1186"/>
                </a:cubicBezTo>
                <a:cubicBezTo>
                  <a:pt x="2703" y="1052"/>
                  <a:pt x="2777" y="882"/>
                  <a:pt x="2777" y="697"/>
                </a:cubicBezTo>
                <a:cubicBezTo>
                  <a:pt x="2777" y="512"/>
                  <a:pt x="2703" y="334"/>
                  <a:pt x="2570" y="201"/>
                </a:cubicBezTo>
                <a:cubicBezTo>
                  <a:pt x="2437" y="75"/>
                  <a:pt x="2266" y="1"/>
                  <a:pt x="208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77"/>
          <p:cNvSpPr txBox="1"/>
          <p:nvPr/>
        </p:nvSpPr>
        <p:spPr>
          <a:xfrm>
            <a:off x="354950" y="1534938"/>
            <a:ext cx="6603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window-cog</a:t>
            </a:r>
            <a:endParaRPr sz="1600">
              <a:latin typeface="Public Sans SemiBold"/>
              <a:ea typeface="Public Sans SemiBold"/>
              <a:cs typeface="Public Sans SemiBold"/>
              <a:sym typeface="Public Sans SemiBold"/>
            </a:endParaRPr>
          </a:p>
        </p:txBody>
      </p:sp>
      <p:sp>
        <p:nvSpPr>
          <p:cNvPr id="922" name="Google Shape;922;p77"/>
          <p:cNvSpPr txBox="1"/>
          <p:nvPr/>
        </p:nvSpPr>
        <p:spPr>
          <a:xfrm>
            <a:off x="1325588" y="1534938"/>
            <a:ext cx="6603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globe-check</a:t>
            </a:r>
            <a:endParaRPr sz="1600">
              <a:latin typeface="Public Sans SemiBold"/>
              <a:ea typeface="Public Sans SemiBold"/>
              <a:cs typeface="Public Sans SemiBold"/>
              <a:sym typeface="Public Sans SemiBold"/>
            </a:endParaRPr>
          </a:p>
        </p:txBody>
      </p:sp>
      <p:sp>
        <p:nvSpPr>
          <p:cNvPr id="923" name="Google Shape;923;p77"/>
          <p:cNvSpPr txBox="1"/>
          <p:nvPr/>
        </p:nvSpPr>
        <p:spPr>
          <a:xfrm>
            <a:off x="2296225" y="1534938"/>
            <a:ext cx="6603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customer-pie</a:t>
            </a:r>
            <a:endParaRPr sz="1600">
              <a:latin typeface="Public Sans SemiBold"/>
              <a:ea typeface="Public Sans SemiBold"/>
              <a:cs typeface="Public Sans SemiBold"/>
              <a:sym typeface="Public Sans SemiBold"/>
            </a:endParaRPr>
          </a:p>
        </p:txBody>
      </p:sp>
      <p:sp>
        <p:nvSpPr>
          <p:cNvPr id="924" name="Google Shape;924;p77"/>
          <p:cNvSpPr txBox="1"/>
          <p:nvPr/>
        </p:nvSpPr>
        <p:spPr>
          <a:xfrm>
            <a:off x="3266863" y="1534938"/>
            <a:ext cx="6603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badge-lock</a:t>
            </a:r>
            <a:endParaRPr sz="1600">
              <a:latin typeface="Public Sans SemiBold"/>
              <a:ea typeface="Public Sans SemiBold"/>
              <a:cs typeface="Public Sans SemiBold"/>
              <a:sym typeface="Public Sans SemiBold"/>
            </a:endParaRPr>
          </a:p>
        </p:txBody>
      </p:sp>
      <p:sp>
        <p:nvSpPr>
          <p:cNvPr id="925" name="Google Shape;925;p77"/>
          <p:cNvSpPr txBox="1"/>
          <p:nvPr/>
        </p:nvSpPr>
        <p:spPr>
          <a:xfrm>
            <a:off x="4078950" y="1534950"/>
            <a:ext cx="9774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light-bulb-signal</a:t>
            </a:r>
            <a:endParaRPr sz="1600">
              <a:latin typeface="Public Sans SemiBold"/>
              <a:ea typeface="Public Sans SemiBold"/>
              <a:cs typeface="Public Sans SemiBold"/>
              <a:sym typeface="Public Sans SemiBold"/>
            </a:endParaRPr>
          </a:p>
        </p:txBody>
      </p:sp>
      <p:sp>
        <p:nvSpPr>
          <p:cNvPr id="926" name="Google Shape;926;p77"/>
          <p:cNvSpPr txBox="1"/>
          <p:nvPr/>
        </p:nvSpPr>
        <p:spPr>
          <a:xfrm>
            <a:off x="5208138" y="1534938"/>
            <a:ext cx="6603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db-sync</a:t>
            </a:r>
            <a:endParaRPr sz="1600">
              <a:latin typeface="Public Sans SemiBold"/>
              <a:ea typeface="Public Sans SemiBold"/>
              <a:cs typeface="Public Sans SemiBold"/>
              <a:sym typeface="Public Sans SemiBold"/>
            </a:endParaRPr>
          </a:p>
        </p:txBody>
      </p:sp>
      <p:sp>
        <p:nvSpPr>
          <p:cNvPr id="927" name="Google Shape;927;p77"/>
          <p:cNvSpPr txBox="1"/>
          <p:nvPr/>
        </p:nvSpPr>
        <p:spPr>
          <a:xfrm>
            <a:off x="6178775" y="1534938"/>
            <a:ext cx="6603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db-scale</a:t>
            </a:r>
            <a:endParaRPr sz="1600">
              <a:latin typeface="Public Sans SemiBold"/>
              <a:ea typeface="Public Sans SemiBold"/>
              <a:cs typeface="Public Sans SemiBold"/>
              <a:sym typeface="Public Sans SemiBold"/>
            </a:endParaRPr>
          </a:p>
        </p:txBody>
      </p:sp>
      <p:sp>
        <p:nvSpPr>
          <p:cNvPr id="928" name="Google Shape;928;p77"/>
          <p:cNvSpPr txBox="1"/>
          <p:nvPr/>
        </p:nvSpPr>
        <p:spPr>
          <a:xfrm>
            <a:off x="354950" y="2105663"/>
            <a:ext cx="6603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cloud-lock</a:t>
            </a:r>
            <a:endParaRPr sz="1600">
              <a:latin typeface="Public Sans SemiBold"/>
              <a:ea typeface="Public Sans SemiBold"/>
              <a:cs typeface="Public Sans SemiBold"/>
              <a:sym typeface="Public Sans SemiBold"/>
            </a:endParaRPr>
          </a:p>
        </p:txBody>
      </p:sp>
      <p:sp>
        <p:nvSpPr>
          <p:cNvPr id="929" name="Google Shape;929;p77"/>
          <p:cNvSpPr txBox="1"/>
          <p:nvPr/>
        </p:nvSpPr>
        <p:spPr>
          <a:xfrm>
            <a:off x="1325588" y="2105663"/>
            <a:ext cx="6603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db-lock</a:t>
            </a:r>
            <a:endParaRPr sz="1600">
              <a:latin typeface="Public Sans SemiBold"/>
              <a:ea typeface="Public Sans SemiBold"/>
              <a:cs typeface="Public Sans SemiBold"/>
              <a:sym typeface="Public Sans SemiBold"/>
            </a:endParaRPr>
          </a:p>
        </p:txBody>
      </p:sp>
      <p:sp>
        <p:nvSpPr>
          <p:cNvPr id="930" name="Google Shape;930;p77"/>
          <p:cNvSpPr txBox="1"/>
          <p:nvPr/>
        </p:nvSpPr>
        <p:spPr>
          <a:xfrm>
            <a:off x="2229025" y="2105675"/>
            <a:ext cx="7947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db-monitoring</a:t>
            </a:r>
            <a:endParaRPr sz="1600">
              <a:latin typeface="Public Sans SemiBold"/>
              <a:ea typeface="Public Sans SemiBold"/>
              <a:cs typeface="Public Sans SemiBold"/>
              <a:sym typeface="Public Sans SemiBold"/>
            </a:endParaRPr>
          </a:p>
        </p:txBody>
      </p:sp>
      <p:sp>
        <p:nvSpPr>
          <p:cNvPr id="931" name="Google Shape;931;p77"/>
          <p:cNvSpPr txBox="1"/>
          <p:nvPr/>
        </p:nvSpPr>
        <p:spPr>
          <a:xfrm>
            <a:off x="3266863" y="2105663"/>
            <a:ext cx="6603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science-head</a:t>
            </a:r>
            <a:endParaRPr sz="1600">
              <a:latin typeface="Public Sans SemiBold"/>
              <a:ea typeface="Public Sans SemiBold"/>
              <a:cs typeface="Public Sans SemiBold"/>
              <a:sym typeface="Public Sans SemiBold"/>
            </a:endParaRPr>
          </a:p>
        </p:txBody>
      </p:sp>
      <p:sp>
        <p:nvSpPr>
          <p:cNvPr id="932" name="Google Shape;932;p77"/>
          <p:cNvSpPr txBox="1"/>
          <p:nvPr/>
        </p:nvSpPr>
        <p:spPr>
          <a:xfrm>
            <a:off x="4237500" y="2105663"/>
            <a:ext cx="6603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hierarchy-1</a:t>
            </a:r>
            <a:endParaRPr sz="1600">
              <a:latin typeface="Public Sans SemiBold"/>
              <a:ea typeface="Public Sans SemiBold"/>
              <a:cs typeface="Public Sans SemiBold"/>
              <a:sym typeface="Public Sans SemiBold"/>
            </a:endParaRPr>
          </a:p>
        </p:txBody>
      </p:sp>
      <p:sp>
        <p:nvSpPr>
          <p:cNvPr id="933" name="Google Shape;933;p77"/>
          <p:cNvSpPr txBox="1"/>
          <p:nvPr/>
        </p:nvSpPr>
        <p:spPr>
          <a:xfrm>
            <a:off x="5101929" y="2105675"/>
            <a:ext cx="8727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file-code-clock</a:t>
            </a:r>
            <a:endParaRPr sz="1600">
              <a:latin typeface="Public Sans SemiBold"/>
              <a:ea typeface="Public Sans SemiBold"/>
              <a:cs typeface="Public Sans SemiBold"/>
              <a:sym typeface="Public Sans SemiBold"/>
            </a:endParaRPr>
          </a:p>
        </p:txBody>
      </p:sp>
      <p:sp>
        <p:nvSpPr>
          <p:cNvPr id="934" name="Google Shape;934;p77"/>
          <p:cNvSpPr txBox="1"/>
          <p:nvPr/>
        </p:nvSpPr>
        <p:spPr>
          <a:xfrm>
            <a:off x="6178775" y="2105663"/>
            <a:ext cx="6603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video-player</a:t>
            </a:r>
            <a:endParaRPr sz="1600">
              <a:latin typeface="Public Sans SemiBold"/>
              <a:ea typeface="Public Sans SemiBold"/>
              <a:cs typeface="Public Sans SemiBold"/>
              <a:sym typeface="Public Sans SemiBold"/>
            </a:endParaRPr>
          </a:p>
        </p:txBody>
      </p:sp>
      <p:sp>
        <p:nvSpPr>
          <p:cNvPr id="935" name="Google Shape;935;p77"/>
          <p:cNvSpPr txBox="1"/>
          <p:nvPr/>
        </p:nvSpPr>
        <p:spPr>
          <a:xfrm>
            <a:off x="354950" y="2605149"/>
            <a:ext cx="6603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cloud-search</a:t>
            </a:r>
            <a:endParaRPr sz="1600">
              <a:latin typeface="Public Sans SemiBold"/>
              <a:ea typeface="Public Sans SemiBold"/>
              <a:cs typeface="Public Sans SemiBold"/>
              <a:sym typeface="Public Sans SemiBold"/>
            </a:endParaRPr>
          </a:p>
        </p:txBody>
      </p:sp>
      <p:sp>
        <p:nvSpPr>
          <p:cNvPr id="936" name="Google Shape;936;p77"/>
          <p:cNvSpPr txBox="1"/>
          <p:nvPr/>
        </p:nvSpPr>
        <p:spPr>
          <a:xfrm>
            <a:off x="1325588" y="2605149"/>
            <a:ext cx="6603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db-search</a:t>
            </a:r>
            <a:endParaRPr sz="1600">
              <a:latin typeface="Public Sans SemiBold"/>
              <a:ea typeface="Public Sans SemiBold"/>
              <a:cs typeface="Public Sans SemiBold"/>
              <a:sym typeface="Public Sans SemiBold"/>
            </a:endParaRPr>
          </a:p>
        </p:txBody>
      </p:sp>
      <p:sp>
        <p:nvSpPr>
          <p:cNvPr id="937" name="Google Shape;937;p77"/>
          <p:cNvSpPr txBox="1"/>
          <p:nvPr/>
        </p:nvSpPr>
        <p:spPr>
          <a:xfrm>
            <a:off x="2137675" y="2605150"/>
            <a:ext cx="9774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monitor-approval</a:t>
            </a:r>
            <a:endParaRPr sz="1600">
              <a:latin typeface="Public Sans SemiBold"/>
              <a:ea typeface="Public Sans SemiBold"/>
              <a:cs typeface="Public Sans SemiBold"/>
              <a:sym typeface="Public Sans SemiBold"/>
            </a:endParaRPr>
          </a:p>
        </p:txBody>
      </p:sp>
      <p:sp>
        <p:nvSpPr>
          <p:cNvPr id="938" name="Google Shape;938;p77"/>
          <p:cNvSpPr txBox="1"/>
          <p:nvPr/>
        </p:nvSpPr>
        <p:spPr>
          <a:xfrm>
            <a:off x="3266863" y="2605149"/>
            <a:ext cx="6603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settings-user</a:t>
            </a:r>
            <a:endParaRPr sz="1600">
              <a:latin typeface="Public Sans SemiBold"/>
              <a:ea typeface="Public Sans SemiBold"/>
              <a:cs typeface="Public Sans SemiBold"/>
              <a:sym typeface="Public Sans SemiBold"/>
            </a:endParaRPr>
          </a:p>
        </p:txBody>
      </p:sp>
      <p:sp>
        <p:nvSpPr>
          <p:cNvPr id="939" name="Google Shape;939;p77"/>
          <p:cNvSpPr txBox="1"/>
          <p:nvPr/>
        </p:nvSpPr>
        <p:spPr>
          <a:xfrm>
            <a:off x="4237500" y="2605149"/>
            <a:ext cx="6603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hierarchy-2</a:t>
            </a:r>
            <a:endParaRPr sz="1600">
              <a:latin typeface="Public Sans SemiBold"/>
              <a:ea typeface="Public Sans SemiBold"/>
              <a:cs typeface="Public Sans SemiBold"/>
              <a:sym typeface="Public Sans SemiBold"/>
            </a:endParaRPr>
          </a:p>
        </p:txBody>
      </p:sp>
      <p:sp>
        <p:nvSpPr>
          <p:cNvPr id="940" name="Google Shape;940;p77"/>
          <p:cNvSpPr txBox="1"/>
          <p:nvPr/>
        </p:nvSpPr>
        <p:spPr>
          <a:xfrm>
            <a:off x="5140938" y="2605150"/>
            <a:ext cx="7947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file-code-search</a:t>
            </a:r>
            <a:endParaRPr sz="1600">
              <a:latin typeface="Public Sans SemiBold"/>
              <a:ea typeface="Public Sans SemiBold"/>
              <a:cs typeface="Public Sans SemiBold"/>
              <a:sym typeface="Public Sans SemiBold"/>
            </a:endParaRPr>
          </a:p>
        </p:txBody>
      </p:sp>
      <p:sp>
        <p:nvSpPr>
          <p:cNvPr id="941" name="Google Shape;941;p77"/>
          <p:cNvSpPr txBox="1"/>
          <p:nvPr/>
        </p:nvSpPr>
        <p:spPr>
          <a:xfrm>
            <a:off x="6178775" y="2605149"/>
            <a:ext cx="6603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paper-text</a:t>
            </a:r>
            <a:endParaRPr sz="1600">
              <a:latin typeface="Public Sans SemiBold"/>
              <a:ea typeface="Public Sans SemiBold"/>
              <a:cs typeface="Public Sans SemiBold"/>
              <a:sym typeface="Public Sans SemiBold"/>
            </a:endParaRPr>
          </a:p>
        </p:txBody>
      </p:sp>
      <p:sp>
        <p:nvSpPr>
          <p:cNvPr id="942" name="Google Shape;942;p77"/>
          <p:cNvSpPr txBox="1"/>
          <p:nvPr/>
        </p:nvSpPr>
        <p:spPr>
          <a:xfrm>
            <a:off x="354950" y="3153424"/>
            <a:ext cx="6603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server-lock</a:t>
            </a:r>
            <a:endParaRPr sz="1600">
              <a:latin typeface="Public Sans SemiBold"/>
              <a:ea typeface="Public Sans SemiBold"/>
              <a:cs typeface="Public Sans SemiBold"/>
              <a:sym typeface="Public Sans SemiBold"/>
            </a:endParaRPr>
          </a:p>
        </p:txBody>
      </p:sp>
      <p:sp>
        <p:nvSpPr>
          <p:cNvPr id="943" name="Google Shape;943;p77"/>
          <p:cNvSpPr txBox="1"/>
          <p:nvPr/>
        </p:nvSpPr>
        <p:spPr>
          <a:xfrm>
            <a:off x="1325588" y="3153424"/>
            <a:ext cx="6603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network-lock</a:t>
            </a:r>
            <a:endParaRPr sz="1600">
              <a:latin typeface="Public Sans SemiBold"/>
              <a:ea typeface="Public Sans SemiBold"/>
              <a:cs typeface="Public Sans SemiBold"/>
              <a:sym typeface="Public Sans SemiBold"/>
            </a:endParaRPr>
          </a:p>
        </p:txBody>
      </p:sp>
      <p:sp>
        <p:nvSpPr>
          <p:cNvPr id="944" name="Google Shape;944;p77"/>
          <p:cNvSpPr txBox="1"/>
          <p:nvPr/>
        </p:nvSpPr>
        <p:spPr>
          <a:xfrm>
            <a:off x="2137675" y="3153425"/>
            <a:ext cx="9774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monitor-download</a:t>
            </a:r>
            <a:endParaRPr sz="1600">
              <a:latin typeface="Public Sans SemiBold"/>
              <a:ea typeface="Public Sans SemiBold"/>
              <a:cs typeface="Public Sans SemiBold"/>
              <a:sym typeface="Public Sans SemiBold"/>
            </a:endParaRPr>
          </a:p>
        </p:txBody>
      </p:sp>
      <p:sp>
        <p:nvSpPr>
          <p:cNvPr id="945" name="Google Shape;945;p77"/>
          <p:cNvSpPr txBox="1"/>
          <p:nvPr/>
        </p:nvSpPr>
        <p:spPr>
          <a:xfrm>
            <a:off x="3160663" y="3153425"/>
            <a:ext cx="8727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fingerprint-search</a:t>
            </a:r>
            <a:endParaRPr sz="1600">
              <a:latin typeface="Public Sans SemiBold"/>
              <a:ea typeface="Public Sans SemiBold"/>
              <a:cs typeface="Public Sans SemiBold"/>
              <a:sym typeface="Public Sans SemiBold"/>
            </a:endParaRPr>
          </a:p>
        </p:txBody>
      </p:sp>
      <p:sp>
        <p:nvSpPr>
          <p:cNvPr id="946" name="Google Shape;946;p77"/>
          <p:cNvSpPr txBox="1"/>
          <p:nvPr/>
        </p:nvSpPr>
        <p:spPr>
          <a:xfrm>
            <a:off x="4237500" y="3153424"/>
            <a:ext cx="6603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cert-ribbon</a:t>
            </a:r>
            <a:endParaRPr sz="1600">
              <a:latin typeface="Public Sans SemiBold"/>
              <a:ea typeface="Public Sans SemiBold"/>
              <a:cs typeface="Public Sans SemiBold"/>
              <a:sym typeface="Public Sans SemiBold"/>
            </a:endParaRPr>
          </a:p>
        </p:txBody>
      </p:sp>
      <p:sp>
        <p:nvSpPr>
          <p:cNvPr id="947" name="Google Shape;947;p77"/>
          <p:cNvSpPr txBox="1"/>
          <p:nvPr/>
        </p:nvSpPr>
        <p:spPr>
          <a:xfrm>
            <a:off x="5101938" y="3153425"/>
            <a:ext cx="8727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analytics-graph</a:t>
            </a:r>
            <a:endParaRPr sz="1600">
              <a:latin typeface="Public Sans SemiBold"/>
              <a:ea typeface="Public Sans SemiBold"/>
              <a:cs typeface="Public Sans SemiBold"/>
              <a:sym typeface="Public Sans SemiBold"/>
            </a:endParaRPr>
          </a:p>
        </p:txBody>
      </p:sp>
      <p:sp>
        <p:nvSpPr>
          <p:cNvPr id="948" name="Google Shape;948;p77"/>
          <p:cNvSpPr txBox="1"/>
          <p:nvPr/>
        </p:nvSpPr>
        <p:spPr>
          <a:xfrm>
            <a:off x="6178775" y="3153424"/>
            <a:ext cx="6603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note-paper</a:t>
            </a:r>
            <a:endParaRPr sz="1600">
              <a:latin typeface="Public Sans SemiBold"/>
              <a:ea typeface="Public Sans SemiBold"/>
              <a:cs typeface="Public Sans SemiBold"/>
              <a:sym typeface="Public Sans SemiBold"/>
            </a:endParaRPr>
          </a:p>
        </p:txBody>
      </p:sp>
      <p:sp>
        <p:nvSpPr>
          <p:cNvPr id="949" name="Google Shape;949;p77"/>
          <p:cNvSpPr txBox="1"/>
          <p:nvPr/>
        </p:nvSpPr>
        <p:spPr>
          <a:xfrm>
            <a:off x="354950" y="3662862"/>
            <a:ext cx="6603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code-search</a:t>
            </a:r>
            <a:endParaRPr sz="1600">
              <a:latin typeface="Public Sans SemiBold"/>
              <a:ea typeface="Public Sans SemiBold"/>
              <a:cs typeface="Public Sans SemiBold"/>
              <a:sym typeface="Public Sans SemiBold"/>
            </a:endParaRPr>
          </a:p>
        </p:txBody>
      </p:sp>
      <p:sp>
        <p:nvSpPr>
          <p:cNvPr id="950" name="Google Shape;950;p77"/>
          <p:cNvSpPr txBox="1"/>
          <p:nvPr/>
        </p:nvSpPr>
        <p:spPr>
          <a:xfrm>
            <a:off x="1325588" y="3662862"/>
            <a:ext cx="6603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search-node</a:t>
            </a:r>
            <a:endParaRPr sz="1600">
              <a:latin typeface="Public Sans SemiBold"/>
              <a:ea typeface="Public Sans SemiBold"/>
              <a:cs typeface="Public Sans SemiBold"/>
              <a:sym typeface="Public Sans SemiBold"/>
            </a:endParaRPr>
          </a:p>
        </p:txBody>
      </p:sp>
      <p:sp>
        <p:nvSpPr>
          <p:cNvPr id="951" name="Google Shape;951;p77"/>
          <p:cNvSpPr txBox="1"/>
          <p:nvPr/>
        </p:nvSpPr>
        <p:spPr>
          <a:xfrm>
            <a:off x="2190025" y="3662850"/>
            <a:ext cx="8727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browser-screen</a:t>
            </a:r>
            <a:endParaRPr sz="1600">
              <a:latin typeface="Public Sans SemiBold"/>
              <a:ea typeface="Public Sans SemiBold"/>
              <a:cs typeface="Public Sans SemiBold"/>
              <a:sym typeface="Public Sans SemiBold"/>
            </a:endParaRPr>
          </a:p>
        </p:txBody>
      </p:sp>
      <p:sp>
        <p:nvSpPr>
          <p:cNvPr id="952" name="Google Shape;952;p77"/>
          <p:cNvSpPr txBox="1"/>
          <p:nvPr/>
        </p:nvSpPr>
        <p:spPr>
          <a:xfrm>
            <a:off x="3266863" y="3662862"/>
            <a:ext cx="6603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lock</a:t>
            </a:r>
            <a:endParaRPr sz="1600">
              <a:latin typeface="Public Sans SemiBold"/>
              <a:ea typeface="Public Sans SemiBold"/>
              <a:cs typeface="Public Sans SemiBold"/>
              <a:sym typeface="Public Sans SemiBold"/>
            </a:endParaRPr>
          </a:p>
        </p:txBody>
      </p:sp>
      <p:sp>
        <p:nvSpPr>
          <p:cNvPr id="953" name="Google Shape;953;p77"/>
          <p:cNvSpPr txBox="1"/>
          <p:nvPr/>
        </p:nvSpPr>
        <p:spPr>
          <a:xfrm>
            <a:off x="4237500" y="3662862"/>
            <a:ext cx="6603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seo-search</a:t>
            </a:r>
            <a:endParaRPr sz="1600">
              <a:latin typeface="Public Sans SemiBold"/>
              <a:ea typeface="Public Sans SemiBold"/>
              <a:cs typeface="Public Sans SemiBold"/>
              <a:sym typeface="Public Sans SemiBold"/>
            </a:endParaRPr>
          </a:p>
        </p:txBody>
      </p:sp>
      <p:sp>
        <p:nvSpPr>
          <p:cNvPr id="954" name="Google Shape;954;p77"/>
          <p:cNvSpPr txBox="1"/>
          <p:nvPr/>
        </p:nvSpPr>
        <p:spPr>
          <a:xfrm>
            <a:off x="5208138" y="3662862"/>
            <a:ext cx="6603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download</a:t>
            </a:r>
            <a:endParaRPr sz="1600">
              <a:latin typeface="Public Sans SemiBold"/>
              <a:ea typeface="Public Sans SemiBold"/>
              <a:cs typeface="Public Sans SemiBold"/>
              <a:sym typeface="Public Sans SemiBold"/>
            </a:endParaRPr>
          </a:p>
        </p:txBody>
      </p:sp>
      <p:sp>
        <p:nvSpPr>
          <p:cNvPr id="955" name="Google Shape;955;p77"/>
          <p:cNvSpPr txBox="1"/>
          <p:nvPr/>
        </p:nvSpPr>
        <p:spPr>
          <a:xfrm>
            <a:off x="6178775" y="3662862"/>
            <a:ext cx="6603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laptop-book</a:t>
            </a:r>
            <a:endParaRPr sz="1600">
              <a:latin typeface="Public Sans SemiBold"/>
              <a:ea typeface="Public Sans SemiBold"/>
              <a:cs typeface="Public Sans SemiBold"/>
              <a:sym typeface="Public Sans SemiBold"/>
            </a:endParaRPr>
          </a:p>
        </p:txBody>
      </p:sp>
      <p:sp>
        <p:nvSpPr>
          <p:cNvPr id="956" name="Google Shape;956;p77"/>
          <p:cNvSpPr txBox="1"/>
          <p:nvPr/>
        </p:nvSpPr>
        <p:spPr>
          <a:xfrm>
            <a:off x="7148900" y="2605149"/>
            <a:ext cx="6603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ribbon-star</a:t>
            </a:r>
            <a:endParaRPr sz="1600">
              <a:latin typeface="Public Sans SemiBold"/>
              <a:ea typeface="Public Sans SemiBold"/>
              <a:cs typeface="Public Sans SemiBold"/>
              <a:sym typeface="Public Sans SemiBold"/>
            </a:endParaRPr>
          </a:p>
        </p:txBody>
      </p:sp>
      <p:sp>
        <p:nvSpPr>
          <p:cNvPr id="957" name="Google Shape;957;p77"/>
          <p:cNvSpPr txBox="1"/>
          <p:nvPr/>
        </p:nvSpPr>
        <p:spPr>
          <a:xfrm>
            <a:off x="7023600" y="3153425"/>
            <a:ext cx="9108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learning-monitor</a:t>
            </a:r>
            <a:endParaRPr sz="1600">
              <a:latin typeface="Public Sans SemiBold"/>
              <a:ea typeface="Public Sans SemiBold"/>
              <a:cs typeface="Public Sans SemiBold"/>
              <a:sym typeface="Public Sans SemiBold"/>
            </a:endParaRPr>
          </a:p>
        </p:txBody>
      </p:sp>
      <p:sp>
        <p:nvSpPr>
          <p:cNvPr id="958" name="Google Shape;958;p77"/>
          <p:cNvSpPr txBox="1"/>
          <p:nvPr/>
        </p:nvSpPr>
        <p:spPr>
          <a:xfrm>
            <a:off x="7148900" y="3662862"/>
            <a:ext cx="6603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earth-cash</a:t>
            </a:r>
            <a:endParaRPr sz="1600">
              <a:latin typeface="Public Sans SemiBold"/>
              <a:ea typeface="Public Sans SemiBold"/>
              <a:cs typeface="Public Sans SemiBold"/>
              <a:sym typeface="Public Sans SemiBold"/>
            </a:endParaRPr>
          </a:p>
        </p:txBody>
      </p:sp>
      <p:sp>
        <p:nvSpPr>
          <p:cNvPr id="959" name="Google Shape;959;p77"/>
          <p:cNvSpPr txBox="1"/>
          <p:nvPr/>
        </p:nvSpPr>
        <p:spPr>
          <a:xfrm>
            <a:off x="8119025" y="2605149"/>
            <a:ext cx="6603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code-doc</a:t>
            </a:r>
            <a:endParaRPr sz="1600">
              <a:latin typeface="Public Sans SemiBold"/>
              <a:ea typeface="Public Sans SemiBold"/>
              <a:cs typeface="Public Sans SemiBold"/>
              <a:sym typeface="Public Sans SemiBold"/>
            </a:endParaRPr>
          </a:p>
        </p:txBody>
      </p:sp>
      <p:sp>
        <p:nvSpPr>
          <p:cNvPr id="960" name="Google Shape;960;p77"/>
          <p:cNvSpPr txBox="1"/>
          <p:nvPr/>
        </p:nvSpPr>
        <p:spPr>
          <a:xfrm>
            <a:off x="8119025" y="3153424"/>
            <a:ext cx="6603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code-x</a:t>
            </a:r>
            <a:endParaRPr sz="1600">
              <a:latin typeface="Public Sans SemiBold"/>
              <a:ea typeface="Public Sans SemiBold"/>
              <a:cs typeface="Public Sans SemiBold"/>
              <a:sym typeface="Public Sans SemiBold"/>
            </a:endParaRPr>
          </a:p>
        </p:txBody>
      </p:sp>
      <p:sp>
        <p:nvSpPr>
          <p:cNvPr id="961" name="Google Shape;961;p77"/>
          <p:cNvSpPr txBox="1"/>
          <p:nvPr/>
        </p:nvSpPr>
        <p:spPr>
          <a:xfrm>
            <a:off x="7944725" y="3662850"/>
            <a:ext cx="10089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laptop-credit-card</a:t>
            </a:r>
            <a:endParaRPr sz="1600">
              <a:latin typeface="Public Sans SemiBold"/>
              <a:ea typeface="Public Sans SemiBold"/>
              <a:cs typeface="Public Sans SemiBold"/>
              <a:sym typeface="Public Sans SemiBold"/>
            </a:endParaRPr>
          </a:p>
        </p:txBody>
      </p:sp>
      <p:sp>
        <p:nvSpPr>
          <p:cNvPr id="962" name="Google Shape;962;p77"/>
          <p:cNvSpPr txBox="1"/>
          <p:nvPr/>
        </p:nvSpPr>
        <p:spPr>
          <a:xfrm>
            <a:off x="4653200" y="4510275"/>
            <a:ext cx="4126200" cy="2463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 sz="1600">
                <a:latin typeface="Public Sans Light"/>
                <a:ea typeface="Public Sans Light"/>
                <a:cs typeface="Public Sans Light"/>
                <a:sym typeface="Public Sans Light"/>
              </a:rPr>
              <a:t>All vectors. You can color them as you need.</a:t>
            </a:r>
            <a:endParaRPr sz="1600">
              <a:latin typeface="Public Sans Light"/>
              <a:ea typeface="Public Sans Light"/>
              <a:cs typeface="Public Sans Light"/>
              <a:sym typeface="Public Sans Light"/>
            </a:endParaRPr>
          </a:p>
        </p:txBody>
      </p:sp>
      <p:sp>
        <p:nvSpPr>
          <p:cNvPr id="963" name="Google Shape;963;p77"/>
          <p:cNvSpPr/>
          <p:nvPr/>
        </p:nvSpPr>
        <p:spPr>
          <a:xfrm>
            <a:off x="3349200" y="4419925"/>
            <a:ext cx="249975" cy="333300"/>
          </a:xfrm>
          <a:custGeom>
            <a:rect b="b" l="l" r="r" t="t"/>
            <a:pathLst>
              <a:path extrusionOk="0" h="4444" w="3333">
                <a:moveTo>
                  <a:pt x="1666" y="274"/>
                </a:moveTo>
                <a:cubicBezTo>
                  <a:pt x="1889" y="274"/>
                  <a:pt x="2096" y="363"/>
                  <a:pt x="2259" y="519"/>
                </a:cubicBezTo>
                <a:cubicBezTo>
                  <a:pt x="2414" y="682"/>
                  <a:pt x="2503" y="889"/>
                  <a:pt x="2503" y="1111"/>
                </a:cubicBezTo>
                <a:lnTo>
                  <a:pt x="2503" y="1667"/>
                </a:lnTo>
                <a:lnTo>
                  <a:pt x="837" y="1667"/>
                </a:lnTo>
                <a:lnTo>
                  <a:pt x="837" y="1111"/>
                </a:lnTo>
                <a:cubicBezTo>
                  <a:pt x="837" y="889"/>
                  <a:pt x="919" y="682"/>
                  <a:pt x="1081" y="519"/>
                </a:cubicBezTo>
                <a:cubicBezTo>
                  <a:pt x="1237" y="363"/>
                  <a:pt x="1444" y="274"/>
                  <a:pt x="1666" y="274"/>
                </a:cubicBezTo>
                <a:close/>
                <a:moveTo>
                  <a:pt x="1666" y="2725"/>
                </a:moveTo>
                <a:cubicBezTo>
                  <a:pt x="1489" y="2725"/>
                  <a:pt x="1341" y="2874"/>
                  <a:pt x="1341" y="3051"/>
                </a:cubicBezTo>
                <a:cubicBezTo>
                  <a:pt x="1341" y="3229"/>
                  <a:pt x="1489" y="3377"/>
                  <a:pt x="1666" y="3377"/>
                </a:cubicBezTo>
                <a:cubicBezTo>
                  <a:pt x="1844" y="3377"/>
                  <a:pt x="1992" y="3229"/>
                  <a:pt x="1992" y="3051"/>
                </a:cubicBezTo>
                <a:cubicBezTo>
                  <a:pt x="1992" y="2874"/>
                  <a:pt x="1844" y="2725"/>
                  <a:pt x="1666" y="2725"/>
                </a:cubicBezTo>
                <a:close/>
                <a:moveTo>
                  <a:pt x="2918" y="1941"/>
                </a:moveTo>
                <a:cubicBezTo>
                  <a:pt x="2992" y="1941"/>
                  <a:pt x="3059" y="2007"/>
                  <a:pt x="3059" y="2081"/>
                </a:cubicBezTo>
                <a:lnTo>
                  <a:pt x="3059" y="4029"/>
                </a:lnTo>
                <a:cubicBezTo>
                  <a:pt x="3059" y="4103"/>
                  <a:pt x="2992" y="4162"/>
                  <a:pt x="2918" y="4162"/>
                </a:cubicBezTo>
                <a:lnTo>
                  <a:pt x="415" y="4162"/>
                </a:lnTo>
                <a:cubicBezTo>
                  <a:pt x="341" y="4162"/>
                  <a:pt x="282" y="4103"/>
                  <a:pt x="282" y="4029"/>
                </a:cubicBezTo>
                <a:lnTo>
                  <a:pt x="282" y="2081"/>
                </a:lnTo>
                <a:cubicBezTo>
                  <a:pt x="282" y="2007"/>
                  <a:pt x="341" y="1941"/>
                  <a:pt x="415" y="1941"/>
                </a:cubicBezTo>
                <a:close/>
                <a:moveTo>
                  <a:pt x="1666" y="0"/>
                </a:moveTo>
                <a:cubicBezTo>
                  <a:pt x="1370" y="0"/>
                  <a:pt x="1089" y="111"/>
                  <a:pt x="882" y="326"/>
                </a:cubicBezTo>
                <a:cubicBezTo>
                  <a:pt x="674" y="534"/>
                  <a:pt x="556" y="815"/>
                  <a:pt x="556" y="1111"/>
                </a:cubicBezTo>
                <a:lnTo>
                  <a:pt x="556" y="1667"/>
                </a:lnTo>
                <a:lnTo>
                  <a:pt x="415" y="1667"/>
                </a:lnTo>
                <a:cubicBezTo>
                  <a:pt x="185" y="1667"/>
                  <a:pt x="0" y="1852"/>
                  <a:pt x="0" y="2081"/>
                </a:cubicBezTo>
                <a:lnTo>
                  <a:pt x="0" y="4029"/>
                </a:lnTo>
                <a:cubicBezTo>
                  <a:pt x="0" y="4258"/>
                  <a:pt x="185" y="4443"/>
                  <a:pt x="415" y="4443"/>
                </a:cubicBezTo>
                <a:lnTo>
                  <a:pt x="2918" y="4443"/>
                </a:lnTo>
                <a:cubicBezTo>
                  <a:pt x="3147" y="4443"/>
                  <a:pt x="3333" y="4258"/>
                  <a:pt x="3333" y="4029"/>
                </a:cubicBezTo>
                <a:lnTo>
                  <a:pt x="3333" y="2081"/>
                </a:lnTo>
                <a:cubicBezTo>
                  <a:pt x="3333" y="1852"/>
                  <a:pt x="3147" y="1667"/>
                  <a:pt x="2918" y="1667"/>
                </a:cubicBezTo>
                <a:lnTo>
                  <a:pt x="2777" y="1667"/>
                </a:lnTo>
                <a:lnTo>
                  <a:pt x="2777" y="1111"/>
                </a:lnTo>
                <a:cubicBezTo>
                  <a:pt x="2777" y="815"/>
                  <a:pt x="2666" y="534"/>
                  <a:pt x="2451" y="326"/>
                </a:cubicBezTo>
                <a:cubicBezTo>
                  <a:pt x="2244" y="111"/>
                  <a:pt x="1963" y="0"/>
                  <a:pt x="166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77"/>
          <p:cNvSpPr/>
          <p:nvPr/>
        </p:nvSpPr>
        <p:spPr>
          <a:xfrm>
            <a:off x="3675833" y="4419925"/>
            <a:ext cx="249975" cy="333300"/>
          </a:xfrm>
          <a:custGeom>
            <a:rect b="b" l="l" r="r" t="t"/>
            <a:pathLst>
              <a:path extrusionOk="0" h="4444" w="3333">
                <a:moveTo>
                  <a:pt x="1666" y="274"/>
                </a:moveTo>
                <a:cubicBezTo>
                  <a:pt x="1889" y="274"/>
                  <a:pt x="2096" y="363"/>
                  <a:pt x="2259" y="519"/>
                </a:cubicBezTo>
                <a:cubicBezTo>
                  <a:pt x="2414" y="682"/>
                  <a:pt x="2503" y="889"/>
                  <a:pt x="2503" y="1111"/>
                </a:cubicBezTo>
                <a:lnTo>
                  <a:pt x="2503" y="1667"/>
                </a:lnTo>
                <a:lnTo>
                  <a:pt x="837" y="1667"/>
                </a:lnTo>
                <a:lnTo>
                  <a:pt x="837" y="1111"/>
                </a:lnTo>
                <a:cubicBezTo>
                  <a:pt x="837" y="889"/>
                  <a:pt x="919" y="682"/>
                  <a:pt x="1081" y="519"/>
                </a:cubicBezTo>
                <a:cubicBezTo>
                  <a:pt x="1237" y="363"/>
                  <a:pt x="1444" y="274"/>
                  <a:pt x="1666" y="274"/>
                </a:cubicBezTo>
                <a:close/>
                <a:moveTo>
                  <a:pt x="1666" y="2725"/>
                </a:moveTo>
                <a:cubicBezTo>
                  <a:pt x="1489" y="2725"/>
                  <a:pt x="1341" y="2874"/>
                  <a:pt x="1341" y="3051"/>
                </a:cubicBezTo>
                <a:cubicBezTo>
                  <a:pt x="1341" y="3229"/>
                  <a:pt x="1489" y="3377"/>
                  <a:pt x="1666" y="3377"/>
                </a:cubicBezTo>
                <a:cubicBezTo>
                  <a:pt x="1844" y="3377"/>
                  <a:pt x="1992" y="3229"/>
                  <a:pt x="1992" y="3051"/>
                </a:cubicBezTo>
                <a:cubicBezTo>
                  <a:pt x="1992" y="2874"/>
                  <a:pt x="1844" y="2725"/>
                  <a:pt x="1666" y="2725"/>
                </a:cubicBezTo>
                <a:close/>
                <a:moveTo>
                  <a:pt x="2918" y="1941"/>
                </a:moveTo>
                <a:cubicBezTo>
                  <a:pt x="2992" y="1941"/>
                  <a:pt x="3059" y="2007"/>
                  <a:pt x="3059" y="2081"/>
                </a:cubicBezTo>
                <a:lnTo>
                  <a:pt x="3059" y="4029"/>
                </a:lnTo>
                <a:cubicBezTo>
                  <a:pt x="3059" y="4103"/>
                  <a:pt x="2992" y="4162"/>
                  <a:pt x="2918" y="4162"/>
                </a:cubicBezTo>
                <a:lnTo>
                  <a:pt x="415" y="4162"/>
                </a:lnTo>
                <a:cubicBezTo>
                  <a:pt x="341" y="4162"/>
                  <a:pt x="282" y="4103"/>
                  <a:pt x="282" y="4029"/>
                </a:cubicBezTo>
                <a:lnTo>
                  <a:pt x="282" y="2081"/>
                </a:lnTo>
                <a:cubicBezTo>
                  <a:pt x="282" y="2007"/>
                  <a:pt x="341" y="1941"/>
                  <a:pt x="415" y="1941"/>
                </a:cubicBezTo>
                <a:close/>
                <a:moveTo>
                  <a:pt x="1666" y="0"/>
                </a:moveTo>
                <a:cubicBezTo>
                  <a:pt x="1370" y="0"/>
                  <a:pt x="1089" y="111"/>
                  <a:pt x="882" y="326"/>
                </a:cubicBezTo>
                <a:cubicBezTo>
                  <a:pt x="674" y="534"/>
                  <a:pt x="556" y="815"/>
                  <a:pt x="556" y="1111"/>
                </a:cubicBezTo>
                <a:lnTo>
                  <a:pt x="556" y="1667"/>
                </a:lnTo>
                <a:lnTo>
                  <a:pt x="415" y="1667"/>
                </a:lnTo>
                <a:cubicBezTo>
                  <a:pt x="185" y="1667"/>
                  <a:pt x="0" y="1852"/>
                  <a:pt x="0" y="2081"/>
                </a:cubicBezTo>
                <a:lnTo>
                  <a:pt x="0" y="4029"/>
                </a:lnTo>
                <a:cubicBezTo>
                  <a:pt x="0" y="4258"/>
                  <a:pt x="185" y="4443"/>
                  <a:pt x="415" y="4443"/>
                </a:cubicBezTo>
                <a:lnTo>
                  <a:pt x="2918" y="4443"/>
                </a:lnTo>
                <a:cubicBezTo>
                  <a:pt x="3147" y="4443"/>
                  <a:pt x="3333" y="4258"/>
                  <a:pt x="3333" y="4029"/>
                </a:cubicBezTo>
                <a:lnTo>
                  <a:pt x="3333" y="2081"/>
                </a:lnTo>
                <a:cubicBezTo>
                  <a:pt x="3333" y="1852"/>
                  <a:pt x="3147" y="1667"/>
                  <a:pt x="2918" y="1667"/>
                </a:cubicBezTo>
                <a:lnTo>
                  <a:pt x="2777" y="1667"/>
                </a:lnTo>
                <a:lnTo>
                  <a:pt x="2777" y="1111"/>
                </a:lnTo>
                <a:cubicBezTo>
                  <a:pt x="2777" y="815"/>
                  <a:pt x="2666" y="534"/>
                  <a:pt x="2451" y="326"/>
                </a:cubicBezTo>
                <a:cubicBezTo>
                  <a:pt x="2244" y="111"/>
                  <a:pt x="1963" y="0"/>
                  <a:pt x="1666" y="0"/>
                </a:cubicBezTo>
                <a:close/>
              </a:path>
            </a:pathLst>
          </a:custGeom>
          <a:solidFill>
            <a:srgbClr val="D433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77"/>
          <p:cNvSpPr/>
          <p:nvPr/>
        </p:nvSpPr>
        <p:spPr>
          <a:xfrm>
            <a:off x="4002467" y="4419925"/>
            <a:ext cx="249975" cy="333300"/>
          </a:xfrm>
          <a:custGeom>
            <a:rect b="b" l="l" r="r" t="t"/>
            <a:pathLst>
              <a:path extrusionOk="0" h="4444" w="3333">
                <a:moveTo>
                  <a:pt x="1666" y="274"/>
                </a:moveTo>
                <a:cubicBezTo>
                  <a:pt x="1889" y="274"/>
                  <a:pt x="2096" y="363"/>
                  <a:pt x="2259" y="519"/>
                </a:cubicBezTo>
                <a:cubicBezTo>
                  <a:pt x="2414" y="682"/>
                  <a:pt x="2503" y="889"/>
                  <a:pt x="2503" y="1111"/>
                </a:cubicBezTo>
                <a:lnTo>
                  <a:pt x="2503" y="1667"/>
                </a:lnTo>
                <a:lnTo>
                  <a:pt x="837" y="1667"/>
                </a:lnTo>
                <a:lnTo>
                  <a:pt x="837" y="1111"/>
                </a:lnTo>
                <a:cubicBezTo>
                  <a:pt x="837" y="889"/>
                  <a:pt x="919" y="682"/>
                  <a:pt x="1081" y="519"/>
                </a:cubicBezTo>
                <a:cubicBezTo>
                  <a:pt x="1237" y="363"/>
                  <a:pt x="1444" y="274"/>
                  <a:pt x="1666" y="274"/>
                </a:cubicBezTo>
                <a:close/>
                <a:moveTo>
                  <a:pt x="1666" y="2725"/>
                </a:moveTo>
                <a:cubicBezTo>
                  <a:pt x="1489" y="2725"/>
                  <a:pt x="1341" y="2874"/>
                  <a:pt x="1341" y="3051"/>
                </a:cubicBezTo>
                <a:cubicBezTo>
                  <a:pt x="1341" y="3229"/>
                  <a:pt x="1489" y="3377"/>
                  <a:pt x="1666" y="3377"/>
                </a:cubicBezTo>
                <a:cubicBezTo>
                  <a:pt x="1844" y="3377"/>
                  <a:pt x="1992" y="3229"/>
                  <a:pt x="1992" y="3051"/>
                </a:cubicBezTo>
                <a:cubicBezTo>
                  <a:pt x="1992" y="2874"/>
                  <a:pt x="1844" y="2725"/>
                  <a:pt x="1666" y="2725"/>
                </a:cubicBezTo>
                <a:close/>
                <a:moveTo>
                  <a:pt x="2918" y="1941"/>
                </a:moveTo>
                <a:cubicBezTo>
                  <a:pt x="2992" y="1941"/>
                  <a:pt x="3059" y="2007"/>
                  <a:pt x="3059" y="2081"/>
                </a:cubicBezTo>
                <a:lnTo>
                  <a:pt x="3059" y="4029"/>
                </a:lnTo>
                <a:cubicBezTo>
                  <a:pt x="3059" y="4103"/>
                  <a:pt x="2992" y="4162"/>
                  <a:pt x="2918" y="4162"/>
                </a:cubicBezTo>
                <a:lnTo>
                  <a:pt x="415" y="4162"/>
                </a:lnTo>
                <a:cubicBezTo>
                  <a:pt x="341" y="4162"/>
                  <a:pt x="282" y="4103"/>
                  <a:pt x="282" y="4029"/>
                </a:cubicBezTo>
                <a:lnTo>
                  <a:pt x="282" y="2081"/>
                </a:lnTo>
                <a:cubicBezTo>
                  <a:pt x="282" y="2007"/>
                  <a:pt x="341" y="1941"/>
                  <a:pt x="415" y="1941"/>
                </a:cubicBezTo>
                <a:close/>
                <a:moveTo>
                  <a:pt x="1666" y="0"/>
                </a:moveTo>
                <a:cubicBezTo>
                  <a:pt x="1370" y="0"/>
                  <a:pt x="1089" y="111"/>
                  <a:pt x="882" y="326"/>
                </a:cubicBezTo>
                <a:cubicBezTo>
                  <a:pt x="674" y="534"/>
                  <a:pt x="556" y="815"/>
                  <a:pt x="556" y="1111"/>
                </a:cubicBezTo>
                <a:lnTo>
                  <a:pt x="556" y="1667"/>
                </a:lnTo>
                <a:lnTo>
                  <a:pt x="415" y="1667"/>
                </a:lnTo>
                <a:cubicBezTo>
                  <a:pt x="185" y="1667"/>
                  <a:pt x="0" y="1852"/>
                  <a:pt x="0" y="2081"/>
                </a:cubicBezTo>
                <a:lnTo>
                  <a:pt x="0" y="4029"/>
                </a:lnTo>
                <a:cubicBezTo>
                  <a:pt x="0" y="4258"/>
                  <a:pt x="185" y="4443"/>
                  <a:pt x="415" y="4443"/>
                </a:cubicBezTo>
                <a:lnTo>
                  <a:pt x="2918" y="4443"/>
                </a:lnTo>
                <a:cubicBezTo>
                  <a:pt x="3147" y="4443"/>
                  <a:pt x="3333" y="4258"/>
                  <a:pt x="3333" y="4029"/>
                </a:cubicBezTo>
                <a:lnTo>
                  <a:pt x="3333" y="2081"/>
                </a:lnTo>
                <a:cubicBezTo>
                  <a:pt x="3333" y="1852"/>
                  <a:pt x="3147" y="1667"/>
                  <a:pt x="2918" y="1667"/>
                </a:cubicBezTo>
                <a:lnTo>
                  <a:pt x="2777" y="1667"/>
                </a:lnTo>
                <a:lnTo>
                  <a:pt x="2777" y="1111"/>
                </a:lnTo>
                <a:cubicBezTo>
                  <a:pt x="2777" y="815"/>
                  <a:pt x="2666" y="534"/>
                  <a:pt x="2451" y="326"/>
                </a:cubicBezTo>
                <a:cubicBezTo>
                  <a:pt x="2244" y="111"/>
                  <a:pt x="1963" y="0"/>
                  <a:pt x="16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77"/>
          <p:cNvSpPr/>
          <p:nvPr/>
        </p:nvSpPr>
        <p:spPr>
          <a:xfrm>
            <a:off x="4329100" y="4419925"/>
            <a:ext cx="249975" cy="333300"/>
          </a:xfrm>
          <a:custGeom>
            <a:rect b="b" l="l" r="r" t="t"/>
            <a:pathLst>
              <a:path extrusionOk="0" h="4444" w="3333">
                <a:moveTo>
                  <a:pt x="1666" y="274"/>
                </a:moveTo>
                <a:cubicBezTo>
                  <a:pt x="1889" y="274"/>
                  <a:pt x="2096" y="363"/>
                  <a:pt x="2259" y="519"/>
                </a:cubicBezTo>
                <a:cubicBezTo>
                  <a:pt x="2414" y="682"/>
                  <a:pt x="2503" y="889"/>
                  <a:pt x="2503" y="1111"/>
                </a:cubicBezTo>
                <a:lnTo>
                  <a:pt x="2503" y="1667"/>
                </a:lnTo>
                <a:lnTo>
                  <a:pt x="837" y="1667"/>
                </a:lnTo>
                <a:lnTo>
                  <a:pt x="837" y="1111"/>
                </a:lnTo>
                <a:cubicBezTo>
                  <a:pt x="837" y="889"/>
                  <a:pt x="919" y="682"/>
                  <a:pt x="1081" y="519"/>
                </a:cubicBezTo>
                <a:cubicBezTo>
                  <a:pt x="1237" y="363"/>
                  <a:pt x="1444" y="274"/>
                  <a:pt x="1666" y="274"/>
                </a:cubicBezTo>
                <a:close/>
                <a:moveTo>
                  <a:pt x="1666" y="2725"/>
                </a:moveTo>
                <a:cubicBezTo>
                  <a:pt x="1489" y="2725"/>
                  <a:pt x="1341" y="2874"/>
                  <a:pt x="1341" y="3051"/>
                </a:cubicBezTo>
                <a:cubicBezTo>
                  <a:pt x="1341" y="3229"/>
                  <a:pt x="1489" y="3377"/>
                  <a:pt x="1666" y="3377"/>
                </a:cubicBezTo>
                <a:cubicBezTo>
                  <a:pt x="1844" y="3377"/>
                  <a:pt x="1992" y="3229"/>
                  <a:pt x="1992" y="3051"/>
                </a:cubicBezTo>
                <a:cubicBezTo>
                  <a:pt x="1992" y="2874"/>
                  <a:pt x="1844" y="2725"/>
                  <a:pt x="1666" y="2725"/>
                </a:cubicBezTo>
                <a:close/>
                <a:moveTo>
                  <a:pt x="2918" y="1941"/>
                </a:moveTo>
                <a:cubicBezTo>
                  <a:pt x="2992" y="1941"/>
                  <a:pt x="3059" y="2007"/>
                  <a:pt x="3059" y="2081"/>
                </a:cubicBezTo>
                <a:lnTo>
                  <a:pt x="3059" y="4029"/>
                </a:lnTo>
                <a:cubicBezTo>
                  <a:pt x="3059" y="4103"/>
                  <a:pt x="2992" y="4162"/>
                  <a:pt x="2918" y="4162"/>
                </a:cubicBezTo>
                <a:lnTo>
                  <a:pt x="415" y="4162"/>
                </a:lnTo>
                <a:cubicBezTo>
                  <a:pt x="341" y="4162"/>
                  <a:pt x="282" y="4103"/>
                  <a:pt x="282" y="4029"/>
                </a:cubicBezTo>
                <a:lnTo>
                  <a:pt x="282" y="2081"/>
                </a:lnTo>
                <a:cubicBezTo>
                  <a:pt x="282" y="2007"/>
                  <a:pt x="341" y="1941"/>
                  <a:pt x="415" y="1941"/>
                </a:cubicBezTo>
                <a:close/>
                <a:moveTo>
                  <a:pt x="1666" y="0"/>
                </a:moveTo>
                <a:cubicBezTo>
                  <a:pt x="1370" y="0"/>
                  <a:pt x="1089" y="111"/>
                  <a:pt x="882" y="326"/>
                </a:cubicBezTo>
                <a:cubicBezTo>
                  <a:pt x="674" y="534"/>
                  <a:pt x="556" y="815"/>
                  <a:pt x="556" y="1111"/>
                </a:cubicBezTo>
                <a:lnTo>
                  <a:pt x="556" y="1667"/>
                </a:lnTo>
                <a:lnTo>
                  <a:pt x="415" y="1667"/>
                </a:lnTo>
                <a:cubicBezTo>
                  <a:pt x="185" y="1667"/>
                  <a:pt x="0" y="1852"/>
                  <a:pt x="0" y="2081"/>
                </a:cubicBezTo>
                <a:lnTo>
                  <a:pt x="0" y="4029"/>
                </a:lnTo>
                <a:cubicBezTo>
                  <a:pt x="0" y="4258"/>
                  <a:pt x="185" y="4443"/>
                  <a:pt x="415" y="4443"/>
                </a:cubicBezTo>
                <a:lnTo>
                  <a:pt x="2918" y="4443"/>
                </a:lnTo>
                <a:cubicBezTo>
                  <a:pt x="3147" y="4443"/>
                  <a:pt x="3333" y="4258"/>
                  <a:pt x="3333" y="4029"/>
                </a:cubicBezTo>
                <a:lnTo>
                  <a:pt x="3333" y="2081"/>
                </a:lnTo>
                <a:cubicBezTo>
                  <a:pt x="3333" y="1852"/>
                  <a:pt x="3147" y="1667"/>
                  <a:pt x="2918" y="1667"/>
                </a:cubicBezTo>
                <a:lnTo>
                  <a:pt x="2777" y="1667"/>
                </a:lnTo>
                <a:lnTo>
                  <a:pt x="2777" y="1111"/>
                </a:lnTo>
                <a:cubicBezTo>
                  <a:pt x="2777" y="815"/>
                  <a:pt x="2666" y="534"/>
                  <a:pt x="2451" y="326"/>
                </a:cubicBezTo>
                <a:cubicBezTo>
                  <a:pt x="2244" y="111"/>
                  <a:pt x="1963" y="0"/>
                  <a:pt x="1666" y="0"/>
                </a:cubicBezTo>
                <a:close/>
              </a:path>
            </a:pathLst>
          </a:custGeom>
          <a:solidFill>
            <a:srgbClr val="90CB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0" name="Shape 970"/>
        <p:cNvGrpSpPr/>
        <p:nvPr/>
      </p:nvGrpSpPr>
      <p:grpSpPr>
        <a:xfrm>
          <a:off x="0" y="0"/>
          <a:ext cx="0" cy="0"/>
          <a:chOff x="0" y="0"/>
          <a:chExt cx="0" cy="0"/>
        </a:xfrm>
      </p:grpSpPr>
      <p:sp>
        <p:nvSpPr>
          <p:cNvPr id="971" name="Google Shape;971;p78"/>
          <p:cNvSpPr txBox="1"/>
          <p:nvPr>
            <p:ph type="title"/>
          </p:nvPr>
        </p:nvSpPr>
        <p:spPr>
          <a:xfrm>
            <a:off x="365750" y="274325"/>
            <a:ext cx="8412600" cy="548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GDS Icons</a:t>
            </a:r>
            <a:endParaRPr/>
          </a:p>
        </p:txBody>
      </p:sp>
      <p:sp>
        <p:nvSpPr>
          <p:cNvPr id="972" name="Google Shape;972;p78"/>
          <p:cNvSpPr txBox="1"/>
          <p:nvPr>
            <p:ph idx="12" type="sldNum"/>
          </p:nvPr>
        </p:nvSpPr>
        <p:spPr>
          <a:xfrm>
            <a:off x="360650" y="4880150"/>
            <a:ext cx="3667800" cy="2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Neo4j Inc. All rights reserved 2023	</a:t>
            </a:r>
            <a:endParaRPr/>
          </a:p>
        </p:txBody>
      </p:sp>
      <p:sp>
        <p:nvSpPr>
          <p:cNvPr id="973" name="Google Shape;973;p78"/>
          <p:cNvSpPr txBox="1"/>
          <p:nvPr>
            <p:ph idx="2" type="sldNum"/>
          </p:nvPr>
        </p:nvSpPr>
        <p:spPr>
          <a:xfrm>
            <a:off x="0" y="4880150"/>
            <a:ext cx="265200" cy="2697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974" name="Google Shape;974;p78"/>
          <p:cNvSpPr/>
          <p:nvPr/>
        </p:nvSpPr>
        <p:spPr>
          <a:xfrm>
            <a:off x="524750" y="1189325"/>
            <a:ext cx="293925" cy="333300"/>
          </a:xfrm>
          <a:custGeom>
            <a:rect b="b" l="l" r="r" t="t"/>
            <a:pathLst>
              <a:path extrusionOk="0" h="4444" w="3919">
                <a:moveTo>
                  <a:pt x="3407" y="274"/>
                </a:moveTo>
                <a:cubicBezTo>
                  <a:pt x="3541" y="274"/>
                  <a:pt x="3644" y="378"/>
                  <a:pt x="3644" y="511"/>
                </a:cubicBezTo>
                <a:cubicBezTo>
                  <a:pt x="3644" y="637"/>
                  <a:pt x="3541" y="741"/>
                  <a:pt x="3407" y="741"/>
                </a:cubicBezTo>
                <a:cubicBezTo>
                  <a:pt x="3281" y="741"/>
                  <a:pt x="3178" y="637"/>
                  <a:pt x="3178" y="511"/>
                </a:cubicBezTo>
                <a:cubicBezTo>
                  <a:pt x="3178" y="378"/>
                  <a:pt x="3281" y="274"/>
                  <a:pt x="3407" y="274"/>
                </a:cubicBezTo>
                <a:close/>
                <a:moveTo>
                  <a:pt x="512" y="1148"/>
                </a:moveTo>
                <a:cubicBezTo>
                  <a:pt x="645" y="1148"/>
                  <a:pt x="749" y="1252"/>
                  <a:pt x="749" y="1378"/>
                </a:cubicBezTo>
                <a:cubicBezTo>
                  <a:pt x="749" y="1511"/>
                  <a:pt x="645" y="1615"/>
                  <a:pt x="512" y="1615"/>
                </a:cubicBezTo>
                <a:cubicBezTo>
                  <a:pt x="386" y="1615"/>
                  <a:pt x="282" y="1511"/>
                  <a:pt x="282" y="1378"/>
                </a:cubicBezTo>
                <a:cubicBezTo>
                  <a:pt x="282" y="1252"/>
                  <a:pt x="386" y="1148"/>
                  <a:pt x="512" y="1148"/>
                </a:cubicBezTo>
                <a:close/>
                <a:moveTo>
                  <a:pt x="3089" y="1126"/>
                </a:moveTo>
                <a:lnTo>
                  <a:pt x="2896" y="3325"/>
                </a:lnTo>
                <a:lnTo>
                  <a:pt x="1208" y="1533"/>
                </a:lnTo>
                <a:lnTo>
                  <a:pt x="3089" y="1126"/>
                </a:lnTo>
                <a:close/>
                <a:moveTo>
                  <a:pt x="3155" y="3695"/>
                </a:moveTo>
                <a:cubicBezTo>
                  <a:pt x="3281" y="3695"/>
                  <a:pt x="3385" y="3799"/>
                  <a:pt x="3385" y="3932"/>
                </a:cubicBezTo>
                <a:cubicBezTo>
                  <a:pt x="3385" y="4058"/>
                  <a:pt x="3281" y="4162"/>
                  <a:pt x="3155" y="4162"/>
                </a:cubicBezTo>
                <a:cubicBezTo>
                  <a:pt x="3030" y="4162"/>
                  <a:pt x="2918" y="4058"/>
                  <a:pt x="2918" y="3932"/>
                </a:cubicBezTo>
                <a:cubicBezTo>
                  <a:pt x="2918" y="3799"/>
                  <a:pt x="3030" y="3695"/>
                  <a:pt x="3155" y="3695"/>
                </a:cubicBezTo>
                <a:close/>
                <a:moveTo>
                  <a:pt x="3407" y="0"/>
                </a:moveTo>
                <a:cubicBezTo>
                  <a:pt x="3126" y="0"/>
                  <a:pt x="2896" y="230"/>
                  <a:pt x="2896" y="511"/>
                </a:cubicBezTo>
                <a:cubicBezTo>
                  <a:pt x="2896" y="637"/>
                  <a:pt x="2948" y="763"/>
                  <a:pt x="3030" y="852"/>
                </a:cubicBezTo>
                <a:lnTo>
                  <a:pt x="1015" y="1289"/>
                </a:lnTo>
                <a:cubicBezTo>
                  <a:pt x="971" y="1052"/>
                  <a:pt x="764" y="867"/>
                  <a:pt x="512" y="867"/>
                </a:cubicBezTo>
                <a:cubicBezTo>
                  <a:pt x="230" y="867"/>
                  <a:pt x="1" y="1096"/>
                  <a:pt x="1" y="1378"/>
                </a:cubicBezTo>
                <a:cubicBezTo>
                  <a:pt x="1" y="1659"/>
                  <a:pt x="230" y="1889"/>
                  <a:pt x="512" y="1889"/>
                </a:cubicBezTo>
                <a:cubicBezTo>
                  <a:pt x="690" y="1889"/>
                  <a:pt x="852" y="1800"/>
                  <a:pt x="941" y="1659"/>
                </a:cubicBezTo>
                <a:lnTo>
                  <a:pt x="2770" y="3592"/>
                </a:lnTo>
                <a:cubicBezTo>
                  <a:pt x="2689" y="3681"/>
                  <a:pt x="2645" y="3799"/>
                  <a:pt x="2645" y="3932"/>
                </a:cubicBezTo>
                <a:cubicBezTo>
                  <a:pt x="2645" y="4214"/>
                  <a:pt x="2874" y="4443"/>
                  <a:pt x="3155" y="4443"/>
                </a:cubicBezTo>
                <a:cubicBezTo>
                  <a:pt x="3437" y="4443"/>
                  <a:pt x="3666" y="4214"/>
                  <a:pt x="3666" y="3932"/>
                </a:cubicBezTo>
                <a:cubicBezTo>
                  <a:pt x="3666" y="3651"/>
                  <a:pt x="3444" y="3429"/>
                  <a:pt x="3170" y="3421"/>
                </a:cubicBezTo>
                <a:lnTo>
                  <a:pt x="3370" y="1022"/>
                </a:lnTo>
                <a:lnTo>
                  <a:pt x="3407" y="1022"/>
                </a:lnTo>
                <a:cubicBezTo>
                  <a:pt x="3696" y="1022"/>
                  <a:pt x="3918" y="793"/>
                  <a:pt x="3918" y="511"/>
                </a:cubicBezTo>
                <a:cubicBezTo>
                  <a:pt x="3918" y="230"/>
                  <a:pt x="3689" y="0"/>
                  <a:pt x="3407"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78"/>
          <p:cNvSpPr/>
          <p:nvPr/>
        </p:nvSpPr>
        <p:spPr>
          <a:xfrm>
            <a:off x="1509350" y="1211225"/>
            <a:ext cx="327225" cy="296925"/>
          </a:xfrm>
          <a:custGeom>
            <a:rect b="b" l="l" r="r" t="t"/>
            <a:pathLst>
              <a:path extrusionOk="0" h="3959" w="4363">
                <a:moveTo>
                  <a:pt x="1333" y="175"/>
                </a:moveTo>
                <a:cubicBezTo>
                  <a:pt x="1363" y="175"/>
                  <a:pt x="1400" y="197"/>
                  <a:pt x="1422" y="227"/>
                </a:cubicBezTo>
                <a:cubicBezTo>
                  <a:pt x="1437" y="249"/>
                  <a:pt x="1444" y="278"/>
                  <a:pt x="1437" y="308"/>
                </a:cubicBezTo>
                <a:cubicBezTo>
                  <a:pt x="1430" y="330"/>
                  <a:pt x="1415" y="360"/>
                  <a:pt x="1393" y="375"/>
                </a:cubicBezTo>
                <a:cubicBezTo>
                  <a:pt x="1373" y="386"/>
                  <a:pt x="1350" y="392"/>
                  <a:pt x="1329" y="392"/>
                </a:cubicBezTo>
                <a:cubicBezTo>
                  <a:pt x="1295" y="392"/>
                  <a:pt x="1263" y="377"/>
                  <a:pt x="1245" y="345"/>
                </a:cubicBezTo>
                <a:cubicBezTo>
                  <a:pt x="1230" y="323"/>
                  <a:pt x="1222" y="293"/>
                  <a:pt x="1230" y="264"/>
                </a:cubicBezTo>
                <a:cubicBezTo>
                  <a:pt x="1230" y="234"/>
                  <a:pt x="1252" y="212"/>
                  <a:pt x="1274" y="197"/>
                </a:cubicBezTo>
                <a:cubicBezTo>
                  <a:pt x="1289" y="182"/>
                  <a:pt x="1311" y="175"/>
                  <a:pt x="1333" y="175"/>
                </a:cubicBezTo>
                <a:close/>
                <a:moveTo>
                  <a:pt x="274" y="997"/>
                </a:moveTo>
                <a:cubicBezTo>
                  <a:pt x="289" y="997"/>
                  <a:pt x="304" y="1012"/>
                  <a:pt x="311" y="1019"/>
                </a:cubicBezTo>
                <a:cubicBezTo>
                  <a:pt x="319" y="1034"/>
                  <a:pt x="319" y="1049"/>
                  <a:pt x="319" y="1063"/>
                </a:cubicBezTo>
                <a:cubicBezTo>
                  <a:pt x="319" y="1078"/>
                  <a:pt x="311" y="1093"/>
                  <a:pt x="297" y="1100"/>
                </a:cubicBezTo>
                <a:cubicBezTo>
                  <a:pt x="286" y="1106"/>
                  <a:pt x="276" y="1111"/>
                  <a:pt x="265" y="1111"/>
                </a:cubicBezTo>
                <a:cubicBezTo>
                  <a:pt x="261" y="1111"/>
                  <a:pt x="257" y="1110"/>
                  <a:pt x="252" y="1108"/>
                </a:cubicBezTo>
                <a:cubicBezTo>
                  <a:pt x="237" y="1108"/>
                  <a:pt x="223" y="1100"/>
                  <a:pt x="215" y="1086"/>
                </a:cubicBezTo>
                <a:cubicBezTo>
                  <a:pt x="200" y="1063"/>
                  <a:pt x="200" y="1026"/>
                  <a:pt x="230" y="1004"/>
                </a:cubicBezTo>
                <a:cubicBezTo>
                  <a:pt x="237" y="997"/>
                  <a:pt x="252" y="997"/>
                  <a:pt x="260" y="997"/>
                </a:cubicBezTo>
                <a:close/>
                <a:moveTo>
                  <a:pt x="1345" y="1117"/>
                </a:moveTo>
                <a:cubicBezTo>
                  <a:pt x="1387" y="1117"/>
                  <a:pt x="1428" y="1137"/>
                  <a:pt x="1452" y="1174"/>
                </a:cubicBezTo>
                <a:cubicBezTo>
                  <a:pt x="1474" y="1204"/>
                  <a:pt x="1481" y="1234"/>
                  <a:pt x="1474" y="1271"/>
                </a:cubicBezTo>
                <a:cubicBezTo>
                  <a:pt x="1467" y="1308"/>
                  <a:pt x="1444" y="1337"/>
                  <a:pt x="1415" y="1352"/>
                </a:cubicBezTo>
                <a:cubicBezTo>
                  <a:pt x="1393" y="1369"/>
                  <a:pt x="1370" y="1377"/>
                  <a:pt x="1345" y="1377"/>
                </a:cubicBezTo>
                <a:cubicBezTo>
                  <a:pt x="1337" y="1377"/>
                  <a:pt x="1328" y="1376"/>
                  <a:pt x="1319" y="1374"/>
                </a:cubicBezTo>
                <a:cubicBezTo>
                  <a:pt x="1289" y="1367"/>
                  <a:pt x="1259" y="1352"/>
                  <a:pt x="1237" y="1323"/>
                </a:cubicBezTo>
                <a:cubicBezTo>
                  <a:pt x="1200" y="1263"/>
                  <a:pt x="1215" y="1182"/>
                  <a:pt x="1274" y="1137"/>
                </a:cubicBezTo>
                <a:cubicBezTo>
                  <a:pt x="1296" y="1124"/>
                  <a:pt x="1321" y="1117"/>
                  <a:pt x="1345" y="1117"/>
                </a:cubicBezTo>
                <a:close/>
                <a:moveTo>
                  <a:pt x="2940" y="1634"/>
                </a:moveTo>
                <a:cubicBezTo>
                  <a:pt x="2992" y="1634"/>
                  <a:pt x="3037" y="1678"/>
                  <a:pt x="3037" y="1730"/>
                </a:cubicBezTo>
                <a:cubicBezTo>
                  <a:pt x="3037" y="1782"/>
                  <a:pt x="2992" y="1819"/>
                  <a:pt x="2940" y="1819"/>
                </a:cubicBezTo>
                <a:cubicBezTo>
                  <a:pt x="2888" y="1819"/>
                  <a:pt x="2844" y="1782"/>
                  <a:pt x="2844" y="1730"/>
                </a:cubicBezTo>
                <a:cubicBezTo>
                  <a:pt x="2844" y="1678"/>
                  <a:pt x="2888" y="1634"/>
                  <a:pt x="2940" y="1634"/>
                </a:cubicBezTo>
                <a:close/>
                <a:moveTo>
                  <a:pt x="2940" y="1515"/>
                </a:moveTo>
                <a:cubicBezTo>
                  <a:pt x="2822" y="1515"/>
                  <a:pt x="2726" y="1611"/>
                  <a:pt x="2726" y="1730"/>
                </a:cubicBezTo>
                <a:cubicBezTo>
                  <a:pt x="2726" y="1841"/>
                  <a:pt x="2822" y="1937"/>
                  <a:pt x="2940" y="1937"/>
                </a:cubicBezTo>
                <a:cubicBezTo>
                  <a:pt x="3051" y="1937"/>
                  <a:pt x="3148" y="1841"/>
                  <a:pt x="3148" y="1730"/>
                </a:cubicBezTo>
                <a:cubicBezTo>
                  <a:pt x="3148" y="1611"/>
                  <a:pt x="3051" y="1515"/>
                  <a:pt x="2940" y="1515"/>
                </a:cubicBezTo>
                <a:close/>
                <a:moveTo>
                  <a:pt x="3177" y="1152"/>
                </a:moveTo>
                <a:cubicBezTo>
                  <a:pt x="3177" y="1152"/>
                  <a:pt x="3185" y="1160"/>
                  <a:pt x="3185" y="1160"/>
                </a:cubicBezTo>
                <a:cubicBezTo>
                  <a:pt x="3192" y="1167"/>
                  <a:pt x="3192" y="1174"/>
                  <a:pt x="3192" y="1182"/>
                </a:cubicBezTo>
                <a:lnTo>
                  <a:pt x="3192" y="1256"/>
                </a:lnTo>
                <a:cubicBezTo>
                  <a:pt x="3192" y="1285"/>
                  <a:pt x="3192" y="1315"/>
                  <a:pt x="3207" y="1345"/>
                </a:cubicBezTo>
                <a:cubicBezTo>
                  <a:pt x="3214" y="1367"/>
                  <a:pt x="3229" y="1397"/>
                  <a:pt x="3251" y="1411"/>
                </a:cubicBezTo>
                <a:cubicBezTo>
                  <a:pt x="3274" y="1434"/>
                  <a:pt x="3296" y="1448"/>
                  <a:pt x="3318" y="1456"/>
                </a:cubicBezTo>
                <a:cubicBezTo>
                  <a:pt x="3348" y="1471"/>
                  <a:pt x="3377" y="1471"/>
                  <a:pt x="3407" y="1471"/>
                </a:cubicBezTo>
                <a:lnTo>
                  <a:pt x="3503" y="1471"/>
                </a:lnTo>
                <a:cubicBezTo>
                  <a:pt x="3510" y="1478"/>
                  <a:pt x="3510" y="1478"/>
                  <a:pt x="3510" y="1485"/>
                </a:cubicBezTo>
                <a:cubicBezTo>
                  <a:pt x="3518" y="1493"/>
                  <a:pt x="3518" y="1493"/>
                  <a:pt x="3518" y="1500"/>
                </a:cubicBezTo>
                <a:cubicBezTo>
                  <a:pt x="3510" y="1508"/>
                  <a:pt x="3510" y="1515"/>
                  <a:pt x="3510" y="1515"/>
                </a:cubicBezTo>
                <a:lnTo>
                  <a:pt x="3444" y="1574"/>
                </a:lnTo>
                <a:cubicBezTo>
                  <a:pt x="3422" y="1589"/>
                  <a:pt x="3407" y="1611"/>
                  <a:pt x="3392" y="1641"/>
                </a:cubicBezTo>
                <a:cubicBezTo>
                  <a:pt x="3385" y="1671"/>
                  <a:pt x="3377" y="1693"/>
                  <a:pt x="3377" y="1722"/>
                </a:cubicBezTo>
                <a:cubicBezTo>
                  <a:pt x="3377" y="1752"/>
                  <a:pt x="3385" y="1782"/>
                  <a:pt x="3392" y="1804"/>
                </a:cubicBezTo>
                <a:cubicBezTo>
                  <a:pt x="3407" y="1833"/>
                  <a:pt x="3422" y="1856"/>
                  <a:pt x="3444" y="1878"/>
                </a:cubicBezTo>
                <a:lnTo>
                  <a:pt x="3503" y="1930"/>
                </a:lnTo>
                <a:cubicBezTo>
                  <a:pt x="3503" y="1930"/>
                  <a:pt x="3510" y="1937"/>
                  <a:pt x="3518" y="1945"/>
                </a:cubicBezTo>
                <a:cubicBezTo>
                  <a:pt x="3518" y="1952"/>
                  <a:pt x="3518" y="1959"/>
                  <a:pt x="3510" y="1959"/>
                </a:cubicBezTo>
                <a:cubicBezTo>
                  <a:pt x="3510" y="1967"/>
                  <a:pt x="3510" y="1974"/>
                  <a:pt x="3503" y="1974"/>
                </a:cubicBezTo>
                <a:cubicBezTo>
                  <a:pt x="3496" y="1974"/>
                  <a:pt x="3496" y="1982"/>
                  <a:pt x="3481" y="1982"/>
                </a:cubicBezTo>
                <a:lnTo>
                  <a:pt x="3407" y="1982"/>
                </a:lnTo>
                <a:cubicBezTo>
                  <a:pt x="3398" y="1979"/>
                  <a:pt x="3389" y="1979"/>
                  <a:pt x="3381" y="1979"/>
                </a:cubicBezTo>
                <a:cubicBezTo>
                  <a:pt x="3360" y="1979"/>
                  <a:pt x="3339" y="1984"/>
                  <a:pt x="3318" y="1989"/>
                </a:cubicBezTo>
                <a:cubicBezTo>
                  <a:pt x="3296" y="2004"/>
                  <a:pt x="3274" y="2019"/>
                  <a:pt x="3251" y="2033"/>
                </a:cubicBezTo>
                <a:cubicBezTo>
                  <a:pt x="3229" y="2056"/>
                  <a:pt x="3214" y="2078"/>
                  <a:pt x="3207" y="2107"/>
                </a:cubicBezTo>
                <a:cubicBezTo>
                  <a:pt x="3192" y="2130"/>
                  <a:pt x="3192" y="2159"/>
                  <a:pt x="3192" y="2189"/>
                </a:cubicBezTo>
                <a:lnTo>
                  <a:pt x="3192" y="2270"/>
                </a:lnTo>
                <a:cubicBezTo>
                  <a:pt x="3192" y="2278"/>
                  <a:pt x="3192" y="2285"/>
                  <a:pt x="3192" y="2285"/>
                </a:cubicBezTo>
                <a:cubicBezTo>
                  <a:pt x="3185" y="2293"/>
                  <a:pt x="3185" y="2300"/>
                  <a:pt x="3177" y="2300"/>
                </a:cubicBezTo>
                <a:lnTo>
                  <a:pt x="3162" y="2300"/>
                </a:lnTo>
                <a:cubicBezTo>
                  <a:pt x="3155" y="2300"/>
                  <a:pt x="3148" y="2293"/>
                  <a:pt x="3148" y="2293"/>
                </a:cubicBezTo>
                <a:lnTo>
                  <a:pt x="3088" y="2233"/>
                </a:lnTo>
                <a:cubicBezTo>
                  <a:pt x="3074" y="2211"/>
                  <a:pt x="3044" y="2189"/>
                  <a:pt x="3022" y="2182"/>
                </a:cubicBezTo>
                <a:cubicBezTo>
                  <a:pt x="2996" y="2170"/>
                  <a:pt x="2968" y="2165"/>
                  <a:pt x="2940" y="2165"/>
                </a:cubicBezTo>
                <a:cubicBezTo>
                  <a:pt x="2913" y="2165"/>
                  <a:pt x="2885" y="2170"/>
                  <a:pt x="2859" y="2182"/>
                </a:cubicBezTo>
                <a:cubicBezTo>
                  <a:pt x="2829" y="2189"/>
                  <a:pt x="2807" y="2211"/>
                  <a:pt x="2792" y="2233"/>
                </a:cubicBezTo>
                <a:lnTo>
                  <a:pt x="2733" y="2293"/>
                </a:lnTo>
                <a:cubicBezTo>
                  <a:pt x="2733" y="2293"/>
                  <a:pt x="2726" y="2300"/>
                  <a:pt x="2718" y="2300"/>
                </a:cubicBezTo>
                <a:lnTo>
                  <a:pt x="2703" y="2300"/>
                </a:lnTo>
                <a:cubicBezTo>
                  <a:pt x="2696" y="2300"/>
                  <a:pt x="2696" y="2293"/>
                  <a:pt x="2689" y="2293"/>
                </a:cubicBezTo>
                <a:cubicBezTo>
                  <a:pt x="2689" y="2285"/>
                  <a:pt x="2689" y="2278"/>
                  <a:pt x="2689" y="2270"/>
                </a:cubicBezTo>
                <a:lnTo>
                  <a:pt x="2689" y="2189"/>
                </a:lnTo>
                <a:cubicBezTo>
                  <a:pt x="2689" y="2167"/>
                  <a:pt x="2681" y="2137"/>
                  <a:pt x="2674" y="2107"/>
                </a:cubicBezTo>
                <a:cubicBezTo>
                  <a:pt x="2666" y="2085"/>
                  <a:pt x="2651" y="2056"/>
                  <a:pt x="2629" y="2041"/>
                </a:cubicBezTo>
                <a:cubicBezTo>
                  <a:pt x="2607" y="2019"/>
                  <a:pt x="2585" y="2004"/>
                  <a:pt x="2555" y="1989"/>
                </a:cubicBezTo>
                <a:cubicBezTo>
                  <a:pt x="2533" y="1982"/>
                  <a:pt x="2511" y="1982"/>
                  <a:pt x="2489" y="1982"/>
                </a:cubicBezTo>
                <a:lnTo>
                  <a:pt x="2392" y="1982"/>
                </a:lnTo>
                <a:cubicBezTo>
                  <a:pt x="2385" y="1982"/>
                  <a:pt x="2377" y="1974"/>
                  <a:pt x="2377" y="1974"/>
                </a:cubicBezTo>
                <a:cubicBezTo>
                  <a:pt x="2370" y="1974"/>
                  <a:pt x="2370" y="1967"/>
                  <a:pt x="2363" y="1959"/>
                </a:cubicBezTo>
                <a:cubicBezTo>
                  <a:pt x="2363" y="1959"/>
                  <a:pt x="2363" y="1952"/>
                  <a:pt x="2363" y="1945"/>
                </a:cubicBezTo>
                <a:cubicBezTo>
                  <a:pt x="2363" y="1937"/>
                  <a:pt x="2370" y="1937"/>
                  <a:pt x="2370" y="1930"/>
                </a:cubicBezTo>
                <a:lnTo>
                  <a:pt x="2437" y="1878"/>
                </a:lnTo>
                <a:cubicBezTo>
                  <a:pt x="2452" y="1856"/>
                  <a:pt x="2474" y="1833"/>
                  <a:pt x="2481" y="1804"/>
                </a:cubicBezTo>
                <a:cubicBezTo>
                  <a:pt x="2496" y="1782"/>
                  <a:pt x="2503" y="1752"/>
                  <a:pt x="2503" y="1722"/>
                </a:cubicBezTo>
                <a:cubicBezTo>
                  <a:pt x="2503" y="1693"/>
                  <a:pt x="2496" y="1671"/>
                  <a:pt x="2481" y="1641"/>
                </a:cubicBezTo>
                <a:cubicBezTo>
                  <a:pt x="2474" y="1611"/>
                  <a:pt x="2459" y="1589"/>
                  <a:pt x="2429" y="1567"/>
                </a:cubicBezTo>
                <a:lnTo>
                  <a:pt x="2370" y="1515"/>
                </a:lnTo>
                <a:cubicBezTo>
                  <a:pt x="2370" y="1515"/>
                  <a:pt x="2363" y="1508"/>
                  <a:pt x="2363" y="1500"/>
                </a:cubicBezTo>
                <a:cubicBezTo>
                  <a:pt x="2363" y="1500"/>
                  <a:pt x="2363" y="1493"/>
                  <a:pt x="2363" y="1485"/>
                </a:cubicBezTo>
                <a:cubicBezTo>
                  <a:pt x="2363" y="1478"/>
                  <a:pt x="2370" y="1478"/>
                  <a:pt x="2377" y="1471"/>
                </a:cubicBezTo>
                <a:lnTo>
                  <a:pt x="2474" y="1471"/>
                </a:lnTo>
                <a:cubicBezTo>
                  <a:pt x="2482" y="1473"/>
                  <a:pt x="2491" y="1474"/>
                  <a:pt x="2500" y="1474"/>
                </a:cubicBezTo>
                <a:cubicBezTo>
                  <a:pt x="2520" y="1474"/>
                  <a:pt x="2540" y="1468"/>
                  <a:pt x="2555" y="1463"/>
                </a:cubicBezTo>
                <a:cubicBezTo>
                  <a:pt x="2585" y="1448"/>
                  <a:pt x="2607" y="1434"/>
                  <a:pt x="2629" y="1411"/>
                </a:cubicBezTo>
                <a:cubicBezTo>
                  <a:pt x="2644" y="1397"/>
                  <a:pt x="2659" y="1367"/>
                  <a:pt x="2674" y="1345"/>
                </a:cubicBezTo>
                <a:cubicBezTo>
                  <a:pt x="2681" y="1315"/>
                  <a:pt x="2689" y="1285"/>
                  <a:pt x="2689" y="1263"/>
                </a:cubicBezTo>
                <a:lnTo>
                  <a:pt x="2689" y="1174"/>
                </a:lnTo>
                <a:cubicBezTo>
                  <a:pt x="2689" y="1174"/>
                  <a:pt x="2689" y="1167"/>
                  <a:pt x="2689" y="1160"/>
                </a:cubicBezTo>
                <a:cubicBezTo>
                  <a:pt x="2689" y="1160"/>
                  <a:pt x="2696" y="1152"/>
                  <a:pt x="2703" y="1152"/>
                </a:cubicBezTo>
                <a:lnTo>
                  <a:pt x="2718" y="1152"/>
                </a:lnTo>
                <a:cubicBezTo>
                  <a:pt x="2726" y="1152"/>
                  <a:pt x="2726" y="1152"/>
                  <a:pt x="2733" y="1160"/>
                </a:cubicBezTo>
                <a:lnTo>
                  <a:pt x="2785" y="1219"/>
                </a:lnTo>
                <a:cubicBezTo>
                  <a:pt x="2807" y="1241"/>
                  <a:pt x="2829" y="1256"/>
                  <a:pt x="2859" y="1271"/>
                </a:cubicBezTo>
                <a:cubicBezTo>
                  <a:pt x="2885" y="1282"/>
                  <a:pt x="2913" y="1287"/>
                  <a:pt x="2940" y="1287"/>
                </a:cubicBezTo>
                <a:cubicBezTo>
                  <a:pt x="2968" y="1287"/>
                  <a:pt x="2996" y="1282"/>
                  <a:pt x="3022" y="1271"/>
                </a:cubicBezTo>
                <a:cubicBezTo>
                  <a:pt x="3044" y="1256"/>
                  <a:pt x="3066" y="1241"/>
                  <a:pt x="3088" y="1219"/>
                </a:cubicBezTo>
                <a:lnTo>
                  <a:pt x="3148" y="1160"/>
                </a:lnTo>
                <a:cubicBezTo>
                  <a:pt x="3148" y="1160"/>
                  <a:pt x="3155" y="1152"/>
                  <a:pt x="3162" y="1152"/>
                </a:cubicBezTo>
                <a:close/>
                <a:moveTo>
                  <a:pt x="4073" y="2663"/>
                </a:moveTo>
                <a:cubicBezTo>
                  <a:pt x="4110" y="2663"/>
                  <a:pt x="4147" y="2692"/>
                  <a:pt x="4147" y="2737"/>
                </a:cubicBezTo>
                <a:cubicBezTo>
                  <a:pt x="4147" y="2774"/>
                  <a:pt x="4110" y="2811"/>
                  <a:pt x="4073" y="2811"/>
                </a:cubicBezTo>
                <a:cubicBezTo>
                  <a:pt x="4051" y="2811"/>
                  <a:pt x="4036" y="2796"/>
                  <a:pt x="4021" y="2789"/>
                </a:cubicBezTo>
                <a:cubicBezTo>
                  <a:pt x="4007" y="2774"/>
                  <a:pt x="3999" y="2752"/>
                  <a:pt x="3999" y="2737"/>
                </a:cubicBezTo>
                <a:cubicBezTo>
                  <a:pt x="3999" y="2692"/>
                  <a:pt x="4029" y="2663"/>
                  <a:pt x="4073" y="2663"/>
                </a:cubicBezTo>
                <a:close/>
                <a:moveTo>
                  <a:pt x="1526" y="2737"/>
                </a:moveTo>
                <a:cubicBezTo>
                  <a:pt x="1593" y="2737"/>
                  <a:pt x="1652" y="2796"/>
                  <a:pt x="1652" y="2870"/>
                </a:cubicBezTo>
                <a:cubicBezTo>
                  <a:pt x="1652" y="2944"/>
                  <a:pt x="1593" y="2996"/>
                  <a:pt x="1526" y="2996"/>
                </a:cubicBezTo>
                <a:cubicBezTo>
                  <a:pt x="1452" y="2996"/>
                  <a:pt x="1393" y="2944"/>
                  <a:pt x="1393" y="2870"/>
                </a:cubicBezTo>
                <a:cubicBezTo>
                  <a:pt x="1393" y="2796"/>
                  <a:pt x="1452" y="2737"/>
                  <a:pt x="1526" y="2737"/>
                </a:cubicBezTo>
                <a:close/>
                <a:moveTo>
                  <a:pt x="1526" y="2567"/>
                </a:moveTo>
                <a:cubicBezTo>
                  <a:pt x="1356" y="2567"/>
                  <a:pt x="1215" y="2700"/>
                  <a:pt x="1215" y="2870"/>
                </a:cubicBezTo>
                <a:cubicBezTo>
                  <a:pt x="1215" y="3041"/>
                  <a:pt x="1356" y="3174"/>
                  <a:pt x="1526" y="3174"/>
                </a:cubicBezTo>
                <a:cubicBezTo>
                  <a:pt x="1689" y="3174"/>
                  <a:pt x="1830" y="3041"/>
                  <a:pt x="1830" y="2870"/>
                </a:cubicBezTo>
                <a:cubicBezTo>
                  <a:pt x="1830" y="2700"/>
                  <a:pt x="1689" y="2567"/>
                  <a:pt x="1526" y="2567"/>
                </a:cubicBezTo>
                <a:close/>
                <a:moveTo>
                  <a:pt x="3192" y="3174"/>
                </a:moveTo>
                <a:cubicBezTo>
                  <a:pt x="3207" y="3174"/>
                  <a:pt x="3229" y="3181"/>
                  <a:pt x="3244" y="3196"/>
                </a:cubicBezTo>
                <a:cubicBezTo>
                  <a:pt x="3251" y="3203"/>
                  <a:pt x="3259" y="3226"/>
                  <a:pt x="3259" y="3248"/>
                </a:cubicBezTo>
                <a:cubicBezTo>
                  <a:pt x="3259" y="3284"/>
                  <a:pt x="3224" y="3313"/>
                  <a:pt x="3188" y="3314"/>
                </a:cubicBezTo>
                <a:lnTo>
                  <a:pt x="3188" y="3314"/>
                </a:lnTo>
                <a:cubicBezTo>
                  <a:pt x="3146" y="3313"/>
                  <a:pt x="3118" y="3284"/>
                  <a:pt x="3118" y="3240"/>
                </a:cubicBezTo>
                <a:cubicBezTo>
                  <a:pt x="3118" y="3226"/>
                  <a:pt x="3125" y="3203"/>
                  <a:pt x="3140" y="3189"/>
                </a:cubicBezTo>
                <a:cubicBezTo>
                  <a:pt x="3155" y="3181"/>
                  <a:pt x="3170" y="3174"/>
                  <a:pt x="3192" y="3174"/>
                </a:cubicBezTo>
                <a:close/>
                <a:moveTo>
                  <a:pt x="1830" y="1996"/>
                </a:moveTo>
                <a:cubicBezTo>
                  <a:pt x="1844" y="1996"/>
                  <a:pt x="1867" y="1996"/>
                  <a:pt x="1881" y="2004"/>
                </a:cubicBezTo>
                <a:cubicBezTo>
                  <a:pt x="1896" y="2011"/>
                  <a:pt x="1904" y="2019"/>
                  <a:pt x="1911" y="2033"/>
                </a:cubicBezTo>
                <a:cubicBezTo>
                  <a:pt x="1926" y="2048"/>
                  <a:pt x="1926" y="2063"/>
                  <a:pt x="1926" y="2085"/>
                </a:cubicBezTo>
                <a:lnTo>
                  <a:pt x="1926" y="2196"/>
                </a:lnTo>
                <a:cubicBezTo>
                  <a:pt x="1926" y="2233"/>
                  <a:pt x="1926" y="2270"/>
                  <a:pt x="1941" y="2300"/>
                </a:cubicBezTo>
                <a:cubicBezTo>
                  <a:pt x="1955" y="2337"/>
                  <a:pt x="1978" y="2367"/>
                  <a:pt x="2000" y="2389"/>
                </a:cubicBezTo>
                <a:cubicBezTo>
                  <a:pt x="2022" y="2418"/>
                  <a:pt x="2052" y="2433"/>
                  <a:pt x="2089" y="2448"/>
                </a:cubicBezTo>
                <a:cubicBezTo>
                  <a:pt x="2118" y="2463"/>
                  <a:pt x="2155" y="2463"/>
                  <a:pt x="2192" y="2463"/>
                </a:cubicBezTo>
                <a:lnTo>
                  <a:pt x="2311" y="2456"/>
                </a:lnTo>
                <a:cubicBezTo>
                  <a:pt x="2326" y="2456"/>
                  <a:pt x="2340" y="2463"/>
                  <a:pt x="2355" y="2470"/>
                </a:cubicBezTo>
                <a:cubicBezTo>
                  <a:pt x="2370" y="2478"/>
                  <a:pt x="2377" y="2493"/>
                  <a:pt x="2385" y="2507"/>
                </a:cubicBezTo>
                <a:cubicBezTo>
                  <a:pt x="2392" y="2522"/>
                  <a:pt x="2392" y="2537"/>
                  <a:pt x="2392" y="2552"/>
                </a:cubicBezTo>
                <a:cubicBezTo>
                  <a:pt x="2385" y="2567"/>
                  <a:pt x="2377" y="2581"/>
                  <a:pt x="2370" y="2596"/>
                </a:cubicBezTo>
                <a:lnTo>
                  <a:pt x="2274" y="2670"/>
                </a:lnTo>
                <a:cubicBezTo>
                  <a:pt x="2252" y="2700"/>
                  <a:pt x="2229" y="2729"/>
                  <a:pt x="2215" y="2759"/>
                </a:cubicBezTo>
                <a:cubicBezTo>
                  <a:pt x="2200" y="2796"/>
                  <a:pt x="2192" y="2833"/>
                  <a:pt x="2192" y="2863"/>
                </a:cubicBezTo>
                <a:cubicBezTo>
                  <a:pt x="2192" y="2900"/>
                  <a:pt x="2200" y="2937"/>
                  <a:pt x="2215" y="2966"/>
                </a:cubicBezTo>
                <a:lnTo>
                  <a:pt x="2215" y="2974"/>
                </a:lnTo>
                <a:cubicBezTo>
                  <a:pt x="2229" y="3003"/>
                  <a:pt x="2252" y="3033"/>
                  <a:pt x="2281" y="3055"/>
                </a:cubicBezTo>
                <a:lnTo>
                  <a:pt x="2370" y="3137"/>
                </a:lnTo>
                <a:cubicBezTo>
                  <a:pt x="2377" y="3152"/>
                  <a:pt x="2392" y="3166"/>
                  <a:pt x="2392" y="3181"/>
                </a:cubicBezTo>
                <a:cubicBezTo>
                  <a:pt x="2400" y="3196"/>
                  <a:pt x="2392" y="3211"/>
                  <a:pt x="2392" y="3226"/>
                </a:cubicBezTo>
                <a:cubicBezTo>
                  <a:pt x="2385" y="3240"/>
                  <a:pt x="2370" y="3255"/>
                  <a:pt x="2355" y="3263"/>
                </a:cubicBezTo>
                <a:cubicBezTo>
                  <a:pt x="2348" y="3270"/>
                  <a:pt x="2326" y="3277"/>
                  <a:pt x="2311" y="3277"/>
                </a:cubicBezTo>
                <a:lnTo>
                  <a:pt x="2192" y="3277"/>
                </a:lnTo>
                <a:cubicBezTo>
                  <a:pt x="2182" y="3275"/>
                  <a:pt x="2173" y="3275"/>
                  <a:pt x="2164" y="3275"/>
                </a:cubicBezTo>
                <a:cubicBezTo>
                  <a:pt x="2139" y="3275"/>
                  <a:pt x="2116" y="3281"/>
                  <a:pt x="2089" y="3292"/>
                </a:cubicBezTo>
                <a:cubicBezTo>
                  <a:pt x="2059" y="3307"/>
                  <a:pt x="2029" y="3322"/>
                  <a:pt x="2000" y="3352"/>
                </a:cubicBezTo>
                <a:cubicBezTo>
                  <a:pt x="1978" y="3374"/>
                  <a:pt x="1955" y="3403"/>
                  <a:pt x="1941" y="3440"/>
                </a:cubicBezTo>
                <a:cubicBezTo>
                  <a:pt x="1933" y="3470"/>
                  <a:pt x="1926" y="3507"/>
                  <a:pt x="1926" y="3537"/>
                </a:cubicBezTo>
                <a:lnTo>
                  <a:pt x="1926" y="3663"/>
                </a:lnTo>
                <a:cubicBezTo>
                  <a:pt x="1926" y="3677"/>
                  <a:pt x="1926" y="3692"/>
                  <a:pt x="1918" y="3707"/>
                </a:cubicBezTo>
                <a:cubicBezTo>
                  <a:pt x="1904" y="3722"/>
                  <a:pt x="1896" y="3729"/>
                  <a:pt x="1881" y="3737"/>
                </a:cubicBezTo>
                <a:cubicBezTo>
                  <a:pt x="1874" y="3740"/>
                  <a:pt x="1865" y="3742"/>
                  <a:pt x="1855" y="3742"/>
                </a:cubicBezTo>
                <a:cubicBezTo>
                  <a:pt x="1846" y="3742"/>
                  <a:pt x="1837" y="3740"/>
                  <a:pt x="1830" y="3737"/>
                </a:cubicBezTo>
                <a:cubicBezTo>
                  <a:pt x="1815" y="3737"/>
                  <a:pt x="1800" y="3729"/>
                  <a:pt x="1792" y="3714"/>
                </a:cubicBezTo>
                <a:lnTo>
                  <a:pt x="1711" y="3626"/>
                </a:lnTo>
                <a:cubicBezTo>
                  <a:pt x="1689" y="3596"/>
                  <a:pt x="1659" y="3581"/>
                  <a:pt x="1622" y="3566"/>
                </a:cubicBezTo>
                <a:cubicBezTo>
                  <a:pt x="1593" y="3551"/>
                  <a:pt x="1556" y="3544"/>
                  <a:pt x="1526" y="3544"/>
                </a:cubicBezTo>
                <a:cubicBezTo>
                  <a:pt x="1489" y="3544"/>
                  <a:pt x="1452" y="3551"/>
                  <a:pt x="1422" y="3566"/>
                </a:cubicBezTo>
                <a:cubicBezTo>
                  <a:pt x="1385" y="3581"/>
                  <a:pt x="1356" y="3596"/>
                  <a:pt x="1333" y="3626"/>
                </a:cubicBezTo>
                <a:lnTo>
                  <a:pt x="1252" y="3714"/>
                </a:lnTo>
                <a:cubicBezTo>
                  <a:pt x="1245" y="3729"/>
                  <a:pt x="1230" y="3737"/>
                  <a:pt x="1215" y="3737"/>
                </a:cubicBezTo>
                <a:cubicBezTo>
                  <a:pt x="1210" y="3739"/>
                  <a:pt x="1204" y="3740"/>
                  <a:pt x="1198" y="3740"/>
                </a:cubicBezTo>
                <a:cubicBezTo>
                  <a:pt x="1186" y="3740"/>
                  <a:pt x="1173" y="3737"/>
                  <a:pt x="1163" y="3737"/>
                </a:cubicBezTo>
                <a:cubicBezTo>
                  <a:pt x="1148" y="3729"/>
                  <a:pt x="1141" y="3714"/>
                  <a:pt x="1126" y="3707"/>
                </a:cubicBezTo>
                <a:cubicBezTo>
                  <a:pt x="1119" y="3692"/>
                  <a:pt x="1119" y="3677"/>
                  <a:pt x="1119" y="3655"/>
                </a:cubicBezTo>
                <a:lnTo>
                  <a:pt x="1119" y="3537"/>
                </a:lnTo>
                <a:cubicBezTo>
                  <a:pt x="1119" y="3507"/>
                  <a:pt x="1111" y="3470"/>
                  <a:pt x="1104" y="3433"/>
                </a:cubicBezTo>
                <a:cubicBezTo>
                  <a:pt x="1089" y="3403"/>
                  <a:pt x="1067" y="3374"/>
                  <a:pt x="1045" y="3344"/>
                </a:cubicBezTo>
                <a:cubicBezTo>
                  <a:pt x="1022" y="3322"/>
                  <a:pt x="985" y="3300"/>
                  <a:pt x="956" y="3292"/>
                </a:cubicBezTo>
                <a:cubicBezTo>
                  <a:pt x="919" y="3277"/>
                  <a:pt x="889" y="3270"/>
                  <a:pt x="859" y="3270"/>
                </a:cubicBezTo>
                <a:lnTo>
                  <a:pt x="734" y="3270"/>
                </a:lnTo>
                <a:cubicBezTo>
                  <a:pt x="729" y="3272"/>
                  <a:pt x="725" y="3273"/>
                  <a:pt x="721" y="3273"/>
                </a:cubicBezTo>
                <a:cubicBezTo>
                  <a:pt x="710" y="3273"/>
                  <a:pt x="700" y="3268"/>
                  <a:pt x="689" y="3263"/>
                </a:cubicBezTo>
                <a:cubicBezTo>
                  <a:pt x="674" y="3255"/>
                  <a:pt x="660" y="3240"/>
                  <a:pt x="660" y="3226"/>
                </a:cubicBezTo>
                <a:cubicBezTo>
                  <a:pt x="652" y="3211"/>
                  <a:pt x="652" y="3196"/>
                  <a:pt x="652" y="3181"/>
                </a:cubicBezTo>
                <a:cubicBezTo>
                  <a:pt x="660" y="3159"/>
                  <a:pt x="667" y="3144"/>
                  <a:pt x="674" y="3137"/>
                </a:cubicBezTo>
                <a:lnTo>
                  <a:pt x="763" y="3055"/>
                </a:lnTo>
                <a:cubicBezTo>
                  <a:pt x="793" y="3033"/>
                  <a:pt x="815" y="3003"/>
                  <a:pt x="830" y="2966"/>
                </a:cubicBezTo>
                <a:cubicBezTo>
                  <a:pt x="845" y="2937"/>
                  <a:pt x="852" y="2900"/>
                  <a:pt x="852" y="2863"/>
                </a:cubicBezTo>
                <a:cubicBezTo>
                  <a:pt x="852" y="2833"/>
                  <a:pt x="845" y="2796"/>
                  <a:pt x="830" y="2759"/>
                </a:cubicBezTo>
                <a:cubicBezTo>
                  <a:pt x="815" y="2729"/>
                  <a:pt x="793" y="2700"/>
                  <a:pt x="763" y="2670"/>
                </a:cubicBezTo>
                <a:lnTo>
                  <a:pt x="674" y="2596"/>
                </a:lnTo>
                <a:cubicBezTo>
                  <a:pt x="667" y="2581"/>
                  <a:pt x="660" y="2567"/>
                  <a:pt x="652" y="2552"/>
                </a:cubicBezTo>
                <a:cubicBezTo>
                  <a:pt x="652" y="2537"/>
                  <a:pt x="652" y="2522"/>
                  <a:pt x="660" y="2507"/>
                </a:cubicBezTo>
                <a:cubicBezTo>
                  <a:pt x="660" y="2493"/>
                  <a:pt x="674" y="2478"/>
                  <a:pt x="689" y="2470"/>
                </a:cubicBezTo>
                <a:cubicBezTo>
                  <a:pt x="704" y="2463"/>
                  <a:pt x="719" y="2456"/>
                  <a:pt x="734" y="2456"/>
                </a:cubicBezTo>
                <a:lnTo>
                  <a:pt x="852" y="2463"/>
                </a:lnTo>
                <a:cubicBezTo>
                  <a:pt x="889" y="2463"/>
                  <a:pt x="926" y="2463"/>
                  <a:pt x="956" y="2448"/>
                </a:cubicBezTo>
                <a:cubicBezTo>
                  <a:pt x="993" y="2433"/>
                  <a:pt x="1022" y="2418"/>
                  <a:pt x="1045" y="2389"/>
                </a:cubicBezTo>
                <a:cubicBezTo>
                  <a:pt x="1067" y="2367"/>
                  <a:pt x="1089" y="2337"/>
                  <a:pt x="1104" y="2300"/>
                </a:cubicBezTo>
                <a:cubicBezTo>
                  <a:pt x="1111" y="2270"/>
                  <a:pt x="1119" y="2233"/>
                  <a:pt x="1119" y="2204"/>
                </a:cubicBezTo>
                <a:lnTo>
                  <a:pt x="1119" y="2078"/>
                </a:lnTo>
                <a:cubicBezTo>
                  <a:pt x="1119" y="2063"/>
                  <a:pt x="1119" y="2048"/>
                  <a:pt x="1126" y="2033"/>
                </a:cubicBezTo>
                <a:cubicBezTo>
                  <a:pt x="1141" y="2019"/>
                  <a:pt x="1148" y="2004"/>
                  <a:pt x="1163" y="2004"/>
                </a:cubicBezTo>
                <a:cubicBezTo>
                  <a:pt x="1178" y="1996"/>
                  <a:pt x="1200" y="1996"/>
                  <a:pt x="1215" y="1996"/>
                </a:cubicBezTo>
                <a:cubicBezTo>
                  <a:pt x="1230" y="2004"/>
                  <a:pt x="1245" y="2011"/>
                  <a:pt x="1252" y="2026"/>
                </a:cubicBezTo>
                <a:lnTo>
                  <a:pt x="1333" y="2115"/>
                </a:lnTo>
                <a:cubicBezTo>
                  <a:pt x="1356" y="2137"/>
                  <a:pt x="1385" y="2159"/>
                  <a:pt x="1422" y="2174"/>
                </a:cubicBezTo>
                <a:cubicBezTo>
                  <a:pt x="1452" y="2189"/>
                  <a:pt x="1485" y="2196"/>
                  <a:pt x="1519" y="2196"/>
                </a:cubicBezTo>
                <a:cubicBezTo>
                  <a:pt x="1554" y="2196"/>
                  <a:pt x="1589" y="2189"/>
                  <a:pt x="1622" y="2174"/>
                </a:cubicBezTo>
                <a:cubicBezTo>
                  <a:pt x="1659" y="2159"/>
                  <a:pt x="1689" y="2137"/>
                  <a:pt x="1711" y="2115"/>
                </a:cubicBezTo>
                <a:lnTo>
                  <a:pt x="1792" y="2019"/>
                </a:lnTo>
                <a:cubicBezTo>
                  <a:pt x="1800" y="2011"/>
                  <a:pt x="1815" y="2004"/>
                  <a:pt x="1830" y="1996"/>
                </a:cubicBezTo>
                <a:close/>
                <a:moveTo>
                  <a:pt x="4066" y="3551"/>
                </a:moveTo>
                <a:cubicBezTo>
                  <a:pt x="4103" y="3551"/>
                  <a:pt x="4132" y="3566"/>
                  <a:pt x="4155" y="3588"/>
                </a:cubicBezTo>
                <a:cubicBezTo>
                  <a:pt x="4177" y="3611"/>
                  <a:pt x="4184" y="3640"/>
                  <a:pt x="4184" y="3670"/>
                </a:cubicBezTo>
                <a:cubicBezTo>
                  <a:pt x="4184" y="3700"/>
                  <a:pt x="4177" y="3729"/>
                  <a:pt x="4155" y="3751"/>
                </a:cubicBezTo>
                <a:cubicBezTo>
                  <a:pt x="4125" y="3774"/>
                  <a:pt x="4095" y="3788"/>
                  <a:pt x="4066" y="3788"/>
                </a:cubicBezTo>
                <a:cubicBezTo>
                  <a:pt x="4036" y="3788"/>
                  <a:pt x="4007" y="3774"/>
                  <a:pt x="3984" y="3751"/>
                </a:cubicBezTo>
                <a:cubicBezTo>
                  <a:pt x="3962" y="3729"/>
                  <a:pt x="3947" y="3700"/>
                  <a:pt x="3947" y="3670"/>
                </a:cubicBezTo>
                <a:cubicBezTo>
                  <a:pt x="3947" y="3640"/>
                  <a:pt x="3962" y="3611"/>
                  <a:pt x="3984" y="3588"/>
                </a:cubicBezTo>
                <a:cubicBezTo>
                  <a:pt x="4007" y="3566"/>
                  <a:pt x="4036" y="3551"/>
                  <a:pt x="4066" y="3551"/>
                </a:cubicBezTo>
                <a:close/>
                <a:moveTo>
                  <a:pt x="1333" y="0"/>
                </a:moveTo>
                <a:cubicBezTo>
                  <a:pt x="1279" y="0"/>
                  <a:pt x="1225" y="16"/>
                  <a:pt x="1178" y="49"/>
                </a:cubicBezTo>
                <a:cubicBezTo>
                  <a:pt x="1111" y="93"/>
                  <a:pt x="1074" y="160"/>
                  <a:pt x="1059" y="234"/>
                </a:cubicBezTo>
                <a:cubicBezTo>
                  <a:pt x="1045" y="308"/>
                  <a:pt x="1059" y="382"/>
                  <a:pt x="1104" y="441"/>
                </a:cubicBezTo>
                <a:cubicBezTo>
                  <a:pt x="1141" y="501"/>
                  <a:pt x="1193" y="530"/>
                  <a:pt x="1245" y="552"/>
                </a:cubicBezTo>
                <a:lnTo>
                  <a:pt x="1267" y="952"/>
                </a:lnTo>
                <a:cubicBezTo>
                  <a:pt x="1230" y="960"/>
                  <a:pt x="1200" y="974"/>
                  <a:pt x="1178" y="997"/>
                </a:cubicBezTo>
                <a:cubicBezTo>
                  <a:pt x="1126" y="1026"/>
                  <a:pt x="1089" y="1071"/>
                  <a:pt x="1067" y="1123"/>
                </a:cubicBezTo>
                <a:lnTo>
                  <a:pt x="497" y="1019"/>
                </a:lnTo>
                <a:cubicBezTo>
                  <a:pt x="489" y="982"/>
                  <a:pt x="474" y="952"/>
                  <a:pt x="460" y="923"/>
                </a:cubicBezTo>
                <a:cubicBezTo>
                  <a:pt x="423" y="871"/>
                  <a:pt x="371" y="834"/>
                  <a:pt x="311" y="826"/>
                </a:cubicBezTo>
                <a:cubicBezTo>
                  <a:pt x="294" y="823"/>
                  <a:pt x="278" y="821"/>
                  <a:pt x="261" y="821"/>
                </a:cubicBezTo>
                <a:cubicBezTo>
                  <a:pt x="215" y="821"/>
                  <a:pt x="172" y="836"/>
                  <a:pt x="134" y="863"/>
                </a:cubicBezTo>
                <a:cubicBezTo>
                  <a:pt x="30" y="937"/>
                  <a:pt x="0" y="1078"/>
                  <a:pt x="75" y="1189"/>
                </a:cubicBezTo>
                <a:cubicBezTo>
                  <a:pt x="104" y="1241"/>
                  <a:pt x="163" y="1271"/>
                  <a:pt x="223" y="1285"/>
                </a:cubicBezTo>
                <a:lnTo>
                  <a:pt x="267" y="1285"/>
                </a:lnTo>
                <a:cubicBezTo>
                  <a:pt x="311" y="1285"/>
                  <a:pt x="356" y="1271"/>
                  <a:pt x="393" y="1248"/>
                </a:cubicBezTo>
                <a:cubicBezTo>
                  <a:pt x="423" y="1234"/>
                  <a:pt x="437" y="1211"/>
                  <a:pt x="452" y="1189"/>
                </a:cubicBezTo>
                <a:lnTo>
                  <a:pt x="1045" y="1300"/>
                </a:lnTo>
                <a:cubicBezTo>
                  <a:pt x="1052" y="1345"/>
                  <a:pt x="1067" y="1382"/>
                  <a:pt x="1096" y="1419"/>
                </a:cubicBezTo>
                <a:cubicBezTo>
                  <a:pt x="1141" y="1485"/>
                  <a:pt x="1215" y="1530"/>
                  <a:pt x="1289" y="1545"/>
                </a:cubicBezTo>
                <a:cubicBezTo>
                  <a:pt x="1304" y="1552"/>
                  <a:pt x="1319" y="1552"/>
                  <a:pt x="1333" y="1552"/>
                </a:cubicBezTo>
                <a:lnTo>
                  <a:pt x="1400" y="1915"/>
                </a:lnTo>
                <a:lnTo>
                  <a:pt x="1400" y="1915"/>
                </a:lnTo>
                <a:lnTo>
                  <a:pt x="1385" y="1908"/>
                </a:lnTo>
                <a:cubicBezTo>
                  <a:pt x="1356" y="1863"/>
                  <a:pt x="1304" y="1841"/>
                  <a:pt x="1252" y="1826"/>
                </a:cubicBezTo>
                <a:cubicBezTo>
                  <a:pt x="1233" y="1823"/>
                  <a:pt x="1214" y="1822"/>
                  <a:pt x="1195" y="1822"/>
                </a:cubicBezTo>
                <a:cubicBezTo>
                  <a:pt x="1163" y="1822"/>
                  <a:pt x="1132" y="1827"/>
                  <a:pt x="1104" y="1841"/>
                </a:cubicBezTo>
                <a:cubicBezTo>
                  <a:pt x="1052" y="1863"/>
                  <a:pt x="1008" y="1893"/>
                  <a:pt x="985" y="1937"/>
                </a:cubicBezTo>
                <a:cubicBezTo>
                  <a:pt x="956" y="1989"/>
                  <a:pt x="941" y="2041"/>
                  <a:pt x="948" y="2085"/>
                </a:cubicBezTo>
                <a:lnTo>
                  <a:pt x="948" y="2211"/>
                </a:lnTo>
                <a:cubicBezTo>
                  <a:pt x="948" y="2219"/>
                  <a:pt x="948" y="2226"/>
                  <a:pt x="941" y="2241"/>
                </a:cubicBezTo>
                <a:cubicBezTo>
                  <a:pt x="941" y="2248"/>
                  <a:pt x="934" y="2263"/>
                  <a:pt x="926" y="2270"/>
                </a:cubicBezTo>
                <a:cubicBezTo>
                  <a:pt x="919" y="2278"/>
                  <a:pt x="904" y="2278"/>
                  <a:pt x="896" y="2285"/>
                </a:cubicBezTo>
                <a:cubicBezTo>
                  <a:pt x="889" y="2285"/>
                  <a:pt x="874" y="2293"/>
                  <a:pt x="867" y="2293"/>
                </a:cubicBezTo>
                <a:lnTo>
                  <a:pt x="741" y="2285"/>
                </a:lnTo>
                <a:cubicBezTo>
                  <a:pt x="732" y="2284"/>
                  <a:pt x="723" y="2283"/>
                  <a:pt x="714" y="2283"/>
                </a:cubicBezTo>
                <a:cubicBezTo>
                  <a:pt x="672" y="2283"/>
                  <a:pt x="630" y="2298"/>
                  <a:pt x="593" y="2322"/>
                </a:cubicBezTo>
                <a:cubicBezTo>
                  <a:pt x="548" y="2352"/>
                  <a:pt x="519" y="2389"/>
                  <a:pt x="497" y="2441"/>
                </a:cubicBezTo>
                <a:cubicBezTo>
                  <a:pt x="474" y="2485"/>
                  <a:pt x="474" y="2537"/>
                  <a:pt x="482" y="2589"/>
                </a:cubicBezTo>
                <a:cubicBezTo>
                  <a:pt x="497" y="2641"/>
                  <a:pt x="526" y="2692"/>
                  <a:pt x="563" y="2722"/>
                </a:cubicBezTo>
                <a:lnTo>
                  <a:pt x="652" y="2804"/>
                </a:lnTo>
                <a:cubicBezTo>
                  <a:pt x="660" y="2811"/>
                  <a:pt x="667" y="2818"/>
                  <a:pt x="667" y="2833"/>
                </a:cubicBezTo>
                <a:cubicBezTo>
                  <a:pt x="674" y="2841"/>
                  <a:pt x="674" y="2855"/>
                  <a:pt x="674" y="2870"/>
                </a:cubicBezTo>
                <a:cubicBezTo>
                  <a:pt x="674" y="2878"/>
                  <a:pt x="674" y="2892"/>
                  <a:pt x="667" y="2900"/>
                </a:cubicBezTo>
                <a:cubicBezTo>
                  <a:pt x="667" y="2907"/>
                  <a:pt x="660" y="2922"/>
                  <a:pt x="652" y="2929"/>
                </a:cubicBezTo>
                <a:lnTo>
                  <a:pt x="563" y="3011"/>
                </a:lnTo>
                <a:cubicBezTo>
                  <a:pt x="526" y="3041"/>
                  <a:pt x="497" y="3085"/>
                  <a:pt x="482" y="3137"/>
                </a:cubicBezTo>
                <a:cubicBezTo>
                  <a:pt x="474" y="3189"/>
                  <a:pt x="474" y="3240"/>
                  <a:pt x="497" y="3292"/>
                </a:cubicBezTo>
                <a:cubicBezTo>
                  <a:pt x="519" y="3344"/>
                  <a:pt x="548" y="3381"/>
                  <a:pt x="593" y="3411"/>
                </a:cubicBezTo>
                <a:cubicBezTo>
                  <a:pt x="630" y="3435"/>
                  <a:pt x="672" y="3450"/>
                  <a:pt x="714" y="3450"/>
                </a:cubicBezTo>
                <a:cubicBezTo>
                  <a:pt x="723" y="3450"/>
                  <a:pt x="732" y="3449"/>
                  <a:pt x="741" y="3448"/>
                </a:cubicBezTo>
                <a:lnTo>
                  <a:pt x="867" y="3448"/>
                </a:lnTo>
                <a:cubicBezTo>
                  <a:pt x="874" y="3448"/>
                  <a:pt x="882" y="3448"/>
                  <a:pt x="896" y="3455"/>
                </a:cubicBezTo>
                <a:cubicBezTo>
                  <a:pt x="904" y="3455"/>
                  <a:pt x="911" y="3463"/>
                  <a:pt x="919" y="3470"/>
                </a:cubicBezTo>
                <a:cubicBezTo>
                  <a:pt x="926" y="3477"/>
                  <a:pt x="934" y="3485"/>
                  <a:pt x="941" y="3500"/>
                </a:cubicBezTo>
                <a:cubicBezTo>
                  <a:pt x="941" y="3507"/>
                  <a:pt x="948" y="3522"/>
                  <a:pt x="941" y="3537"/>
                </a:cubicBezTo>
                <a:lnTo>
                  <a:pt x="941" y="3648"/>
                </a:lnTo>
                <a:cubicBezTo>
                  <a:pt x="941" y="3700"/>
                  <a:pt x="956" y="3751"/>
                  <a:pt x="985" y="3796"/>
                </a:cubicBezTo>
                <a:cubicBezTo>
                  <a:pt x="1008" y="3840"/>
                  <a:pt x="1052" y="3877"/>
                  <a:pt x="1096" y="3900"/>
                </a:cubicBezTo>
                <a:cubicBezTo>
                  <a:pt x="1128" y="3909"/>
                  <a:pt x="1160" y="3915"/>
                  <a:pt x="1193" y="3915"/>
                </a:cubicBezTo>
                <a:cubicBezTo>
                  <a:pt x="1212" y="3915"/>
                  <a:pt x="1232" y="3913"/>
                  <a:pt x="1252" y="3907"/>
                </a:cubicBezTo>
                <a:cubicBezTo>
                  <a:pt x="1304" y="3900"/>
                  <a:pt x="1348" y="3870"/>
                  <a:pt x="1385" y="3833"/>
                </a:cubicBezTo>
                <a:lnTo>
                  <a:pt x="1467" y="3744"/>
                </a:lnTo>
                <a:cubicBezTo>
                  <a:pt x="1474" y="3737"/>
                  <a:pt x="1481" y="3729"/>
                  <a:pt x="1489" y="3722"/>
                </a:cubicBezTo>
                <a:cubicBezTo>
                  <a:pt x="1500" y="3718"/>
                  <a:pt x="1511" y="3716"/>
                  <a:pt x="1522" y="3716"/>
                </a:cubicBezTo>
                <a:cubicBezTo>
                  <a:pt x="1533" y="3716"/>
                  <a:pt x="1544" y="3718"/>
                  <a:pt x="1556" y="3722"/>
                </a:cubicBezTo>
                <a:cubicBezTo>
                  <a:pt x="1563" y="3729"/>
                  <a:pt x="1578" y="3737"/>
                  <a:pt x="1585" y="3744"/>
                </a:cubicBezTo>
                <a:lnTo>
                  <a:pt x="1659" y="3833"/>
                </a:lnTo>
                <a:cubicBezTo>
                  <a:pt x="1696" y="3870"/>
                  <a:pt x="1741" y="3900"/>
                  <a:pt x="1792" y="3907"/>
                </a:cubicBezTo>
                <a:cubicBezTo>
                  <a:pt x="1815" y="3914"/>
                  <a:pt x="1830" y="3914"/>
                  <a:pt x="1852" y="3914"/>
                </a:cubicBezTo>
                <a:cubicBezTo>
                  <a:pt x="1881" y="3914"/>
                  <a:pt x="1918" y="3907"/>
                  <a:pt x="1948" y="3900"/>
                </a:cubicBezTo>
                <a:cubicBezTo>
                  <a:pt x="1992" y="3877"/>
                  <a:pt x="2037" y="3840"/>
                  <a:pt x="2066" y="3796"/>
                </a:cubicBezTo>
                <a:cubicBezTo>
                  <a:pt x="2089" y="3751"/>
                  <a:pt x="2104" y="3700"/>
                  <a:pt x="2104" y="3655"/>
                </a:cubicBezTo>
                <a:lnTo>
                  <a:pt x="2104" y="3529"/>
                </a:lnTo>
                <a:cubicBezTo>
                  <a:pt x="2104" y="3522"/>
                  <a:pt x="2104" y="3507"/>
                  <a:pt x="2104" y="3500"/>
                </a:cubicBezTo>
                <a:cubicBezTo>
                  <a:pt x="2111" y="3485"/>
                  <a:pt x="2118" y="3477"/>
                  <a:pt x="2126" y="3470"/>
                </a:cubicBezTo>
                <a:cubicBezTo>
                  <a:pt x="2133" y="3463"/>
                  <a:pt x="2141" y="3455"/>
                  <a:pt x="2148" y="3455"/>
                </a:cubicBezTo>
                <a:cubicBezTo>
                  <a:pt x="2163" y="3448"/>
                  <a:pt x="2170" y="3448"/>
                  <a:pt x="2185" y="3448"/>
                </a:cubicBezTo>
                <a:lnTo>
                  <a:pt x="2303" y="3448"/>
                </a:lnTo>
                <a:cubicBezTo>
                  <a:pt x="2355" y="3448"/>
                  <a:pt x="2407" y="3440"/>
                  <a:pt x="2452" y="3411"/>
                </a:cubicBezTo>
                <a:cubicBezTo>
                  <a:pt x="2496" y="3381"/>
                  <a:pt x="2533" y="3337"/>
                  <a:pt x="2548" y="3292"/>
                </a:cubicBezTo>
                <a:cubicBezTo>
                  <a:pt x="2570" y="3240"/>
                  <a:pt x="2577" y="3189"/>
                  <a:pt x="2563" y="3137"/>
                </a:cubicBezTo>
                <a:cubicBezTo>
                  <a:pt x="2555" y="3085"/>
                  <a:pt x="2526" y="3041"/>
                  <a:pt x="2489" y="3003"/>
                </a:cubicBezTo>
                <a:lnTo>
                  <a:pt x="2400" y="2929"/>
                </a:lnTo>
                <a:cubicBezTo>
                  <a:pt x="2385" y="2922"/>
                  <a:pt x="2385" y="2907"/>
                  <a:pt x="2377" y="2900"/>
                </a:cubicBezTo>
                <a:cubicBezTo>
                  <a:pt x="2370" y="2892"/>
                  <a:pt x="2370" y="2878"/>
                  <a:pt x="2370" y="2863"/>
                </a:cubicBezTo>
                <a:cubicBezTo>
                  <a:pt x="2370" y="2855"/>
                  <a:pt x="2370" y="2841"/>
                  <a:pt x="2377" y="2833"/>
                </a:cubicBezTo>
                <a:cubicBezTo>
                  <a:pt x="2385" y="2818"/>
                  <a:pt x="2385" y="2811"/>
                  <a:pt x="2400" y="2804"/>
                </a:cubicBezTo>
                <a:lnTo>
                  <a:pt x="2489" y="2722"/>
                </a:lnTo>
                <a:cubicBezTo>
                  <a:pt x="2526" y="2692"/>
                  <a:pt x="2555" y="2648"/>
                  <a:pt x="2563" y="2596"/>
                </a:cubicBezTo>
                <a:cubicBezTo>
                  <a:pt x="2577" y="2544"/>
                  <a:pt x="2570" y="2493"/>
                  <a:pt x="2548" y="2441"/>
                </a:cubicBezTo>
                <a:cubicBezTo>
                  <a:pt x="2533" y="2389"/>
                  <a:pt x="2496" y="2352"/>
                  <a:pt x="2452" y="2322"/>
                </a:cubicBezTo>
                <a:cubicBezTo>
                  <a:pt x="2415" y="2298"/>
                  <a:pt x="2373" y="2283"/>
                  <a:pt x="2330" y="2283"/>
                </a:cubicBezTo>
                <a:cubicBezTo>
                  <a:pt x="2321" y="2283"/>
                  <a:pt x="2312" y="2284"/>
                  <a:pt x="2303" y="2285"/>
                </a:cubicBezTo>
                <a:lnTo>
                  <a:pt x="2185" y="2293"/>
                </a:lnTo>
                <a:cubicBezTo>
                  <a:pt x="2170" y="2293"/>
                  <a:pt x="2163" y="2285"/>
                  <a:pt x="2155" y="2285"/>
                </a:cubicBezTo>
                <a:cubicBezTo>
                  <a:pt x="2141" y="2278"/>
                  <a:pt x="2133" y="2278"/>
                  <a:pt x="2126" y="2270"/>
                </a:cubicBezTo>
                <a:cubicBezTo>
                  <a:pt x="2118" y="2263"/>
                  <a:pt x="2111" y="2248"/>
                  <a:pt x="2111" y="2241"/>
                </a:cubicBezTo>
                <a:cubicBezTo>
                  <a:pt x="2104" y="2233"/>
                  <a:pt x="2104" y="2219"/>
                  <a:pt x="2104" y="2204"/>
                </a:cubicBezTo>
                <a:lnTo>
                  <a:pt x="2104" y="2093"/>
                </a:lnTo>
                <a:cubicBezTo>
                  <a:pt x="2111" y="2041"/>
                  <a:pt x="2096" y="1989"/>
                  <a:pt x="2066" y="1945"/>
                </a:cubicBezTo>
                <a:cubicBezTo>
                  <a:pt x="2037" y="1893"/>
                  <a:pt x="2000" y="1863"/>
                  <a:pt x="1948" y="1841"/>
                </a:cubicBezTo>
                <a:cubicBezTo>
                  <a:pt x="1920" y="1827"/>
                  <a:pt x="1886" y="1822"/>
                  <a:pt x="1851" y="1822"/>
                </a:cubicBezTo>
                <a:cubicBezTo>
                  <a:pt x="1831" y="1822"/>
                  <a:pt x="1811" y="1823"/>
                  <a:pt x="1792" y="1826"/>
                </a:cubicBezTo>
                <a:cubicBezTo>
                  <a:pt x="1741" y="1841"/>
                  <a:pt x="1696" y="1871"/>
                  <a:pt x="1667" y="1908"/>
                </a:cubicBezTo>
                <a:lnTo>
                  <a:pt x="1585" y="1989"/>
                </a:lnTo>
                <a:lnTo>
                  <a:pt x="1504" y="1508"/>
                </a:lnTo>
                <a:cubicBezTo>
                  <a:pt x="1504" y="1508"/>
                  <a:pt x="1511" y="1500"/>
                  <a:pt x="1519" y="1500"/>
                </a:cubicBezTo>
                <a:cubicBezTo>
                  <a:pt x="1585" y="1456"/>
                  <a:pt x="1630" y="1382"/>
                  <a:pt x="1644" y="1300"/>
                </a:cubicBezTo>
                <a:cubicBezTo>
                  <a:pt x="1659" y="1226"/>
                  <a:pt x="1644" y="1145"/>
                  <a:pt x="1600" y="1078"/>
                </a:cubicBezTo>
                <a:cubicBezTo>
                  <a:pt x="1556" y="1019"/>
                  <a:pt x="1504" y="974"/>
                  <a:pt x="1437" y="960"/>
                </a:cubicBezTo>
                <a:lnTo>
                  <a:pt x="1422" y="552"/>
                </a:lnTo>
                <a:cubicBezTo>
                  <a:pt x="1444" y="545"/>
                  <a:pt x="1467" y="538"/>
                  <a:pt x="1496" y="515"/>
                </a:cubicBezTo>
                <a:cubicBezTo>
                  <a:pt x="1556" y="478"/>
                  <a:pt x="1600" y="412"/>
                  <a:pt x="1615" y="338"/>
                </a:cubicBezTo>
                <a:cubicBezTo>
                  <a:pt x="1630" y="264"/>
                  <a:pt x="1615" y="190"/>
                  <a:pt x="1570" y="123"/>
                </a:cubicBezTo>
                <a:cubicBezTo>
                  <a:pt x="1515" y="44"/>
                  <a:pt x="1424" y="0"/>
                  <a:pt x="1333" y="0"/>
                </a:cubicBezTo>
                <a:close/>
                <a:moveTo>
                  <a:pt x="2724" y="972"/>
                </a:moveTo>
                <a:cubicBezTo>
                  <a:pt x="2695" y="972"/>
                  <a:pt x="2664" y="978"/>
                  <a:pt x="2637" y="989"/>
                </a:cubicBezTo>
                <a:cubicBezTo>
                  <a:pt x="2592" y="1004"/>
                  <a:pt x="2563" y="1034"/>
                  <a:pt x="2540" y="1063"/>
                </a:cubicBezTo>
                <a:cubicBezTo>
                  <a:pt x="2518" y="1100"/>
                  <a:pt x="2511" y="1145"/>
                  <a:pt x="2511" y="1182"/>
                </a:cubicBezTo>
                <a:lnTo>
                  <a:pt x="2511" y="1271"/>
                </a:lnTo>
                <a:cubicBezTo>
                  <a:pt x="2511" y="1271"/>
                  <a:pt x="2511" y="1278"/>
                  <a:pt x="2511" y="1278"/>
                </a:cubicBezTo>
                <a:cubicBezTo>
                  <a:pt x="2511" y="1285"/>
                  <a:pt x="2503" y="1285"/>
                  <a:pt x="2503" y="1285"/>
                </a:cubicBezTo>
                <a:cubicBezTo>
                  <a:pt x="2503" y="1293"/>
                  <a:pt x="2496" y="1293"/>
                  <a:pt x="2496" y="1293"/>
                </a:cubicBezTo>
                <a:cubicBezTo>
                  <a:pt x="2489" y="1293"/>
                  <a:pt x="2489" y="1300"/>
                  <a:pt x="2481" y="1300"/>
                </a:cubicBezTo>
                <a:lnTo>
                  <a:pt x="2400" y="1293"/>
                </a:lnTo>
                <a:cubicBezTo>
                  <a:pt x="2355" y="1293"/>
                  <a:pt x="2318" y="1300"/>
                  <a:pt x="2281" y="1323"/>
                </a:cubicBezTo>
                <a:cubicBezTo>
                  <a:pt x="2244" y="1345"/>
                  <a:pt x="2215" y="1382"/>
                  <a:pt x="2200" y="1419"/>
                </a:cubicBezTo>
                <a:cubicBezTo>
                  <a:pt x="2185" y="1456"/>
                  <a:pt x="2185" y="1500"/>
                  <a:pt x="2192" y="1537"/>
                </a:cubicBezTo>
                <a:cubicBezTo>
                  <a:pt x="2200" y="1582"/>
                  <a:pt x="2222" y="1619"/>
                  <a:pt x="2252" y="1648"/>
                </a:cubicBezTo>
                <a:lnTo>
                  <a:pt x="2311" y="1700"/>
                </a:lnTo>
                <a:cubicBezTo>
                  <a:pt x="2311" y="1700"/>
                  <a:pt x="2318" y="1708"/>
                  <a:pt x="2318" y="1708"/>
                </a:cubicBezTo>
                <a:cubicBezTo>
                  <a:pt x="2326" y="1715"/>
                  <a:pt x="2326" y="1715"/>
                  <a:pt x="2326" y="1722"/>
                </a:cubicBezTo>
                <a:cubicBezTo>
                  <a:pt x="2326" y="1730"/>
                  <a:pt x="2326" y="1730"/>
                  <a:pt x="2318" y="1737"/>
                </a:cubicBezTo>
                <a:cubicBezTo>
                  <a:pt x="2318" y="1737"/>
                  <a:pt x="2318" y="1745"/>
                  <a:pt x="2318" y="1745"/>
                </a:cubicBezTo>
                <a:lnTo>
                  <a:pt x="2252" y="1804"/>
                </a:lnTo>
                <a:cubicBezTo>
                  <a:pt x="2222" y="1826"/>
                  <a:pt x="2200" y="1863"/>
                  <a:pt x="2192" y="1908"/>
                </a:cubicBezTo>
                <a:cubicBezTo>
                  <a:pt x="2185" y="1945"/>
                  <a:pt x="2185" y="1989"/>
                  <a:pt x="2200" y="2026"/>
                </a:cubicBezTo>
                <a:cubicBezTo>
                  <a:pt x="2215" y="2070"/>
                  <a:pt x="2244" y="2100"/>
                  <a:pt x="2281" y="2122"/>
                </a:cubicBezTo>
                <a:cubicBezTo>
                  <a:pt x="2318" y="2144"/>
                  <a:pt x="2355" y="2152"/>
                  <a:pt x="2392" y="2152"/>
                </a:cubicBezTo>
                <a:lnTo>
                  <a:pt x="2496" y="2152"/>
                </a:lnTo>
                <a:cubicBezTo>
                  <a:pt x="2496" y="2159"/>
                  <a:pt x="2496" y="2159"/>
                  <a:pt x="2503" y="2159"/>
                </a:cubicBezTo>
                <a:cubicBezTo>
                  <a:pt x="2503" y="2167"/>
                  <a:pt x="2503" y="2167"/>
                  <a:pt x="2511" y="2167"/>
                </a:cubicBezTo>
                <a:cubicBezTo>
                  <a:pt x="2511" y="2174"/>
                  <a:pt x="2511" y="2174"/>
                  <a:pt x="2511" y="2189"/>
                </a:cubicBezTo>
                <a:lnTo>
                  <a:pt x="2511" y="2263"/>
                </a:lnTo>
                <a:cubicBezTo>
                  <a:pt x="2511" y="2307"/>
                  <a:pt x="2518" y="2344"/>
                  <a:pt x="2540" y="2381"/>
                </a:cubicBezTo>
                <a:cubicBezTo>
                  <a:pt x="2563" y="2418"/>
                  <a:pt x="2592" y="2441"/>
                  <a:pt x="2637" y="2463"/>
                </a:cubicBezTo>
                <a:cubicBezTo>
                  <a:pt x="2659" y="2470"/>
                  <a:pt x="2689" y="2478"/>
                  <a:pt x="2711" y="2478"/>
                </a:cubicBezTo>
                <a:cubicBezTo>
                  <a:pt x="2726" y="2478"/>
                  <a:pt x="2740" y="2478"/>
                  <a:pt x="2755" y="2470"/>
                </a:cubicBezTo>
                <a:cubicBezTo>
                  <a:pt x="2800" y="2463"/>
                  <a:pt x="2837" y="2441"/>
                  <a:pt x="2859" y="2411"/>
                </a:cubicBezTo>
                <a:lnTo>
                  <a:pt x="2881" y="2389"/>
                </a:lnTo>
                <a:lnTo>
                  <a:pt x="3029" y="3055"/>
                </a:lnTo>
                <a:cubicBezTo>
                  <a:pt x="3022" y="3055"/>
                  <a:pt x="3022" y="3063"/>
                  <a:pt x="3014" y="3063"/>
                </a:cubicBezTo>
                <a:cubicBezTo>
                  <a:pt x="2962" y="3115"/>
                  <a:pt x="2940" y="3174"/>
                  <a:pt x="2940" y="3240"/>
                </a:cubicBezTo>
                <a:cubicBezTo>
                  <a:pt x="2940" y="3381"/>
                  <a:pt x="3051" y="3492"/>
                  <a:pt x="3185" y="3492"/>
                </a:cubicBezTo>
                <a:cubicBezTo>
                  <a:pt x="3251" y="3492"/>
                  <a:pt x="3303" y="3470"/>
                  <a:pt x="3348" y="3433"/>
                </a:cubicBezTo>
                <a:lnTo>
                  <a:pt x="3777" y="3618"/>
                </a:lnTo>
                <a:cubicBezTo>
                  <a:pt x="3777" y="3633"/>
                  <a:pt x="3770" y="3648"/>
                  <a:pt x="3770" y="3663"/>
                </a:cubicBezTo>
                <a:cubicBezTo>
                  <a:pt x="3770" y="3744"/>
                  <a:pt x="3799" y="3818"/>
                  <a:pt x="3859" y="3877"/>
                </a:cubicBezTo>
                <a:cubicBezTo>
                  <a:pt x="3910" y="3929"/>
                  <a:pt x="3984" y="3959"/>
                  <a:pt x="4066" y="3959"/>
                </a:cubicBezTo>
                <a:cubicBezTo>
                  <a:pt x="4140" y="3959"/>
                  <a:pt x="4214" y="3929"/>
                  <a:pt x="4273" y="3877"/>
                </a:cubicBezTo>
                <a:cubicBezTo>
                  <a:pt x="4325" y="3825"/>
                  <a:pt x="4362" y="3751"/>
                  <a:pt x="4362" y="3670"/>
                </a:cubicBezTo>
                <a:cubicBezTo>
                  <a:pt x="4362" y="3588"/>
                  <a:pt x="4332" y="3514"/>
                  <a:pt x="4273" y="3463"/>
                </a:cubicBezTo>
                <a:lnTo>
                  <a:pt x="4281" y="3463"/>
                </a:lnTo>
                <a:cubicBezTo>
                  <a:pt x="4221" y="3411"/>
                  <a:pt x="4147" y="3374"/>
                  <a:pt x="4073" y="3374"/>
                </a:cubicBezTo>
                <a:cubicBezTo>
                  <a:pt x="3992" y="3374"/>
                  <a:pt x="3918" y="3403"/>
                  <a:pt x="3866" y="3463"/>
                </a:cubicBezTo>
                <a:lnTo>
                  <a:pt x="3859" y="3463"/>
                </a:lnTo>
                <a:lnTo>
                  <a:pt x="3436" y="3277"/>
                </a:lnTo>
                <a:cubicBezTo>
                  <a:pt x="3436" y="3270"/>
                  <a:pt x="3436" y="3255"/>
                  <a:pt x="3436" y="3248"/>
                </a:cubicBezTo>
                <a:cubicBezTo>
                  <a:pt x="3436" y="3240"/>
                  <a:pt x="3436" y="3233"/>
                  <a:pt x="3436" y="3226"/>
                </a:cubicBezTo>
                <a:lnTo>
                  <a:pt x="3933" y="2937"/>
                </a:lnTo>
                <a:cubicBezTo>
                  <a:pt x="3977" y="2966"/>
                  <a:pt x="4021" y="2981"/>
                  <a:pt x="4073" y="2981"/>
                </a:cubicBezTo>
                <a:cubicBezTo>
                  <a:pt x="4207" y="2981"/>
                  <a:pt x="4318" y="2870"/>
                  <a:pt x="4318" y="2737"/>
                </a:cubicBezTo>
                <a:cubicBezTo>
                  <a:pt x="4325" y="2596"/>
                  <a:pt x="4214" y="2485"/>
                  <a:pt x="4073" y="2485"/>
                </a:cubicBezTo>
                <a:cubicBezTo>
                  <a:pt x="4069" y="2485"/>
                  <a:pt x="4065" y="2485"/>
                  <a:pt x="4061" y="2485"/>
                </a:cubicBezTo>
                <a:cubicBezTo>
                  <a:pt x="3933" y="2485"/>
                  <a:pt x="3821" y="2600"/>
                  <a:pt x="3821" y="2729"/>
                </a:cubicBezTo>
                <a:cubicBezTo>
                  <a:pt x="3821" y="2752"/>
                  <a:pt x="3829" y="2774"/>
                  <a:pt x="3836" y="2796"/>
                </a:cubicBezTo>
                <a:lnTo>
                  <a:pt x="3362" y="3063"/>
                </a:lnTo>
                <a:cubicBezTo>
                  <a:pt x="3318" y="3018"/>
                  <a:pt x="3259" y="2996"/>
                  <a:pt x="3199" y="2996"/>
                </a:cubicBezTo>
                <a:lnTo>
                  <a:pt x="3074" y="2456"/>
                </a:lnTo>
                <a:lnTo>
                  <a:pt x="3074" y="2456"/>
                </a:lnTo>
                <a:cubicBezTo>
                  <a:pt x="3088" y="2463"/>
                  <a:pt x="3103" y="2463"/>
                  <a:pt x="3118" y="2470"/>
                </a:cubicBezTo>
                <a:cubicBezTo>
                  <a:pt x="3136" y="2473"/>
                  <a:pt x="3155" y="2475"/>
                  <a:pt x="3173" y="2475"/>
                </a:cubicBezTo>
                <a:cubicBezTo>
                  <a:pt x="3198" y="2475"/>
                  <a:pt x="3222" y="2472"/>
                  <a:pt x="3244" y="2463"/>
                </a:cubicBezTo>
                <a:cubicBezTo>
                  <a:pt x="3281" y="2448"/>
                  <a:pt x="3318" y="2418"/>
                  <a:pt x="3340" y="2381"/>
                </a:cubicBezTo>
                <a:cubicBezTo>
                  <a:pt x="3362" y="2344"/>
                  <a:pt x="3370" y="2307"/>
                  <a:pt x="3370" y="2270"/>
                </a:cubicBezTo>
                <a:lnTo>
                  <a:pt x="3370" y="2182"/>
                </a:lnTo>
                <a:cubicBezTo>
                  <a:pt x="3370" y="2182"/>
                  <a:pt x="3370" y="2174"/>
                  <a:pt x="3370" y="2167"/>
                </a:cubicBezTo>
                <a:cubicBezTo>
                  <a:pt x="3370" y="2167"/>
                  <a:pt x="3370" y="2159"/>
                  <a:pt x="3377" y="2159"/>
                </a:cubicBezTo>
                <a:cubicBezTo>
                  <a:pt x="3377" y="2159"/>
                  <a:pt x="3385" y="2152"/>
                  <a:pt x="3385" y="2152"/>
                </a:cubicBezTo>
                <a:lnTo>
                  <a:pt x="3481" y="2152"/>
                </a:lnTo>
                <a:cubicBezTo>
                  <a:pt x="3518" y="2152"/>
                  <a:pt x="3562" y="2144"/>
                  <a:pt x="3599" y="2122"/>
                </a:cubicBezTo>
                <a:cubicBezTo>
                  <a:pt x="3629" y="2100"/>
                  <a:pt x="3659" y="2063"/>
                  <a:pt x="3673" y="2026"/>
                </a:cubicBezTo>
                <a:cubicBezTo>
                  <a:pt x="3688" y="1989"/>
                  <a:pt x="3696" y="1945"/>
                  <a:pt x="3688" y="1908"/>
                </a:cubicBezTo>
                <a:cubicBezTo>
                  <a:pt x="3673" y="1863"/>
                  <a:pt x="3651" y="1826"/>
                  <a:pt x="3622" y="1796"/>
                </a:cubicBezTo>
                <a:lnTo>
                  <a:pt x="3562" y="1745"/>
                </a:lnTo>
                <a:cubicBezTo>
                  <a:pt x="3562" y="1745"/>
                  <a:pt x="3555" y="1737"/>
                  <a:pt x="3555" y="1737"/>
                </a:cubicBezTo>
                <a:cubicBezTo>
                  <a:pt x="3555" y="1730"/>
                  <a:pt x="3555" y="1730"/>
                  <a:pt x="3555" y="1715"/>
                </a:cubicBezTo>
                <a:cubicBezTo>
                  <a:pt x="3555" y="1715"/>
                  <a:pt x="3555" y="1708"/>
                  <a:pt x="3555" y="1708"/>
                </a:cubicBezTo>
                <a:cubicBezTo>
                  <a:pt x="3555" y="1700"/>
                  <a:pt x="3562" y="1700"/>
                  <a:pt x="3562" y="1700"/>
                </a:cubicBezTo>
                <a:lnTo>
                  <a:pt x="3622" y="1641"/>
                </a:lnTo>
                <a:cubicBezTo>
                  <a:pt x="3651" y="1619"/>
                  <a:pt x="3673" y="1582"/>
                  <a:pt x="3688" y="1537"/>
                </a:cubicBezTo>
                <a:cubicBezTo>
                  <a:pt x="3696" y="1500"/>
                  <a:pt x="3688" y="1456"/>
                  <a:pt x="3673" y="1419"/>
                </a:cubicBezTo>
                <a:cubicBezTo>
                  <a:pt x="3659" y="1374"/>
                  <a:pt x="3629" y="1345"/>
                  <a:pt x="3599" y="1323"/>
                </a:cubicBezTo>
                <a:cubicBezTo>
                  <a:pt x="3562" y="1300"/>
                  <a:pt x="3518" y="1293"/>
                  <a:pt x="3473" y="1293"/>
                </a:cubicBezTo>
                <a:lnTo>
                  <a:pt x="3385" y="1293"/>
                </a:lnTo>
                <a:cubicBezTo>
                  <a:pt x="3377" y="1293"/>
                  <a:pt x="3377" y="1293"/>
                  <a:pt x="3370" y="1285"/>
                </a:cubicBezTo>
                <a:cubicBezTo>
                  <a:pt x="3370" y="1285"/>
                  <a:pt x="3370" y="1285"/>
                  <a:pt x="3370" y="1278"/>
                </a:cubicBezTo>
                <a:cubicBezTo>
                  <a:pt x="3370" y="1278"/>
                  <a:pt x="3362" y="1271"/>
                  <a:pt x="3362" y="1263"/>
                </a:cubicBezTo>
                <a:lnTo>
                  <a:pt x="3362" y="1189"/>
                </a:lnTo>
                <a:cubicBezTo>
                  <a:pt x="3370" y="1145"/>
                  <a:pt x="3355" y="1108"/>
                  <a:pt x="3333" y="1071"/>
                </a:cubicBezTo>
                <a:cubicBezTo>
                  <a:pt x="3311" y="1034"/>
                  <a:pt x="3281" y="1004"/>
                  <a:pt x="3244" y="989"/>
                </a:cubicBezTo>
                <a:cubicBezTo>
                  <a:pt x="3217" y="978"/>
                  <a:pt x="3186" y="972"/>
                  <a:pt x="3154" y="972"/>
                </a:cubicBezTo>
                <a:cubicBezTo>
                  <a:pt x="3142" y="972"/>
                  <a:pt x="3130" y="972"/>
                  <a:pt x="3118" y="974"/>
                </a:cubicBezTo>
                <a:cubicBezTo>
                  <a:pt x="3081" y="989"/>
                  <a:pt x="3044" y="1012"/>
                  <a:pt x="3014" y="1041"/>
                </a:cubicBezTo>
                <a:lnTo>
                  <a:pt x="2962" y="1100"/>
                </a:lnTo>
                <a:cubicBezTo>
                  <a:pt x="2962" y="1100"/>
                  <a:pt x="2955" y="1108"/>
                  <a:pt x="2948" y="1108"/>
                </a:cubicBezTo>
                <a:lnTo>
                  <a:pt x="2925" y="1108"/>
                </a:lnTo>
                <a:cubicBezTo>
                  <a:pt x="2925" y="1108"/>
                  <a:pt x="2918" y="1100"/>
                  <a:pt x="2918" y="1100"/>
                </a:cubicBezTo>
                <a:lnTo>
                  <a:pt x="2866" y="1041"/>
                </a:lnTo>
                <a:cubicBezTo>
                  <a:pt x="2837" y="1012"/>
                  <a:pt x="2800" y="989"/>
                  <a:pt x="2755" y="974"/>
                </a:cubicBezTo>
                <a:cubicBezTo>
                  <a:pt x="2745" y="972"/>
                  <a:pt x="2735" y="972"/>
                  <a:pt x="2724" y="972"/>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78"/>
          <p:cNvSpPr/>
          <p:nvPr/>
        </p:nvSpPr>
        <p:spPr>
          <a:xfrm>
            <a:off x="2461175" y="1220975"/>
            <a:ext cx="324975" cy="266100"/>
          </a:xfrm>
          <a:custGeom>
            <a:rect b="b" l="l" r="r" t="t"/>
            <a:pathLst>
              <a:path extrusionOk="0" h="3548" w="4333">
                <a:moveTo>
                  <a:pt x="1896" y="185"/>
                </a:moveTo>
                <a:cubicBezTo>
                  <a:pt x="2370" y="185"/>
                  <a:pt x="2821" y="222"/>
                  <a:pt x="3155" y="289"/>
                </a:cubicBezTo>
                <a:cubicBezTo>
                  <a:pt x="3310" y="319"/>
                  <a:pt x="3443" y="356"/>
                  <a:pt x="3525" y="400"/>
                </a:cubicBezTo>
                <a:cubicBezTo>
                  <a:pt x="3569" y="422"/>
                  <a:pt x="3592" y="437"/>
                  <a:pt x="3606" y="452"/>
                </a:cubicBezTo>
                <a:cubicBezTo>
                  <a:pt x="3606" y="459"/>
                  <a:pt x="3614" y="459"/>
                  <a:pt x="3614" y="459"/>
                </a:cubicBezTo>
                <a:cubicBezTo>
                  <a:pt x="3614" y="459"/>
                  <a:pt x="3606" y="467"/>
                  <a:pt x="3606" y="474"/>
                </a:cubicBezTo>
                <a:cubicBezTo>
                  <a:pt x="3592" y="482"/>
                  <a:pt x="3569" y="504"/>
                  <a:pt x="3525" y="526"/>
                </a:cubicBezTo>
                <a:cubicBezTo>
                  <a:pt x="3443" y="563"/>
                  <a:pt x="3318" y="600"/>
                  <a:pt x="3155" y="637"/>
                </a:cubicBezTo>
                <a:cubicBezTo>
                  <a:pt x="2821" y="704"/>
                  <a:pt x="2370" y="741"/>
                  <a:pt x="1896" y="741"/>
                </a:cubicBezTo>
                <a:cubicBezTo>
                  <a:pt x="1422" y="741"/>
                  <a:pt x="970" y="704"/>
                  <a:pt x="637" y="637"/>
                </a:cubicBezTo>
                <a:cubicBezTo>
                  <a:pt x="481" y="600"/>
                  <a:pt x="356" y="563"/>
                  <a:pt x="267" y="526"/>
                </a:cubicBezTo>
                <a:cubicBezTo>
                  <a:pt x="222" y="504"/>
                  <a:pt x="200" y="482"/>
                  <a:pt x="185" y="474"/>
                </a:cubicBezTo>
                <a:cubicBezTo>
                  <a:pt x="185" y="467"/>
                  <a:pt x="178" y="459"/>
                  <a:pt x="178" y="459"/>
                </a:cubicBezTo>
                <a:cubicBezTo>
                  <a:pt x="178" y="459"/>
                  <a:pt x="185" y="459"/>
                  <a:pt x="185" y="452"/>
                </a:cubicBezTo>
                <a:cubicBezTo>
                  <a:pt x="200" y="437"/>
                  <a:pt x="222" y="422"/>
                  <a:pt x="267" y="400"/>
                </a:cubicBezTo>
                <a:cubicBezTo>
                  <a:pt x="356" y="356"/>
                  <a:pt x="481" y="319"/>
                  <a:pt x="637" y="289"/>
                </a:cubicBezTo>
                <a:cubicBezTo>
                  <a:pt x="970" y="222"/>
                  <a:pt x="1422" y="185"/>
                  <a:pt x="1896" y="185"/>
                </a:cubicBezTo>
                <a:close/>
                <a:moveTo>
                  <a:pt x="3614" y="682"/>
                </a:moveTo>
                <a:lnTo>
                  <a:pt x="3614" y="1244"/>
                </a:lnTo>
                <a:cubicBezTo>
                  <a:pt x="3466" y="1178"/>
                  <a:pt x="3303" y="1141"/>
                  <a:pt x="3125" y="1141"/>
                </a:cubicBezTo>
                <a:cubicBezTo>
                  <a:pt x="2629" y="1141"/>
                  <a:pt x="2199" y="1444"/>
                  <a:pt x="2014" y="1881"/>
                </a:cubicBezTo>
                <a:lnTo>
                  <a:pt x="1896" y="1881"/>
                </a:lnTo>
                <a:cubicBezTo>
                  <a:pt x="1415" y="1881"/>
                  <a:pt x="963" y="1844"/>
                  <a:pt x="637" y="1778"/>
                </a:cubicBezTo>
                <a:cubicBezTo>
                  <a:pt x="481" y="1748"/>
                  <a:pt x="356" y="1711"/>
                  <a:pt x="274" y="1666"/>
                </a:cubicBezTo>
                <a:cubicBezTo>
                  <a:pt x="230" y="1644"/>
                  <a:pt x="207" y="1622"/>
                  <a:pt x="193" y="1615"/>
                </a:cubicBezTo>
                <a:cubicBezTo>
                  <a:pt x="185" y="1607"/>
                  <a:pt x="185" y="1600"/>
                  <a:pt x="185" y="1600"/>
                </a:cubicBezTo>
                <a:lnTo>
                  <a:pt x="185" y="682"/>
                </a:lnTo>
                <a:cubicBezTo>
                  <a:pt x="185" y="682"/>
                  <a:pt x="185" y="689"/>
                  <a:pt x="193" y="689"/>
                </a:cubicBezTo>
                <a:cubicBezTo>
                  <a:pt x="289" y="733"/>
                  <a:pt x="430" y="778"/>
                  <a:pt x="600" y="815"/>
                </a:cubicBezTo>
                <a:cubicBezTo>
                  <a:pt x="948" y="882"/>
                  <a:pt x="1407" y="926"/>
                  <a:pt x="1896" y="926"/>
                </a:cubicBezTo>
                <a:cubicBezTo>
                  <a:pt x="2385" y="926"/>
                  <a:pt x="2844" y="882"/>
                  <a:pt x="3192" y="815"/>
                </a:cubicBezTo>
                <a:cubicBezTo>
                  <a:pt x="3369" y="778"/>
                  <a:pt x="3503" y="733"/>
                  <a:pt x="3599" y="689"/>
                </a:cubicBezTo>
                <a:cubicBezTo>
                  <a:pt x="3606" y="689"/>
                  <a:pt x="3606" y="682"/>
                  <a:pt x="3614" y="682"/>
                </a:cubicBezTo>
                <a:close/>
                <a:moveTo>
                  <a:pt x="2592" y="1874"/>
                </a:moveTo>
                <a:cubicBezTo>
                  <a:pt x="2688" y="1874"/>
                  <a:pt x="2770" y="1948"/>
                  <a:pt x="2770" y="2044"/>
                </a:cubicBezTo>
                <a:cubicBezTo>
                  <a:pt x="2770" y="2140"/>
                  <a:pt x="2688" y="2222"/>
                  <a:pt x="2592" y="2222"/>
                </a:cubicBezTo>
                <a:cubicBezTo>
                  <a:pt x="2496" y="2222"/>
                  <a:pt x="2414" y="2140"/>
                  <a:pt x="2414" y="2044"/>
                </a:cubicBezTo>
                <a:cubicBezTo>
                  <a:pt x="2414" y="1948"/>
                  <a:pt x="2496" y="1874"/>
                  <a:pt x="2592" y="1874"/>
                </a:cubicBezTo>
                <a:close/>
                <a:moveTo>
                  <a:pt x="3703" y="2096"/>
                </a:moveTo>
                <a:cubicBezTo>
                  <a:pt x="3799" y="2096"/>
                  <a:pt x="3880" y="2170"/>
                  <a:pt x="3880" y="2266"/>
                </a:cubicBezTo>
                <a:cubicBezTo>
                  <a:pt x="3880" y="2363"/>
                  <a:pt x="3799" y="2444"/>
                  <a:pt x="3703" y="2444"/>
                </a:cubicBezTo>
                <a:cubicBezTo>
                  <a:pt x="3666" y="2444"/>
                  <a:pt x="3636" y="2437"/>
                  <a:pt x="3606" y="2414"/>
                </a:cubicBezTo>
                <a:cubicBezTo>
                  <a:pt x="3599" y="2407"/>
                  <a:pt x="3599" y="2407"/>
                  <a:pt x="3592" y="2407"/>
                </a:cubicBezTo>
                <a:cubicBezTo>
                  <a:pt x="3592" y="2400"/>
                  <a:pt x="3592" y="2400"/>
                  <a:pt x="3584" y="2400"/>
                </a:cubicBezTo>
                <a:cubicBezTo>
                  <a:pt x="3555" y="2370"/>
                  <a:pt x="3525" y="2318"/>
                  <a:pt x="3525" y="2266"/>
                </a:cubicBezTo>
                <a:cubicBezTo>
                  <a:pt x="3525" y="2170"/>
                  <a:pt x="3606" y="2096"/>
                  <a:pt x="3703" y="2096"/>
                </a:cubicBezTo>
                <a:close/>
                <a:moveTo>
                  <a:pt x="3170" y="2733"/>
                </a:moveTo>
                <a:cubicBezTo>
                  <a:pt x="3266" y="2733"/>
                  <a:pt x="3347" y="2807"/>
                  <a:pt x="3347" y="2903"/>
                </a:cubicBezTo>
                <a:cubicBezTo>
                  <a:pt x="3347" y="2999"/>
                  <a:pt x="3266" y="3081"/>
                  <a:pt x="3170" y="3081"/>
                </a:cubicBezTo>
                <a:cubicBezTo>
                  <a:pt x="3073" y="3081"/>
                  <a:pt x="2992" y="2999"/>
                  <a:pt x="2992" y="2903"/>
                </a:cubicBezTo>
                <a:cubicBezTo>
                  <a:pt x="2992" y="2807"/>
                  <a:pt x="3073" y="2733"/>
                  <a:pt x="3170" y="2733"/>
                </a:cubicBezTo>
                <a:close/>
                <a:moveTo>
                  <a:pt x="185" y="1822"/>
                </a:moveTo>
                <a:cubicBezTo>
                  <a:pt x="185" y="1822"/>
                  <a:pt x="193" y="1829"/>
                  <a:pt x="193" y="1829"/>
                </a:cubicBezTo>
                <a:cubicBezTo>
                  <a:pt x="289" y="1874"/>
                  <a:pt x="430" y="1918"/>
                  <a:pt x="600" y="1955"/>
                </a:cubicBezTo>
                <a:cubicBezTo>
                  <a:pt x="941" y="2022"/>
                  <a:pt x="1400" y="2066"/>
                  <a:pt x="1896" y="2066"/>
                </a:cubicBezTo>
                <a:lnTo>
                  <a:pt x="1955" y="2066"/>
                </a:lnTo>
                <a:cubicBezTo>
                  <a:pt x="1940" y="2155"/>
                  <a:pt x="1925" y="2244"/>
                  <a:pt x="1925" y="2348"/>
                </a:cubicBezTo>
                <a:cubicBezTo>
                  <a:pt x="1925" y="2659"/>
                  <a:pt x="2051" y="2948"/>
                  <a:pt x="2251" y="3162"/>
                </a:cubicBezTo>
                <a:cubicBezTo>
                  <a:pt x="2133" y="3170"/>
                  <a:pt x="2014" y="3170"/>
                  <a:pt x="1896" y="3170"/>
                </a:cubicBezTo>
                <a:cubicBezTo>
                  <a:pt x="1415" y="3170"/>
                  <a:pt x="970" y="3133"/>
                  <a:pt x="637" y="3066"/>
                </a:cubicBezTo>
                <a:cubicBezTo>
                  <a:pt x="481" y="3036"/>
                  <a:pt x="356" y="2999"/>
                  <a:pt x="274" y="2955"/>
                </a:cubicBezTo>
                <a:cubicBezTo>
                  <a:pt x="230" y="2933"/>
                  <a:pt x="207" y="2918"/>
                  <a:pt x="193" y="2903"/>
                </a:cubicBezTo>
                <a:cubicBezTo>
                  <a:pt x="187" y="2898"/>
                  <a:pt x="186" y="2893"/>
                  <a:pt x="185" y="2893"/>
                </a:cubicBezTo>
                <a:cubicBezTo>
                  <a:pt x="185" y="2893"/>
                  <a:pt x="185" y="2894"/>
                  <a:pt x="185" y="2896"/>
                </a:cubicBezTo>
                <a:lnTo>
                  <a:pt x="185" y="1829"/>
                </a:lnTo>
                <a:lnTo>
                  <a:pt x="185" y="1822"/>
                </a:lnTo>
                <a:close/>
                <a:moveTo>
                  <a:pt x="2592" y="1689"/>
                </a:moveTo>
                <a:cubicBezTo>
                  <a:pt x="2392" y="1689"/>
                  <a:pt x="2236" y="1852"/>
                  <a:pt x="2236" y="2052"/>
                </a:cubicBezTo>
                <a:cubicBezTo>
                  <a:pt x="2236" y="2244"/>
                  <a:pt x="2392" y="2407"/>
                  <a:pt x="2592" y="2407"/>
                </a:cubicBezTo>
                <a:lnTo>
                  <a:pt x="2607" y="2407"/>
                </a:lnTo>
                <a:lnTo>
                  <a:pt x="2844" y="2755"/>
                </a:lnTo>
                <a:cubicBezTo>
                  <a:pt x="2829" y="2799"/>
                  <a:pt x="2814" y="2851"/>
                  <a:pt x="2814" y="2911"/>
                </a:cubicBezTo>
                <a:cubicBezTo>
                  <a:pt x="2814" y="3103"/>
                  <a:pt x="2970" y="3266"/>
                  <a:pt x="3170" y="3266"/>
                </a:cubicBezTo>
                <a:cubicBezTo>
                  <a:pt x="3369" y="3266"/>
                  <a:pt x="3525" y="3103"/>
                  <a:pt x="3525" y="2911"/>
                </a:cubicBezTo>
                <a:cubicBezTo>
                  <a:pt x="3525" y="2836"/>
                  <a:pt x="3510" y="2777"/>
                  <a:pt x="3473" y="2718"/>
                </a:cubicBezTo>
                <a:lnTo>
                  <a:pt x="3562" y="2599"/>
                </a:lnTo>
                <a:cubicBezTo>
                  <a:pt x="3606" y="2614"/>
                  <a:pt x="3651" y="2629"/>
                  <a:pt x="3703" y="2629"/>
                </a:cubicBezTo>
                <a:cubicBezTo>
                  <a:pt x="3903" y="2629"/>
                  <a:pt x="4058" y="2466"/>
                  <a:pt x="4058" y="2274"/>
                </a:cubicBezTo>
                <a:cubicBezTo>
                  <a:pt x="4058" y="2074"/>
                  <a:pt x="3903" y="1911"/>
                  <a:pt x="3703" y="1911"/>
                </a:cubicBezTo>
                <a:cubicBezTo>
                  <a:pt x="3510" y="1911"/>
                  <a:pt x="3347" y="2074"/>
                  <a:pt x="3347" y="2274"/>
                </a:cubicBezTo>
                <a:cubicBezTo>
                  <a:pt x="3347" y="2355"/>
                  <a:pt x="3377" y="2429"/>
                  <a:pt x="3421" y="2488"/>
                </a:cubicBezTo>
                <a:lnTo>
                  <a:pt x="3340" y="2592"/>
                </a:lnTo>
                <a:cubicBezTo>
                  <a:pt x="3288" y="2570"/>
                  <a:pt x="3236" y="2548"/>
                  <a:pt x="3170" y="2548"/>
                </a:cubicBezTo>
                <a:cubicBezTo>
                  <a:pt x="3095" y="2548"/>
                  <a:pt x="3029" y="2577"/>
                  <a:pt x="2970" y="2614"/>
                </a:cubicBezTo>
                <a:lnTo>
                  <a:pt x="2784" y="2348"/>
                </a:lnTo>
                <a:cubicBezTo>
                  <a:pt x="2881" y="2281"/>
                  <a:pt x="2947" y="2177"/>
                  <a:pt x="2947" y="2052"/>
                </a:cubicBezTo>
                <a:cubicBezTo>
                  <a:pt x="2947" y="1852"/>
                  <a:pt x="2792" y="1689"/>
                  <a:pt x="2592" y="1689"/>
                </a:cubicBezTo>
                <a:close/>
                <a:moveTo>
                  <a:pt x="3125" y="1326"/>
                </a:moveTo>
                <a:cubicBezTo>
                  <a:pt x="3688" y="1326"/>
                  <a:pt x="4147" y="1785"/>
                  <a:pt x="4147" y="2348"/>
                </a:cubicBezTo>
                <a:cubicBezTo>
                  <a:pt x="4147" y="2903"/>
                  <a:pt x="3688" y="3362"/>
                  <a:pt x="3125" y="3362"/>
                </a:cubicBezTo>
                <a:cubicBezTo>
                  <a:pt x="2562" y="3362"/>
                  <a:pt x="2103" y="2903"/>
                  <a:pt x="2103" y="2348"/>
                </a:cubicBezTo>
                <a:cubicBezTo>
                  <a:pt x="2103" y="1785"/>
                  <a:pt x="2562" y="1326"/>
                  <a:pt x="3125" y="1326"/>
                </a:cubicBezTo>
                <a:close/>
                <a:moveTo>
                  <a:pt x="1896" y="0"/>
                </a:moveTo>
                <a:cubicBezTo>
                  <a:pt x="1407" y="0"/>
                  <a:pt x="948" y="37"/>
                  <a:pt x="600" y="111"/>
                </a:cubicBezTo>
                <a:cubicBezTo>
                  <a:pt x="430" y="148"/>
                  <a:pt x="289" y="193"/>
                  <a:pt x="193" y="237"/>
                </a:cubicBezTo>
                <a:cubicBezTo>
                  <a:pt x="133" y="267"/>
                  <a:pt x="96" y="289"/>
                  <a:pt x="59" y="326"/>
                </a:cubicBezTo>
                <a:cubicBezTo>
                  <a:pt x="22" y="363"/>
                  <a:pt x="0" y="415"/>
                  <a:pt x="0" y="459"/>
                </a:cubicBezTo>
                <a:cubicBezTo>
                  <a:pt x="0" y="482"/>
                  <a:pt x="0" y="496"/>
                  <a:pt x="8" y="511"/>
                </a:cubicBezTo>
                <a:cubicBezTo>
                  <a:pt x="8" y="519"/>
                  <a:pt x="8" y="519"/>
                  <a:pt x="8" y="526"/>
                </a:cubicBezTo>
                <a:lnTo>
                  <a:pt x="8" y="2896"/>
                </a:lnTo>
                <a:cubicBezTo>
                  <a:pt x="8" y="2940"/>
                  <a:pt x="30" y="2992"/>
                  <a:pt x="67" y="3029"/>
                </a:cubicBezTo>
                <a:cubicBezTo>
                  <a:pt x="96" y="3066"/>
                  <a:pt x="141" y="3096"/>
                  <a:pt x="193" y="3118"/>
                </a:cubicBezTo>
                <a:cubicBezTo>
                  <a:pt x="296" y="3170"/>
                  <a:pt x="430" y="3207"/>
                  <a:pt x="600" y="3244"/>
                </a:cubicBezTo>
                <a:cubicBezTo>
                  <a:pt x="948" y="3318"/>
                  <a:pt x="1407" y="3355"/>
                  <a:pt x="1896" y="3355"/>
                </a:cubicBezTo>
                <a:cubicBezTo>
                  <a:pt x="2088" y="3355"/>
                  <a:pt x="2273" y="3347"/>
                  <a:pt x="2451" y="3340"/>
                </a:cubicBezTo>
                <a:cubicBezTo>
                  <a:pt x="2644" y="3466"/>
                  <a:pt x="2881" y="3547"/>
                  <a:pt x="3125" y="3547"/>
                </a:cubicBezTo>
                <a:cubicBezTo>
                  <a:pt x="3792" y="3547"/>
                  <a:pt x="4332" y="3007"/>
                  <a:pt x="4332" y="2348"/>
                </a:cubicBezTo>
                <a:cubicBezTo>
                  <a:pt x="4332" y="1926"/>
                  <a:pt x="4117" y="1563"/>
                  <a:pt x="3799" y="1348"/>
                </a:cubicBezTo>
                <a:lnTo>
                  <a:pt x="3799" y="459"/>
                </a:lnTo>
                <a:cubicBezTo>
                  <a:pt x="3799" y="415"/>
                  <a:pt x="3777" y="363"/>
                  <a:pt x="3732" y="326"/>
                </a:cubicBezTo>
                <a:cubicBezTo>
                  <a:pt x="3703" y="289"/>
                  <a:pt x="3658" y="267"/>
                  <a:pt x="3606" y="237"/>
                </a:cubicBezTo>
                <a:cubicBezTo>
                  <a:pt x="3503" y="193"/>
                  <a:pt x="3369" y="148"/>
                  <a:pt x="3192" y="111"/>
                </a:cubicBezTo>
                <a:cubicBezTo>
                  <a:pt x="2844" y="37"/>
                  <a:pt x="2385" y="0"/>
                  <a:pt x="1896"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78"/>
          <p:cNvSpPr/>
          <p:nvPr/>
        </p:nvSpPr>
        <p:spPr>
          <a:xfrm>
            <a:off x="3434600" y="1193750"/>
            <a:ext cx="317175" cy="323850"/>
          </a:xfrm>
          <a:custGeom>
            <a:rect b="b" l="l" r="r" t="t"/>
            <a:pathLst>
              <a:path extrusionOk="0" h="4318" w="4229">
                <a:moveTo>
                  <a:pt x="1645" y="267"/>
                </a:moveTo>
                <a:cubicBezTo>
                  <a:pt x="1733" y="267"/>
                  <a:pt x="1800" y="334"/>
                  <a:pt x="1800" y="423"/>
                </a:cubicBezTo>
                <a:cubicBezTo>
                  <a:pt x="1800" y="511"/>
                  <a:pt x="1733" y="585"/>
                  <a:pt x="1645" y="585"/>
                </a:cubicBezTo>
                <a:cubicBezTo>
                  <a:pt x="1556" y="585"/>
                  <a:pt x="1482" y="511"/>
                  <a:pt x="1482" y="423"/>
                </a:cubicBezTo>
                <a:cubicBezTo>
                  <a:pt x="1482" y="334"/>
                  <a:pt x="1556" y="267"/>
                  <a:pt x="1645" y="267"/>
                </a:cubicBezTo>
                <a:close/>
                <a:moveTo>
                  <a:pt x="3807" y="267"/>
                </a:moveTo>
                <a:cubicBezTo>
                  <a:pt x="3896" y="267"/>
                  <a:pt x="3970" y="334"/>
                  <a:pt x="3970" y="423"/>
                </a:cubicBezTo>
                <a:cubicBezTo>
                  <a:pt x="3970" y="511"/>
                  <a:pt x="3896" y="585"/>
                  <a:pt x="3807" y="585"/>
                </a:cubicBezTo>
                <a:cubicBezTo>
                  <a:pt x="3718" y="585"/>
                  <a:pt x="3651" y="511"/>
                  <a:pt x="3651" y="423"/>
                </a:cubicBezTo>
                <a:cubicBezTo>
                  <a:pt x="3651" y="334"/>
                  <a:pt x="3718" y="267"/>
                  <a:pt x="3807" y="267"/>
                </a:cubicBezTo>
                <a:close/>
                <a:moveTo>
                  <a:pt x="2592" y="1304"/>
                </a:moveTo>
                <a:cubicBezTo>
                  <a:pt x="2778" y="1304"/>
                  <a:pt x="2926" y="1452"/>
                  <a:pt x="2926" y="1637"/>
                </a:cubicBezTo>
                <a:cubicBezTo>
                  <a:pt x="2926" y="1822"/>
                  <a:pt x="2778" y="1970"/>
                  <a:pt x="2592" y="1970"/>
                </a:cubicBezTo>
                <a:cubicBezTo>
                  <a:pt x="2407" y="1970"/>
                  <a:pt x="2259" y="1822"/>
                  <a:pt x="2259" y="1637"/>
                </a:cubicBezTo>
                <a:cubicBezTo>
                  <a:pt x="2259" y="1452"/>
                  <a:pt x="2407" y="1304"/>
                  <a:pt x="2592" y="1304"/>
                </a:cubicBezTo>
                <a:close/>
                <a:moveTo>
                  <a:pt x="1030" y="2518"/>
                </a:moveTo>
                <a:cubicBezTo>
                  <a:pt x="1452" y="2518"/>
                  <a:pt x="1800" y="2866"/>
                  <a:pt x="1800" y="3288"/>
                </a:cubicBezTo>
                <a:cubicBezTo>
                  <a:pt x="1800" y="3718"/>
                  <a:pt x="1452" y="4066"/>
                  <a:pt x="1030" y="4066"/>
                </a:cubicBezTo>
                <a:cubicBezTo>
                  <a:pt x="600" y="4066"/>
                  <a:pt x="252" y="3718"/>
                  <a:pt x="252" y="3288"/>
                </a:cubicBezTo>
                <a:cubicBezTo>
                  <a:pt x="252" y="2866"/>
                  <a:pt x="600" y="2518"/>
                  <a:pt x="1030" y="2518"/>
                </a:cubicBezTo>
                <a:close/>
                <a:moveTo>
                  <a:pt x="1645" y="0"/>
                </a:moveTo>
                <a:cubicBezTo>
                  <a:pt x="1415" y="0"/>
                  <a:pt x="1222" y="193"/>
                  <a:pt x="1222" y="423"/>
                </a:cubicBezTo>
                <a:cubicBezTo>
                  <a:pt x="1222" y="660"/>
                  <a:pt x="1415" y="845"/>
                  <a:pt x="1645" y="845"/>
                </a:cubicBezTo>
                <a:cubicBezTo>
                  <a:pt x="1704" y="845"/>
                  <a:pt x="1756" y="837"/>
                  <a:pt x="1807" y="815"/>
                </a:cubicBezTo>
                <a:lnTo>
                  <a:pt x="2104" y="1304"/>
                </a:lnTo>
                <a:cubicBezTo>
                  <a:pt x="2037" y="1400"/>
                  <a:pt x="2000" y="1511"/>
                  <a:pt x="2000" y="1637"/>
                </a:cubicBezTo>
                <a:cubicBezTo>
                  <a:pt x="2000" y="1733"/>
                  <a:pt x="2022" y="1822"/>
                  <a:pt x="2059" y="1904"/>
                </a:cubicBezTo>
                <a:lnTo>
                  <a:pt x="1563" y="2415"/>
                </a:lnTo>
                <a:cubicBezTo>
                  <a:pt x="1408" y="2318"/>
                  <a:pt x="1222" y="2259"/>
                  <a:pt x="1030" y="2259"/>
                </a:cubicBezTo>
                <a:cubicBezTo>
                  <a:pt x="460" y="2259"/>
                  <a:pt x="1" y="2726"/>
                  <a:pt x="1" y="3288"/>
                </a:cubicBezTo>
                <a:cubicBezTo>
                  <a:pt x="1" y="3859"/>
                  <a:pt x="460" y="4318"/>
                  <a:pt x="1030" y="4318"/>
                </a:cubicBezTo>
                <a:cubicBezTo>
                  <a:pt x="1600" y="4318"/>
                  <a:pt x="2059" y="3859"/>
                  <a:pt x="2059" y="3288"/>
                </a:cubicBezTo>
                <a:cubicBezTo>
                  <a:pt x="2059" y="3007"/>
                  <a:pt x="1948" y="2755"/>
                  <a:pt x="1763" y="2570"/>
                </a:cubicBezTo>
                <a:lnTo>
                  <a:pt x="2215" y="2104"/>
                </a:lnTo>
                <a:cubicBezTo>
                  <a:pt x="2318" y="2185"/>
                  <a:pt x="2452" y="2237"/>
                  <a:pt x="2592" y="2237"/>
                </a:cubicBezTo>
                <a:cubicBezTo>
                  <a:pt x="2926" y="2237"/>
                  <a:pt x="3192" y="1970"/>
                  <a:pt x="3192" y="1644"/>
                </a:cubicBezTo>
                <a:cubicBezTo>
                  <a:pt x="3192" y="1541"/>
                  <a:pt x="3163" y="1452"/>
                  <a:pt x="3118" y="1363"/>
                </a:cubicBezTo>
                <a:lnTo>
                  <a:pt x="3629" y="800"/>
                </a:lnTo>
                <a:cubicBezTo>
                  <a:pt x="3681" y="830"/>
                  <a:pt x="3748" y="845"/>
                  <a:pt x="3807" y="845"/>
                </a:cubicBezTo>
                <a:cubicBezTo>
                  <a:pt x="4044" y="845"/>
                  <a:pt x="4229" y="660"/>
                  <a:pt x="4229" y="423"/>
                </a:cubicBezTo>
                <a:cubicBezTo>
                  <a:pt x="4229" y="193"/>
                  <a:pt x="4044" y="0"/>
                  <a:pt x="3807" y="0"/>
                </a:cubicBezTo>
                <a:cubicBezTo>
                  <a:pt x="3577" y="0"/>
                  <a:pt x="3385" y="193"/>
                  <a:pt x="3385" y="423"/>
                </a:cubicBezTo>
                <a:cubicBezTo>
                  <a:pt x="3385" y="497"/>
                  <a:pt x="3407" y="563"/>
                  <a:pt x="3444" y="622"/>
                </a:cubicBezTo>
                <a:lnTo>
                  <a:pt x="2955" y="1170"/>
                </a:lnTo>
                <a:cubicBezTo>
                  <a:pt x="2852" y="1089"/>
                  <a:pt x="2726" y="1045"/>
                  <a:pt x="2592" y="1045"/>
                </a:cubicBezTo>
                <a:cubicBezTo>
                  <a:pt x="2481" y="1045"/>
                  <a:pt x="2370" y="1074"/>
                  <a:pt x="2281" y="1133"/>
                </a:cubicBezTo>
                <a:lnTo>
                  <a:pt x="1993" y="660"/>
                </a:lnTo>
                <a:cubicBezTo>
                  <a:pt x="2044" y="593"/>
                  <a:pt x="2067" y="511"/>
                  <a:pt x="2067" y="423"/>
                </a:cubicBezTo>
                <a:cubicBezTo>
                  <a:pt x="2067" y="193"/>
                  <a:pt x="1882" y="0"/>
                  <a:pt x="1645"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78"/>
          <p:cNvSpPr/>
          <p:nvPr/>
        </p:nvSpPr>
        <p:spPr>
          <a:xfrm>
            <a:off x="4386950" y="1188725"/>
            <a:ext cx="343875" cy="331650"/>
          </a:xfrm>
          <a:custGeom>
            <a:rect b="b" l="l" r="r" t="t"/>
            <a:pathLst>
              <a:path extrusionOk="0" h="4422" w="4585">
                <a:moveTo>
                  <a:pt x="1237" y="1"/>
                </a:moveTo>
                <a:cubicBezTo>
                  <a:pt x="934" y="1"/>
                  <a:pt x="652" y="119"/>
                  <a:pt x="438" y="334"/>
                </a:cubicBezTo>
                <a:cubicBezTo>
                  <a:pt x="1" y="786"/>
                  <a:pt x="1" y="1511"/>
                  <a:pt x="438" y="1956"/>
                </a:cubicBezTo>
                <a:lnTo>
                  <a:pt x="1134" y="2644"/>
                </a:lnTo>
                <a:cubicBezTo>
                  <a:pt x="1348" y="2859"/>
                  <a:pt x="1630" y="2985"/>
                  <a:pt x="1933" y="2985"/>
                </a:cubicBezTo>
                <a:cubicBezTo>
                  <a:pt x="2230" y="2985"/>
                  <a:pt x="2518" y="2867"/>
                  <a:pt x="2726" y="2644"/>
                </a:cubicBezTo>
                <a:cubicBezTo>
                  <a:pt x="2874" y="2496"/>
                  <a:pt x="2978" y="2319"/>
                  <a:pt x="3022" y="2119"/>
                </a:cubicBezTo>
                <a:cubicBezTo>
                  <a:pt x="3044" y="2037"/>
                  <a:pt x="2992" y="1948"/>
                  <a:pt x="2911" y="1926"/>
                </a:cubicBezTo>
                <a:cubicBezTo>
                  <a:pt x="2895" y="1921"/>
                  <a:pt x="2879" y="1918"/>
                  <a:pt x="2864" y="1918"/>
                </a:cubicBezTo>
                <a:cubicBezTo>
                  <a:pt x="2836" y="1918"/>
                  <a:pt x="2809" y="1927"/>
                  <a:pt x="2785" y="1941"/>
                </a:cubicBezTo>
                <a:cubicBezTo>
                  <a:pt x="2748" y="1963"/>
                  <a:pt x="2726" y="2000"/>
                  <a:pt x="2711" y="2045"/>
                </a:cubicBezTo>
                <a:cubicBezTo>
                  <a:pt x="2681" y="2185"/>
                  <a:pt x="2607" y="2311"/>
                  <a:pt x="2504" y="2415"/>
                </a:cubicBezTo>
                <a:cubicBezTo>
                  <a:pt x="2348" y="2570"/>
                  <a:pt x="2148" y="2659"/>
                  <a:pt x="1933" y="2659"/>
                </a:cubicBezTo>
                <a:cubicBezTo>
                  <a:pt x="1719" y="2659"/>
                  <a:pt x="1511" y="2570"/>
                  <a:pt x="1363" y="2415"/>
                </a:cubicBezTo>
                <a:lnTo>
                  <a:pt x="667" y="1734"/>
                </a:lnTo>
                <a:cubicBezTo>
                  <a:pt x="349" y="1408"/>
                  <a:pt x="349" y="882"/>
                  <a:pt x="667" y="564"/>
                </a:cubicBezTo>
                <a:cubicBezTo>
                  <a:pt x="823" y="408"/>
                  <a:pt x="1023" y="319"/>
                  <a:pt x="1237" y="319"/>
                </a:cubicBezTo>
                <a:cubicBezTo>
                  <a:pt x="1452" y="319"/>
                  <a:pt x="1652" y="408"/>
                  <a:pt x="1808" y="564"/>
                </a:cubicBezTo>
                <a:lnTo>
                  <a:pt x="2504" y="1274"/>
                </a:lnTo>
                <a:cubicBezTo>
                  <a:pt x="2533" y="1304"/>
                  <a:pt x="2574" y="1319"/>
                  <a:pt x="2616" y="1319"/>
                </a:cubicBezTo>
                <a:cubicBezTo>
                  <a:pt x="2657" y="1319"/>
                  <a:pt x="2700" y="1304"/>
                  <a:pt x="2733" y="1274"/>
                </a:cubicBezTo>
                <a:cubicBezTo>
                  <a:pt x="2792" y="1208"/>
                  <a:pt x="2792" y="1104"/>
                  <a:pt x="2733" y="1045"/>
                </a:cubicBezTo>
                <a:lnTo>
                  <a:pt x="2037" y="334"/>
                </a:lnTo>
                <a:cubicBezTo>
                  <a:pt x="1822" y="119"/>
                  <a:pt x="1541" y="1"/>
                  <a:pt x="1237" y="1"/>
                </a:cubicBezTo>
                <a:close/>
                <a:moveTo>
                  <a:pt x="2652" y="1415"/>
                </a:moveTo>
                <a:cubicBezTo>
                  <a:pt x="2348" y="1415"/>
                  <a:pt x="2067" y="1534"/>
                  <a:pt x="1852" y="1748"/>
                </a:cubicBezTo>
                <a:cubicBezTo>
                  <a:pt x="1704" y="1904"/>
                  <a:pt x="1608" y="2074"/>
                  <a:pt x="1556" y="2274"/>
                </a:cubicBezTo>
                <a:cubicBezTo>
                  <a:pt x="1534" y="2363"/>
                  <a:pt x="1585" y="2452"/>
                  <a:pt x="1674" y="2474"/>
                </a:cubicBezTo>
                <a:cubicBezTo>
                  <a:pt x="1683" y="2476"/>
                  <a:pt x="1693" y="2477"/>
                  <a:pt x="1703" y="2477"/>
                </a:cubicBezTo>
                <a:cubicBezTo>
                  <a:pt x="1733" y="2477"/>
                  <a:pt x="1765" y="2469"/>
                  <a:pt x="1793" y="2452"/>
                </a:cubicBezTo>
                <a:cubicBezTo>
                  <a:pt x="1830" y="2430"/>
                  <a:pt x="1859" y="2400"/>
                  <a:pt x="1867" y="2356"/>
                </a:cubicBezTo>
                <a:cubicBezTo>
                  <a:pt x="1904" y="2208"/>
                  <a:pt x="1970" y="2089"/>
                  <a:pt x="2082" y="1978"/>
                </a:cubicBezTo>
                <a:cubicBezTo>
                  <a:pt x="2230" y="1822"/>
                  <a:pt x="2437" y="1734"/>
                  <a:pt x="2652" y="1734"/>
                </a:cubicBezTo>
                <a:cubicBezTo>
                  <a:pt x="2866" y="1734"/>
                  <a:pt x="3066" y="1822"/>
                  <a:pt x="3222" y="1978"/>
                </a:cubicBezTo>
                <a:lnTo>
                  <a:pt x="3911" y="2689"/>
                </a:lnTo>
                <a:cubicBezTo>
                  <a:pt x="4229" y="3007"/>
                  <a:pt x="4229" y="3533"/>
                  <a:pt x="3911" y="3851"/>
                </a:cubicBezTo>
                <a:cubicBezTo>
                  <a:pt x="3762" y="4007"/>
                  <a:pt x="3555" y="4096"/>
                  <a:pt x="3340" y="4096"/>
                </a:cubicBezTo>
                <a:cubicBezTo>
                  <a:pt x="3133" y="4096"/>
                  <a:pt x="2926" y="4007"/>
                  <a:pt x="2770" y="3851"/>
                </a:cubicBezTo>
                <a:lnTo>
                  <a:pt x="2082" y="3148"/>
                </a:lnTo>
                <a:cubicBezTo>
                  <a:pt x="2048" y="3115"/>
                  <a:pt x="2006" y="3098"/>
                  <a:pt x="1964" y="3098"/>
                </a:cubicBezTo>
                <a:cubicBezTo>
                  <a:pt x="1922" y="3098"/>
                  <a:pt x="1882" y="3115"/>
                  <a:pt x="1852" y="3148"/>
                </a:cubicBezTo>
                <a:cubicBezTo>
                  <a:pt x="1785" y="3207"/>
                  <a:pt x="1785" y="3311"/>
                  <a:pt x="1852" y="3370"/>
                </a:cubicBezTo>
                <a:lnTo>
                  <a:pt x="2548" y="4081"/>
                </a:lnTo>
                <a:cubicBezTo>
                  <a:pt x="2763" y="4296"/>
                  <a:pt x="3044" y="4422"/>
                  <a:pt x="3340" y="4422"/>
                </a:cubicBezTo>
                <a:cubicBezTo>
                  <a:pt x="3644" y="4422"/>
                  <a:pt x="3933" y="4303"/>
                  <a:pt x="4140" y="4081"/>
                </a:cubicBezTo>
                <a:cubicBezTo>
                  <a:pt x="4584" y="3637"/>
                  <a:pt x="4584" y="2904"/>
                  <a:pt x="4140" y="2459"/>
                </a:cubicBezTo>
                <a:lnTo>
                  <a:pt x="3451" y="1748"/>
                </a:lnTo>
                <a:cubicBezTo>
                  <a:pt x="3237" y="1534"/>
                  <a:pt x="2948" y="1415"/>
                  <a:pt x="2652" y="1415"/>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78"/>
          <p:cNvSpPr/>
          <p:nvPr/>
        </p:nvSpPr>
        <p:spPr>
          <a:xfrm>
            <a:off x="3429575" y="2070350"/>
            <a:ext cx="333300" cy="333300"/>
          </a:xfrm>
          <a:custGeom>
            <a:rect b="b" l="l" r="r" t="t"/>
            <a:pathLst>
              <a:path extrusionOk="0" h="4444" w="4444">
                <a:moveTo>
                  <a:pt x="1823" y="763"/>
                </a:moveTo>
                <a:cubicBezTo>
                  <a:pt x="1971" y="763"/>
                  <a:pt x="2060" y="867"/>
                  <a:pt x="2060" y="963"/>
                </a:cubicBezTo>
                <a:cubicBezTo>
                  <a:pt x="2060" y="1060"/>
                  <a:pt x="1971" y="1163"/>
                  <a:pt x="1823" y="1163"/>
                </a:cubicBezTo>
                <a:cubicBezTo>
                  <a:pt x="1682" y="1163"/>
                  <a:pt x="1593" y="1060"/>
                  <a:pt x="1593" y="963"/>
                </a:cubicBezTo>
                <a:cubicBezTo>
                  <a:pt x="1593" y="867"/>
                  <a:pt x="1682" y="763"/>
                  <a:pt x="1823" y="763"/>
                </a:cubicBezTo>
                <a:close/>
                <a:moveTo>
                  <a:pt x="1823" y="564"/>
                </a:moveTo>
                <a:cubicBezTo>
                  <a:pt x="1586" y="564"/>
                  <a:pt x="1393" y="749"/>
                  <a:pt x="1393" y="963"/>
                </a:cubicBezTo>
                <a:cubicBezTo>
                  <a:pt x="1393" y="1186"/>
                  <a:pt x="1586" y="1363"/>
                  <a:pt x="1823" y="1363"/>
                </a:cubicBezTo>
                <a:cubicBezTo>
                  <a:pt x="2060" y="1363"/>
                  <a:pt x="2260" y="1186"/>
                  <a:pt x="2260" y="963"/>
                </a:cubicBezTo>
                <a:cubicBezTo>
                  <a:pt x="2260" y="749"/>
                  <a:pt x="2060" y="564"/>
                  <a:pt x="1823" y="564"/>
                </a:cubicBezTo>
                <a:close/>
                <a:moveTo>
                  <a:pt x="2921" y="799"/>
                </a:moveTo>
                <a:cubicBezTo>
                  <a:pt x="2882" y="799"/>
                  <a:pt x="2846" y="820"/>
                  <a:pt x="2830" y="852"/>
                </a:cubicBezTo>
                <a:lnTo>
                  <a:pt x="2430" y="1652"/>
                </a:lnTo>
                <a:cubicBezTo>
                  <a:pt x="2408" y="1704"/>
                  <a:pt x="2430" y="1763"/>
                  <a:pt x="2474" y="1785"/>
                </a:cubicBezTo>
                <a:cubicBezTo>
                  <a:pt x="2490" y="1794"/>
                  <a:pt x="2507" y="1799"/>
                  <a:pt x="2523" y="1799"/>
                </a:cubicBezTo>
                <a:cubicBezTo>
                  <a:pt x="2559" y="1799"/>
                  <a:pt x="2592" y="1777"/>
                  <a:pt x="2608" y="1741"/>
                </a:cubicBezTo>
                <a:lnTo>
                  <a:pt x="2904" y="1156"/>
                </a:lnTo>
                <a:lnTo>
                  <a:pt x="3089" y="1719"/>
                </a:lnTo>
                <a:lnTo>
                  <a:pt x="3355" y="2504"/>
                </a:lnTo>
                <a:cubicBezTo>
                  <a:pt x="3367" y="2551"/>
                  <a:pt x="3408" y="2575"/>
                  <a:pt x="3450" y="2575"/>
                </a:cubicBezTo>
                <a:cubicBezTo>
                  <a:pt x="3460" y="2575"/>
                  <a:pt x="3471" y="2573"/>
                  <a:pt x="3481" y="2570"/>
                </a:cubicBezTo>
                <a:cubicBezTo>
                  <a:pt x="3533" y="2555"/>
                  <a:pt x="3563" y="2496"/>
                  <a:pt x="3541" y="2444"/>
                </a:cubicBezTo>
                <a:lnTo>
                  <a:pt x="3281" y="1652"/>
                </a:lnTo>
                <a:lnTo>
                  <a:pt x="3089" y="1097"/>
                </a:lnTo>
                <a:lnTo>
                  <a:pt x="3674" y="1385"/>
                </a:lnTo>
                <a:cubicBezTo>
                  <a:pt x="3689" y="1392"/>
                  <a:pt x="3706" y="1395"/>
                  <a:pt x="3721" y="1395"/>
                </a:cubicBezTo>
                <a:cubicBezTo>
                  <a:pt x="3758" y="1395"/>
                  <a:pt x="3792" y="1377"/>
                  <a:pt x="3807" y="1341"/>
                </a:cubicBezTo>
                <a:cubicBezTo>
                  <a:pt x="3837" y="1289"/>
                  <a:pt x="3815" y="1230"/>
                  <a:pt x="3763" y="1208"/>
                </a:cubicBezTo>
                <a:lnTo>
                  <a:pt x="2963" y="808"/>
                </a:lnTo>
                <a:cubicBezTo>
                  <a:pt x="2949" y="802"/>
                  <a:pt x="2935" y="799"/>
                  <a:pt x="2921" y="799"/>
                </a:cubicBezTo>
                <a:close/>
                <a:moveTo>
                  <a:pt x="865" y="1545"/>
                </a:moveTo>
                <a:cubicBezTo>
                  <a:pt x="856" y="1545"/>
                  <a:pt x="847" y="1546"/>
                  <a:pt x="838" y="1548"/>
                </a:cubicBezTo>
                <a:cubicBezTo>
                  <a:pt x="779" y="1563"/>
                  <a:pt x="756" y="1622"/>
                  <a:pt x="771" y="1674"/>
                </a:cubicBezTo>
                <a:lnTo>
                  <a:pt x="1208" y="3089"/>
                </a:lnTo>
                <a:lnTo>
                  <a:pt x="1208" y="3089"/>
                </a:lnTo>
                <a:lnTo>
                  <a:pt x="630" y="2778"/>
                </a:lnTo>
                <a:cubicBezTo>
                  <a:pt x="615" y="2771"/>
                  <a:pt x="599" y="2768"/>
                  <a:pt x="583" y="2768"/>
                </a:cubicBezTo>
                <a:cubicBezTo>
                  <a:pt x="546" y="2768"/>
                  <a:pt x="510" y="2786"/>
                  <a:pt x="490" y="2822"/>
                </a:cubicBezTo>
                <a:cubicBezTo>
                  <a:pt x="467" y="2874"/>
                  <a:pt x="482" y="2933"/>
                  <a:pt x="534" y="2955"/>
                </a:cubicBezTo>
                <a:lnTo>
                  <a:pt x="1326" y="3377"/>
                </a:lnTo>
                <a:cubicBezTo>
                  <a:pt x="1340" y="3384"/>
                  <a:pt x="1355" y="3387"/>
                  <a:pt x="1371" y="3387"/>
                </a:cubicBezTo>
                <a:cubicBezTo>
                  <a:pt x="1407" y="3387"/>
                  <a:pt x="1444" y="3369"/>
                  <a:pt x="1460" y="3333"/>
                </a:cubicBezTo>
                <a:lnTo>
                  <a:pt x="1874" y="2541"/>
                </a:lnTo>
                <a:lnTo>
                  <a:pt x="1882" y="2541"/>
                </a:lnTo>
                <a:cubicBezTo>
                  <a:pt x="1904" y="2496"/>
                  <a:pt x="1889" y="2430"/>
                  <a:pt x="1837" y="2407"/>
                </a:cubicBezTo>
                <a:cubicBezTo>
                  <a:pt x="1822" y="2398"/>
                  <a:pt x="1805" y="2394"/>
                  <a:pt x="1789" y="2394"/>
                </a:cubicBezTo>
                <a:cubicBezTo>
                  <a:pt x="1753" y="2394"/>
                  <a:pt x="1720" y="2416"/>
                  <a:pt x="1704" y="2452"/>
                </a:cubicBezTo>
                <a:lnTo>
                  <a:pt x="1401" y="3029"/>
                </a:lnTo>
                <a:lnTo>
                  <a:pt x="956" y="1615"/>
                </a:lnTo>
                <a:cubicBezTo>
                  <a:pt x="944" y="1572"/>
                  <a:pt x="907" y="1545"/>
                  <a:pt x="865" y="1545"/>
                </a:cubicBezTo>
                <a:close/>
                <a:moveTo>
                  <a:pt x="2852" y="3089"/>
                </a:moveTo>
                <a:lnTo>
                  <a:pt x="2852" y="3548"/>
                </a:lnTo>
                <a:lnTo>
                  <a:pt x="2452" y="3548"/>
                </a:lnTo>
                <a:lnTo>
                  <a:pt x="2452" y="3089"/>
                </a:lnTo>
                <a:close/>
                <a:moveTo>
                  <a:pt x="2260" y="2889"/>
                </a:moveTo>
                <a:lnTo>
                  <a:pt x="2260" y="3748"/>
                </a:lnTo>
                <a:lnTo>
                  <a:pt x="3052" y="3748"/>
                </a:lnTo>
                <a:lnTo>
                  <a:pt x="3052" y="2889"/>
                </a:lnTo>
                <a:close/>
                <a:moveTo>
                  <a:pt x="2222" y="201"/>
                </a:moveTo>
                <a:cubicBezTo>
                  <a:pt x="3341" y="201"/>
                  <a:pt x="4244" y="1111"/>
                  <a:pt x="4244" y="2222"/>
                </a:cubicBezTo>
                <a:cubicBezTo>
                  <a:pt x="4244" y="3340"/>
                  <a:pt x="3341" y="4244"/>
                  <a:pt x="2222" y="4244"/>
                </a:cubicBezTo>
                <a:cubicBezTo>
                  <a:pt x="1104" y="4244"/>
                  <a:pt x="201" y="3340"/>
                  <a:pt x="201" y="2222"/>
                </a:cubicBezTo>
                <a:cubicBezTo>
                  <a:pt x="201" y="1111"/>
                  <a:pt x="1104" y="201"/>
                  <a:pt x="2222" y="201"/>
                </a:cubicBezTo>
                <a:close/>
                <a:moveTo>
                  <a:pt x="2222" y="1"/>
                </a:moveTo>
                <a:cubicBezTo>
                  <a:pt x="1001" y="1"/>
                  <a:pt x="1" y="1000"/>
                  <a:pt x="1" y="2222"/>
                </a:cubicBezTo>
                <a:cubicBezTo>
                  <a:pt x="1" y="3452"/>
                  <a:pt x="1001" y="4444"/>
                  <a:pt x="2222" y="4444"/>
                </a:cubicBezTo>
                <a:cubicBezTo>
                  <a:pt x="3444" y="4444"/>
                  <a:pt x="4444" y="3452"/>
                  <a:pt x="4444" y="2222"/>
                </a:cubicBezTo>
                <a:cubicBezTo>
                  <a:pt x="4444" y="1000"/>
                  <a:pt x="3444" y="1"/>
                  <a:pt x="2222"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78"/>
          <p:cNvSpPr/>
          <p:nvPr/>
        </p:nvSpPr>
        <p:spPr>
          <a:xfrm>
            <a:off x="2456675" y="2133125"/>
            <a:ext cx="333300" cy="210600"/>
          </a:xfrm>
          <a:custGeom>
            <a:rect b="b" l="l" r="r" t="t"/>
            <a:pathLst>
              <a:path extrusionOk="0" h="2808" w="4444">
                <a:moveTo>
                  <a:pt x="2222" y="615"/>
                </a:moveTo>
                <a:cubicBezTo>
                  <a:pt x="2422" y="822"/>
                  <a:pt x="2541" y="1096"/>
                  <a:pt x="2541" y="1407"/>
                </a:cubicBezTo>
                <a:cubicBezTo>
                  <a:pt x="2541" y="1711"/>
                  <a:pt x="2422" y="1985"/>
                  <a:pt x="2222" y="2192"/>
                </a:cubicBezTo>
                <a:cubicBezTo>
                  <a:pt x="2030" y="1985"/>
                  <a:pt x="1904" y="1711"/>
                  <a:pt x="1904" y="1407"/>
                </a:cubicBezTo>
                <a:cubicBezTo>
                  <a:pt x="1904" y="1096"/>
                  <a:pt x="2030" y="822"/>
                  <a:pt x="2222" y="615"/>
                </a:cubicBezTo>
                <a:close/>
                <a:moveTo>
                  <a:pt x="1408" y="267"/>
                </a:moveTo>
                <a:cubicBezTo>
                  <a:pt x="1630" y="267"/>
                  <a:pt x="1837" y="334"/>
                  <a:pt x="2015" y="445"/>
                </a:cubicBezTo>
                <a:cubicBezTo>
                  <a:pt x="1778" y="697"/>
                  <a:pt x="1637" y="1037"/>
                  <a:pt x="1637" y="1400"/>
                </a:cubicBezTo>
                <a:cubicBezTo>
                  <a:pt x="1637" y="1770"/>
                  <a:pt x="1778" y="2111"/>
                  <a:pt x="2015" y="2363"/>
                </a:cubicBezTo>
                <a:cubicBezTo>
                  <a:pt x="1837" y="2474"/>
                  <a:pt x="1630" y="2533"/>
                  <a:pt x="1408" y="2533"/>
                </a:cubicBezTo>
                <a:cubicBezTo>
                  <a:pt x="787" y="2533"/>
                  <a:pt x="277" y="2031"/>
                  <a:pt x="275" y="1404"/>
                </a:cubicBezTo>
                <a:lnTo>
                  <a:pt x="275" y="1404"/>
                </a:lnTo>
                <a:cubicBezTo>
                  <a:pt x="277" y="776"/>
                  <a:pt x="780" y="267"/>
                  <a:pt x="1408" y="267"/>
                </a:cubicBezTo>
                <a:close/>
                <a:moveTo>
                  <a:pt x="3037" y="267"/>
                </a:moveTo>
                <a:cubicBezTo>
                  <a:pt x="3666" y="267"/>
                  <a:pt x="4170" y="778"/>
                  <a:pt x="4170" y="1407"/>
                </a:cubicBezTo>
                <a:cubicBezTo>
                  <a:pt x="4170" y="2030"/>
                  <a:pt x="3666" y="2540"/>
                  <a:pt x="3037" y="2540"/>
                </a:cubicBezTo>
                <a:cubicBezTo>
                  <a:pt x="2815" y="2540"/>
                  <a:pt x="2607" y="2474"/>
                  <a:pt x="2437" y="2363"/>
                </a:cubicBezTo>
                <a:cubicBezTo>
                  <a:pt x="2667" y="2111"/>
                  <a:pt x="2815" y="1770"/>
                  <a:pt x="2815" y="1407"/>
                </a:cubicBezTo>
                <a:cubicBezTo>
                  <a:pt x="2815" y="1037"/>
                  <a:pt x="2667" y="697"/>
                  <a:pt x="2437" y="445"/>
                </a:cubicBezTo>
                <a:cubicBezTo>
                  <a:pt x="2607" y="334"/>
                  <a:pt x="2815" y="267"/>
                  <a:pt x="3037" y="267"/>
                </a:cubicBezTo>
                <a:close/>
                <a:moveTo>
                  <a:pt x="1408" y="0"/>
                </a:moveTo>
                <a:cubicBezTo>
                  <a:pt x="630" y="0"/>
                  <a:pt x="1" y="630"/>
                  <a:pt x="1" y="1407"/>
                </a:cubicBezTo>
                <a:cubicBezTo>
                  <a:pt x="1" y="2178"/>
                  <a:pt x="630" y="2807"/>
                  <a:pt x="1408" y="2807"/>
                </a:cubicBezTo>
                <a:cubicBezTo>
                  <a:pt x="1711" y="2807"/>
                  <a:pt x="1993" y="2711"/>
                  <a:pt x="2222" y="2548"/>
                </a:cubicBezTo>
                <a:cubicBezTo>
                  <a:pt x="2452" y="2711"/>
                  <a:pt x="2733" y="2807"/>
                  <a:pt x="3037" y="2807"/>
                </a:cubicBezTo>
                <a:cubicBezTo>
                  <a:pt x="3815" y="2807"/>
                  <a:pt x="4444" y="2178"/>
                  <a:pt x="4444" y="1407"/>
                </a:cubicBezTo>
                <a:cubicBezTo>
                  <a:pt x="4444" y="630"/>
                  <a:pt x="3815" y="0"/>
                  <a:pt x="3037" y="0"/>
                </a:cubicBezTo>
                <a:cubicBezTo>
                  <a:pt x="2733" y="0"/>
                  <a:pt x="2452" y="97"/>
                  <a:pt x="2222" y="260"/>
                </a:cubicBezTo>
                <a:cubicBezTo>
                  <a:pt x="1993" y="97"/>
                  <a:pt x="1711" y="0"/>
                  <a:pt x="1408"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78"/>
          <p:cNvSpPr/>
          <p:nvPr/>
        </p:nvSpPr>
        <p:spPr>
          <a:xfrm>
            <a:off x="1627625" y="2082050"/>
            <a:ext cx="94500" cy="312750"/>
          </a:xfrm>
          <a:custGeom>
            <a:rect b="b" l="l" r="r" t="t"/>
            <a:pathLst>
              <a:path extrusionOk="0" h="4170" w="1260">
                <a:moveTo>
                  <a:pt x="630" y="452"/>
                </a:moveTo>
                <a:cubicBezTo>
                  <a:pt x="675" y="452"/>
                  <a:pt x="712" y="489"/>
                  <a:pt x="712" y="533"/>
                </a:cubicBezTo>
                <a:cubicBezTo>
                  <a:pt x="712" y="578"/>
                  <a:pt x="675" y="615"/>
                  <a:pt x="630" y="615"/>
                </a:cubicBezTo>
                <a:cubicBezTo>
                  <a:pt x="586" y="615"/>
                  <a:pt x="549" y="578"/>
                  <a:pt x="549" y="533"/>
                </a:cubicBezTo>
                <a:cubicBezTo>
                  <a:pt x="549" y="489"/>
                  <a:pt x="586" y="452"/>
                  <a:pt x="630" y="452"/>
                </a:cubicBezTo>
                <a:close/>
                <a:moveTo>
                  <a:pt x="630" y="319"/>
                </a:moveTo>
                <a:cubicBezTo>
                  <a:pt x="512" y="319"/>
                  <a:pt x="415" y="415"/>
                  <a:pt x="415" y="533"/>
                </a:cubicBezTo>
                <a:cubicBezTo>
                  <a:pt x="415" y="652"/>
                  <a:pt x="512" y="748"/>
                  <a:pt x="630" y="748"/>
                </a:cubicBezTo>
                <a:cubicBezTo>
                  <a:pt x="749" y="748"/>
                  <a:pt x="845" y="652"/>
                  <a:pt x="845" y="533"/>
                </a:cubicBezTo>
                <a:cubicBezTo>
                  <a:pt x="845" y="415"/>
                  <a:pt x="749" y="319"/>
                  <a:pt x="630" y="319"/>
                </a:cubicBezTo>
                <a:close/>
                <a:moveTo>
                  <a:pt x="630" y="163"/>
                </a:moveTo>
                <a:cubicBezTo>
                  <a:pt x="741" y="163"/>
                  <a:pt x="830" y="200"/>
                  <a:pt x="897" y="259"/>
                </a:cubicBezTo>
                <a:cubicBezTo>
                  <a:pt x="963" y="326"/>
                  <a:pt x="993" y="422"/>
                  <a:pt x="993" y="533"/>
                </a:cubicBezTo>
                <a:cubicBezTo>
                  <a:pt x="993" y="548"/>
                  <a:pt x="993" y="593"/>
                  <a:pt x="949" y="689"/>
                </a:cubicBezTo>
                <a:cubicBezTo>
                  <a:pt x="919" y="756"/>
                  <a:pt x="882" y="844"/>
                  <a:pt x="830" y="933"/>
                </a:cubicBezTo>
                <a:cubicBezTo>
                  <a:pt x="756" y="1074"/>
                  <a:pt x="675" y="1200"/>
                  <a:pt x="630" y="1274"/>
                </a:cubicBezTo>
                <a:cubicBezTo>
                  <a:pt x="571" y="1178"/>
                  <a:pt x="497" y="1052"/>
                  <a:pt x="430" y="933"/>
                </a:cubicBezTo>
                <a:cubicBezTo>
                  <a:pt x="378" y="837"/>
                  <a:pt x="334" y="756"/>
                  <a:pt x="312" y="689"/>
                </a:cubicBezTo>
                <a:cubicBezTo>
                  <a:pt x="267" y="585"/>
                  <a:pt x="260" y="548"/>
                  <a:pt x="260" y="533"/>
                </a:cubicBezTo>
                <a:cubicBezTo>
                  <a:pt x="260" y="422"/>
                  <a:pt x="297" y="326"/>
                  <a:pt x="364" y="259"/>
                </a:cubicBezTo>
                <a:cubicBezTo>
                  <a:pt x="423" y="200"/>
                  <a:pt x="519" y="163"/>
                  <a:pt x="630" y="163"/>
                </a:cubicBezTo>
                <a:close/>
                <a:moveTo>
                  <a:pt x="630" y="0"/>
                </a:moveTo>
                <a:cubicBezTo>
                  <a:pt x="475" y="0"/>
                  <a:pt x="341" y="52"/>
                  <a:pt x="245" y="148"/>
                </a:cubicBezTo>
                <a:cubicBezTo>
                  <a:pt x="149" y="245"/>
                  <a:pt x="104" y="378"/>
                  <a:pt x="104" y="533"/>
                </a:cubicBezTo>
                <a:cubicBezTo>
                  <a:pt x="104" y="585"/>
                  <a:pt x="119" y="652"/>
                  <a:pt x="164" y="748"/>
                </a:cubicBezTo>
                <a:cubicBezTo>
                  <a:pt x="193" y="822"/>
                  <a:pt x="238" y="911"/>
                  <a:pt x="290" y="1015"/>
                </a:cubicBezTo>
                <a:cubicBezTo>
                  <a:pt x="364" y="1133"/>
                  <a:pt x="438" y="1267"/>
                  <a:pt x="497" y="1363"/>
                </a:cubicBezTo>
                <a:lnTo>
                  <a:pt x="504" y="1370"/>
                </a:lnTo>
                <a:cubicBezTo>
                  <a:pt x="527" y="1407"/>
                  <a:pt x="549" y="1437"/>
                  <a:pt x="564" y="1466"/>
                </a:cubicBezTo>
                <a:cubicBezTo>
                  <a:pt x="564" y="1466"/>
                  <a:pt x="571" y="1474"/>
                  <a:pt x="571" y="1474"/>
                </a:cubicBezTo>
                <a:lnTo>
                  <a:pt x="541" y="1474"/>
                </a:lnTo>
                <a:lnTo>
                  <a:pt x="541" y="1489"/>
                </a:lnTo>
                <a:lnTo>
                  <a:pt x="578" y="1489"/>
                </a:lnTo>
                <a:cubicBezTo>
                  <a:pt x="593" y="1496"/>
                  <a:pt x="608" y="1503"/>
                  <a:pt x="630" y="1503"/>
                </a:cubicBezTo>
                <a:cubicBezTo>
                  <a:pt x="645" y="1503"/>
                  <a:pt x="660" y="1496"/>
                  <a:pt x="675" y="1489"/>
                </a:cubicBezTo>
                <a:lnTo>
                  <a:pt x="719" y="1489"/>
                </a:lnTo>
                <a:lnTo>
                  <a:pt x="719" y="1474"/>
                </a:lnTo>
                <a:lnTo>
                  <a:pt x="689" y="1474"/>
                </a:lnTo>
                <a:cubicBezTo>
                  <a:pt x="689" y="1474"/>
                  <a:pt x="697" y="1474"/>
                  <a:pt x="697" y="1466"/>
                </a:cubicBezTo>
                <a:cubicBezTo>
                  <a:pt x="763" y="1363"/>
                  <a:pt x="875" y="1185"/>
                  <a:pt x="971" y="1015"/>
                </a:cubicBezTo>
                <a:cubicBezTo>
                  <a:pt x="1023" y="918"/>
                  <a:pt x="1067" y="822"/>
                  <a:pt x="1097" y="756"/>
                </a:cubicBezTo>
                <a:cubicBezTo>
                  <a:pt x="1134" y="659"/>
                  <a:pt x="1156" y="585"/>
                  <a:pt x="1156" y="533"/>
                </a:cubicBezTo>
                <a:cubicBezTo>
                  <a:pt x="1156" y="378"/>
                  <a:pt x="1104" y="245"/>
                  <a:pt x="1008" y="148"/>
                </a:cubicBezTo>
                <a:cubicBezTo>
                  <a:pt x="912" y="52"/>
                  <a:pt x="786" y="0"/>
                  <a:pt x="630" y="0"/>
                </a:cubicBezTo>
                <a:close/>
                <a:moveTo>
                  <a:pt x="541" y="1777"/>
                </a:moveTo>
                <a:lnTo>
                  <a:pt x="541" y="1785"/>
                </a:lnTo>
                <a:lnTo>
                  <a:pt x="719" y="1785"/>
                </a:lnTo>
                <a:lnTo>
                  <a:pt x="719" y="1777"/>
                </a:lnTo>
                <a:close/>
                <a:moveTo>
                  <a:pt x="541" y="2081"/>
                </a:moveTo>
                <a:lnTo>
                  <a:pt x="541" y="2088"/>
                </a:lnTo>
                <a:lnTo>
                  <a:pt x="719" y="2088"/>
                </a:lnTo>
                <a:lnTo>
                  <a:pt x="719" y="2081"/>
                </a:lnTo>
                <a:close/>
                <a:moveTo>
                  <a:pt x="630" y="2881"/>
                </a:moveTo>
                <a:cubicBezTo>
                  <a:pt x="689" y="2881"/>
                  <a:pt x="741" y="2933"/>
                  <a:pt x="741" y="2992"/>
                </a:cubicBezTo>
                <a:cubicBezTo>
                  <a:pt x="741" y="3059"/>
                  <a:pt x="689" y="3110"/>
                  <a:pt x="630" y="3110"/>
                </a:cubicBezTo>
                <a:cubicBezTo>
                  <a:pt x="564" y="3110"/>
                  <a:pt x="512" y="3059"/>
                  <a:pt x="512" y="2992"/>
                </a:cubicBezTo>
                <a:cubicBezTo>
                  <a:pt x="512" y="2933"/>
                  <a:pt x="564" y="2881"/>
                  <a:pt x="630" y="2881"/>
                </a:cubicBezTo>
                <a:close/>
                <a:moveTo>
                  <a:pt x="630" y="2718"/>
                </a:moveTo>
                <a:cubicBezTo>
                  <a:pt x="475" y="2718"/>
                  <a:pt x="356" y="2844"/>
                  <a:pt x="356" y="2992"/>
                </a:cubicBezTo>
                <a:cubicBezTo>
                  <a:pt x="356" y="3147"/>
                  <a:pt x="475" y="3273"/>
                  <a:pt x="630" y="3273"/>
                </a:cubicBezTo>
                <a:cubicBezTo>
                  <a:pt x="778" y="3273"/>
                  <a:pt x="904" y="3147"/>
                  <a:pt x="904" y="2992"/>
                </a:cubicBezTo>
                <a:cubicBezTo>
                  <a:pt x="904" y="2844"/>
                  <a:pt x="778" y="2718"/>
                  <a:pt x="630" y="2718"/>
                </a:cubicBezTo>
                <a:close/>
                <a:moveTo>
                  <a:pt x="630" y="2525"/>
                </a:moveTo>
                <a:cubicBezTo>
                  <a:pt x="771" y="2525"/>
                  <a:pt x="889" y="2570"/>
                  <a:pt x="971" y="2651"/>
                </a:cubicBezTo>
                <a:cubicBezTo>
                  <a:pt x="1052" y="2733"/>
                  <a:pt x="1097" y="2851"/>
                  <a:pt x="1097" y="2992"/>
                </a:cubicBezTo>
                <a:cubicBezTo>
                  <a:pt x="1097" y="3014"/>
                  <a:pt x="1089" y="3073"/>
                  <a:pt x="1037" y="3199"/>
                </a:cubicBezTo>
                <a:cubicBezTo>
                  <a:pt x="1008" y="3281"/>
                  <a:pt x="956" y="3384"/>
                  <a:pt x="889" y="3503"/>
                </a:cubicBezTo>
                <a:cubicBezTo>
                  <a:pt x="815" y="3636"/>
                  <a:pt x="719" y="3799"/>
                  <a:pt x="630" y="3940"/>
                </a:cubicBezTo>
                <a:lnTo>
                  <a:pt x="623" y="3918"/>
                </a:lnTo>
                <a:cubicBezTo>
                  <a:pt x="549" y="3799"/>
                  <a:pt x="460" y="3651"/>
                  <a:pt x="371" y="3495"/>
                </a:cubicBezTo>
                <a:cubicBezTo>
                  <a:pt x="304" y="3377"/>
                  <a:pt x="253" y="3281"/>
                  <a:pt x="223" y="3192"/>
                </a:cubicBezTo>
                <a:cubicBezTo>
                  <a:pt x="164" y="3073"/>
                  <a:pt x="156" y="3014"/>
                  <a:pt x="156" y="2992"/>
                </a:cubicBezTo>
                <a:lnTo>
                  <a:pt x="164" y="2992"/>
                </a:lnTo>
                <a:cubicBezTo>
                  <a:pt x="164" y="2851"/>
                  <a:pt x="208" y="2733"/>
                  <a:pt x="290" y="2651"/>
                </a:cubicBezTo>
                <a:cubicBezTo>
                  <a:pt x="371" y="2570"/>
                  <a:pt x="489" y="2525"/>
                  <a:pt x="630" y="2525"/>
                </a:cubicBezTo>
                <a:close/>
                <a:moveTo>
                  <a:pt x="630" y="2362"/>
                </a:moveTo>
                <a:cubicBezTo>
                  <a:pt x="445" y="2362"/>
                  <a:pt x="290" y="2422"/>
                  <a:pt x="171" y="2540"/>
                </a:cubicBezTo>
                <a:cubicBezTo>
                  <a:pt x="60" y="2651"/>
                  <a:pt x="1" y="2807"/>
                  <a:pt x="1" y="2992"/>
                </a:cubicBezTo>
                <a:cubicBezTo>
                  <a:pt x="1" y="3059"/>
                  <a:pt x="23" y="3140"/>
                  <a:pt x="75" y="3258"/>
                </a:cubicBezTo>
                <a:cubicBezTo>
                  <a:pt x="112" y="3347"/>
                  <a:pt x="164" y="3451"/>
                  <a:pt x="230" y="3577"/>
                </a:cubicBezTo>
                <a:cubicBezTo>
                  <a:pt x="319" y="3725"/>
                  <a:pt x="415" y="3888"/>
                  <a:pt x="482" y="4006"/>
                </a:cubicBezTo>
                <a:cubicBezTo>
                  <a:pt x="512" y="4051"/>
                  <a:pt x="541" y="4095"/>
                  <a:pt x="564" y="4132"/>
                </a:cubicBezTo>
                <a:cubicBezTo>
                  <a:pt x="571" y="4154"/>
                  <a:pt x="601" y="4169"/>
                  <a:pt x="630" y="4169"/>
                </a:cubicBezTo>
                <a:cubicBezTo>
                  <a:pt x="660" y="4169"/>
                  <a:pt x="682" y="4154"/>
                  <a:pt x="697" y="4132"/>
                </a:cubicBezTo>
                <a:cubicBezTo>
                  <a:pt x="786" y="4006"/>
                  <a:pt x="919" y="3784"/>
                  <a:pt x="1030" y="3577"/>
                </a:cubicBezTo>
                <a:cubicBezTo>
                  <a:pt x="1097" y="3458"/>
                  <a:pt x="1149" y="3347"/>
                  <a:pt x="1193" y="3258"/>
                </a:cubicBezTo>
                <a:cubicBezTo>
                  <a:pt x="1237" y="3147"/>
                  <a:pt x="1260" y="3059"/>
                  <a:pt x="1260" y="2992"/>
                </a:cubicBezTo>
                <a:cubicBezTo>
                  <a:pt x="1260" y="2807"/>
                  <a:pt x="1200" y="2651"/>
                  <a:pt x="1089" y="2540"/>
                </a:cubicBezTo>
                <a:cubicBezTo>
                  <a:pt x="971" y="2422"/>
                  <a:pt x="815" y="2362"/>
                  <a:pt x="630" y="2362"/>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78"/>
          <p:cNvSpPr/>
          <p:nvPr/>
        </p:nvSpPr>
        <p:spPr>
          <a:xfrm>
            <a:off x="518150" y="2070350"/>
            <a:ext cx="312150" cy="332175"/>
          </a:xfrm>
          <a:custGeom>
            <a:rect b="b" l="l" r="r" t="t"/>
            <a:pathLst>
              <a:path extrusionOk="0" h="4429" w="4162">
                <a:moveTo>
                  <a:pt x="3295" y="438"/>
                </a:moveTo>
                <a:cubicBezTo>
                  <a:pt x="3436" y="438"/>
                  <a:pt x="3554" y="549"/>
                  <a:pt x="3554" y="697"/>
                </a:cubicBezTo>
                <a:cubicBezTo>
                  <a:pt x="3554" y="837"/>
                  <a:pt x="3436" y="956"/>
                  <a:pt x="3295" y="956"/>
                </a:cubicBezTo>
                <a:cubicBezTo>
                  <a:pt x="3155" y="956"/>
                  <a:pt x="3036" y="837"/>
                  <a:pt x="3036" y="697"/>
                </a:cubicBezTo>
                <a:cubicBezTo>
                  <a:pt x="3036" y="549"/>
                  <a:pt x="3155" y="438"/>
                  <a:pt x="3295" y="438"/>
                </a:cubicBezTo>
                <a:close/>
                <a:moveTo>
                  <a:pt x="1518" y="260"/>
                </a:moveTo>
                <a:cubicBezTo>
                  <a:pt x="1777" y="260"/>
                  <a:pt x="1992" y="475"/>
                  <a:pt x="1992" y="741"/>
                </a:cubicBezTo>
                <a:cubicBezTo>
                  <a:pt x="1992" y="1008"/>
                  <a:pt x="1777" y="1215"/>
                  <a:pt x="1518" y="1215"/>
                </a:cubicBezTo>
                <a:cubicBezTo>
                  <a:pt x="1251" y="1215"/>
                  <a:pt x="1037" y="1008"/>
                  <a:pt x="1037" y="741"/>
                </a:cubicBezTo>
                <a:cubicBezTo>
                  <a:pt x="1037" y="475"/>
                  <a:pt x="1251" y="260"/>
                  <a:pt x="1518" y="260"/>
                </a:cubicBezTo>
                <a:close/>
                <a:moveTo>
                  <a:pt x="3295" y="178"/>
                </a:moveTo>
                <a:cubicBezTo>
                  <a:pt x="3006" y="178"/>
                  <a:pt x="2777" y="408"/>
                  <a:pt x="2777" y="697"/>
                </a:cubicBezTo>
                <a:cubicBezTo>
                  <a:pt x="2777" y="986"/>
                  <a:pt x="3006" y="1215"/>
                  <a:pt x="3295" y="1215"/>
                </a:cubicBezTo>
                <a:cubicBezTo>
                  <a:pt x="3584" y="1215"/>
                  <a:pt x="3814" y="986"/>
                  <a:pt x="3814" y="697"/>
                </a:cubicBezTo>
                <a:cubicBezTo>
                  <a:pt x="3814" y="408"/>
                  <a:pt x="3584" y="178"/>
                  <a:pt x="3295" y="178"/>
                </a:cubicBezTo>
                <a:close/>
                <a:moveTo>
                  <a:pt x="1518" y="1"/>
                </a:moveTo>
                <a:cubicBezTo>
                  <a:pt x="1111" y="1"/>
                  <a:pt x="778" y="334"/>
                  <a:pt x="778" y="741"/>
                </a:cubicBezTo>
                <a:cubicBezTo>
                  <a:pt x="778" y="1149"/>
                  <a:pt x="1111" y="1474"/>
                  <a:pt x="1518" y="1474"/>
                </a:cubicBezTo>
                <a:cubicBezTo>
                  <a:pt x="1925" y="1474"/>
                  <a:pt x="2251" y="1149"/>
                  <a:pt x="2251" y="741"/>
                </a:cubicBezTo>
                <a:cubicBezTo>
                  <a:pt x="2251" y="334"/>
                  <a:pt x="1925" y="1"/>
                  <a:pt x="1518" y="1"/>
                </a:cubicBezTo>
                <a:close/>
                <a:moveTo>
                  <a:pt x="518" y="1741"/>
                </a:moveTo>
                <a:cubicBezTo>
                  <a:pt x="659" y="1741"/>
                  <a:pt x="778" y="1852"/>
                  <a:pt x="778" y="2000"/>
                </a:cubicBezTo>
                <a:cubicBezTo>
                  <a:pt x="778" y="2141"/>
                  <a:pt x="659" y="2259"/>
                  <a:pt x="518" y="2259"/>
                </a:cubicBezTo>
                <a:cubicBezTo>
                  <a:pt x="378" y="2259"/>
                  <a:pt x="259" y="2141"/>
                  <a:pt x="259" y="2000"/>
                </a:cubicBezTo>
                <a:cubicBezTo>
                  <a:pt x="259" y="1852"/>
                  <a:pt x="378" y="1741"/>
                  <a:pt x="518" y="1741"/>
                </a:cubicBezTo>
                <a:close/>
                <a:moveTo>
                  <a:pt x="518" y="1474"/>
                </a:moveTo>
                <a:cubicBezTo>
                  <a:pt x="230" y="1474"/>
                  <a:pt x="0" y="1711"/>
                  <a:pt x="0" y="2000"/>
                </a:cubicBezTo>
                <a:cubicBezTo>
                  <a:pt x="0" y="2281"/>
                  <a:pt x="230" y="2518"/>
                  <a:pt x="518" y="2518"/>
                </a:cubicBezTo>
                <a:cubicBezTo>
                  <a:pt x="807" y="2518"/>
                  <a:pt x="1037" y="2281"/>
                  <a:pt x="1037" y="2000"/>
                </a:cubicBezTo>
                <a:cubicBezTo>
                  <a:pt x="1037" y="1711"/>
                  <a:pt x="807" y="1474"/>
                  <a:pt x="518" y="1474"/>
                </a:cubicBezTo>
                <a:close/>
                <a:moveTo>
                  <a:pt x="2733" y="1822"/>
                </a:moveTo>
                <a:cubicBezTo>
                  <a:pt x="3377" y="1822"/>
                  <a:pt x="3903" y="2348"/>
                  <a:pt x="3903" y="2992"/>
                </a:cubicBezTo>
                <a:cubicBezTo>
                  <a:pt x="3903" y="3644"/>
                  <a:pt x="3377" y="4170"/>
                  <a:pt x="2733" y="4170"/>
                </a:cubicBezTo>
                <a:cubicBezTo>
                  <a:pt x="2081" y="4170"/>
                  <a:pt x="1555" y="3644"/>
                  <a:pt x="1555" y="2992"/>
                </a:cubicBezTo>
                <a:cubicBezTo>
                  <a:pt x="1555" y="2348"/>
                  <a:pt x="2081" y="1822"/>
                  <a:pt x="2733" y="1822"/>
                </a:cubicBezTo>
                <a:close/>
                <a:moveTo>
                  <a:pt x="2733" y="1563"/>
                </a:moveTo>
                <a:cubicBezTo>
                  <a:pt x="1940" y="1563"/>
                  <a:pt x="1296" y="2207"/>
                  <a:pt x="1296" y="3000"/>
                </a:cubicBezTo>
                <a:cubicBezTo>
                  <a:pt x="1296" y="3785"/>
                  <a:pt x="1940" y="4429"/>
                  <a:pt x="2733" y="4429"/>
                </a:cubicBezTo>
                <a:cubicBezTo>
                  <a:pt x="3517" y="4429"/>
                  <a:pt x="4162" y="3785"/>
                  <a:pt x="4162" y="3000"/>
                </a:cubicBezTo>
                <a:cubicBezTo>
                  <a:pt x="4162" y="2207"/>
                  <a:pt x="3517" y="1563"/>
                  <a:pt x="2733" y="1563"/>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78"/>
          <p:cNvSpPr txBox="1"/>
          <p:nvPr/>
        </p:nvSpPr>
        <p:spPr>
          <a:xfrm>
            <a:off x="250300" y="1534950"/>
            <a:ext cx="869700" cy="246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graph-</a:t>
            </a:r>
            <a:br>
              <a:rPr lang="en" sz="800">
                <a:latin typeface="Public Sans"/>
                <a:ea typeface="Public Sans"/>
                <a:cs typeface="Public Sans"/>
                <a:sym typeface="Public Sans"/>
              </a:rPr>
            </a:br>
            <a:r>
              <a:rPr lang="en" sz="800">
                <a:latin typeface="Public Sans"/>
                <a:ea typeface="Public Sans"/>
                <a:cs typeface="Public Sans"/>
                <a:sym typeface="Public Sans"/>
              </a:rPr>
              <a:t>embedding</a:t>
            </a:r>
            <a:endParaRPr sz="1600">
              <a:latin typeface="Public Sans SemiBold"/>
              <a:ea typeface="Public Sans SemiBold"/>
              <a:cs typeface="Public Sans SemiBold"/>
              <a:sym typeface="Public Sans SemiBold"/>
            </a:endParaRPr>
          </a:p>
        </p:txBody>
      </p:sp>
      <p:sp>
        <p:nvSpPr>
          <p:cNvPr id="984" name="Google Shape;984;p78"/>
          <p:cNvSpPr txBox="1"/>
          <p:nvPr/>
        </p:nvSpPr>
        <p:spPr>
          <a:xfrm>
            <a:off x="1325588" y="1534938"/>
            <a:ext cx="6603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graph-native</a:t>
            </a:r>
            <a:endParaRPr sz="1600">
              <a:latin typeface="Public Sans SemiBold"/>
              <a:ea typeface="Public Sans SemiBold"/>
              <a:cs typeface="Public Sans SemiBold"/>
              <a:sym typeface="Public Sans SemiBold"/>
            </a:endParaRPr>
          </a:p>
        </p:txBody>
      </p:sp>
      <p:sp>
        <p:nvSpPr>
          <p:cNvPr id="985" name="Google Shape;985;p78"/>
          <p:cNvSpPr txBox="1"/>
          <p:nvPr/>
        </p:nvSpPr>
        <p:spPr>
          <a:xfrm>
            <a:off x="2223326" y="1534950"/>
            <a:ext cx="8061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neo4j-db</a:t>
            </a:r>
            <a:endParaRPr sz="1600">
              <a:latin typeface="Public Sans SemiBold"/>
              <a:ea typeface="Public Sans SemiBold"/>
              <a:cs typeface="Public Sans SemiBold"/>
              <a:sym typeface="Public Sans SemiBold"/>
            </a:endParaRPr>
          </a:p>
        </p:txBody>
      </p:sp>
      <p:sp>
        <p:nvSpPr>
          <p:cNvPr id="986" name="Google Shape;986;p78"/>
          <p:cNvSpPr txBox="1"/>
          <p:nvPr/>
        </p:nvSpPr>
        <p:spPr>
          <a:xfrm>
            <a:off x="3055950" y="1534950"/>
            <a:ext cx="10821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centrality-importance</a:t>
            </a:r>
            <a:endParaRPr sz="1600">
              <a:latin typeface="Public Sans SemiBold"/>
              <a:ea typeface="Public Sans SemiBold"/>
              <a:cs typeface="Public Sans SemiBold"/>
              <a:sym typeface="Public Sans SemiBold"/>
            </a:endParaRPr>
          </a:p>
        </p:txBody>
      </p:sp>
      <p:sp>
        <p:nvSpPr>
          <p:cNvPr id="987" name="Google Shape;987;p78"/>
          <p:cNvSpPr txBox="1"/>
          <p:nvPr/>
        </p:nvSpPr>
        <p:spPr>
          <a:xfrm>
            <a:off x="4078950" y="1534950"/>
            <a:ext cx="9774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link-prediction</a:t>
            </a:r>
            <a:endParaRPr sz="1600">
              <a:latin typeface="Public Sans SemiBold"/>
              <a:ea typeface="Public Sans SemiBold"/>
              <a:cs typeface="Public Sans SemiBold"/>
              <a:sym typeface="Public Sans SemiBold"/>
            </a:endParaRPr>
          </a:p>
        </p:txBody>
      </p:sp>
      <p:sp>
        <p:nvSpPr>
          <p:cNvPr id="988" name="Google Shape;988;p78"/>
          <p:cNvSpPr txBox="1"/>
          <p:nvPr/>
        </p:nvSpPr>
        <p:spPr>
          <a:xfrm>
            <a:off x="354950" y="2443263"/>
            <a:ext cx="660300" cy="246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community-</a:t>
            </a:r>
            <a:br>
              <a:rPr lang="en" sz="800">
                <a:latin typeface="Public Sans"/>
                <a:ea typeface="Public Sans"/>
                <a:cs typeface="Public Sans"/>
                <a:sym typeface="Public Sans"/>
              </a:rPr>
            </a:br>
            <a:r>
              <a:rPr lang="en" sz="800">
                <a:latin typeface="Public Sans"/>
                <a:ea typeface="Public Sans"/>
                <a:cs typeface="Public Sans"/>
                <a:sym typeface="Public Sans"/>
              </a:rPr>
              <a:t>determination</a:t>
            </a:r>
            <a:endParaRPr sz="1600">
              <a:latin typeface="Public Sans SemiBold"/>
              <a:ea typeface="Public Sans SemiBold"/>
              <a:cs typeface="Public Sans SemiBold"/>
              <a:sym typeface="Public Sans SemiBold"/>
            </a:endParaRPr>
          </a:p>
        </p:txBody>
      </p:sp>
      <p:sp>
        <p:nvSpPr>
          <p:cNvPr id="989" name="Google Shape;989;p78"/>
          <p:cNvSpPr txBox="1"/>
          <p:nvPr/>
        </p:nvSpPr>
        <p:spPr>
          <a:xfrm>
            <a:off x="1325588" y="2443263"/>
            <a:ext cx="660300" cy="246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Neo4j-</a:t>
            </a:r>
            <a:br>
              <a:rPr lang="en" sz="800">
                <a:latin typeface="Public Sans"/>
                <a:ea typeface="Public Sans"/>
                <a:cs typeface="Public Sans"/>
                <a:sym typeface="Public Sans"/>
              </a:rPr>
            </a:br>
            <a:r>
              <a:rPr lang="en" sz="800">
                <a:latin typeface="Public Sans"/>
                <a:ea typeface="Public Sans"/>
                <a:cs typeface="Public Sans"/>
                <a:sym typeface="Public Sans"/>
              </a:rPr>
              <a:t>pathfinder</a:t>
            </a:r>
            <a:endParaRPr sz="1600">
              <a:latin typeface="Public Sans SemiBold"/>
              <a:ea typeface="Public Sans SemiBold"/>
              <a:cs typeface="Public Sans SemiBold"/>
              <a:sym typeface="Public Sans SemiBold"/>
            </a:endParaRPr>
          </a:p>
        </p:txBody>
      </p:sp>
      <p:sp>
        <p:nvSpPr>
          <p:cNvPr id="990" name="Google Shape;990;p78"/>
          <p:cNvSpPr txBox="1"/>
          <p:nvPr/>
        </p:nvSpPr>
        <p:spPr>
          <a:xfrm>
            <a:off x="2296225" y="2443263"/>
            <a:ext cx="6603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similarity</a:t>
            </a:r>
            <a:endParaRPr sz="1600">
              <a:latin typeface="Public Sans SemiBold"/>
              <a:ea typeface="Public Sans SemiBold"/>
              <a:cs typeface="Public Sans SemiBold"/>
              <a:sym typeface="Public Sans SemiBold"/>
            </a:endParaRPr>
          </a:p>
        </p:txBody>
      </p:sp>
      <p:sp>
        <p:nvSpPr>
          <p:cNvPr id="991" name="Google Shape;991;p78"/>
          <p:cNvSpPr txBox="1"/>
          <p:nvPr/>
        </p:nvSpPr>
        <p:spPr>
          <a:xfrm>
            <a:off x="3266863" y="2443263"/>
            <a:ext cx="6603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gds-lib</a:t>
            </a:r>
            <a:endParaRPr sz="1600">
              <a:latin typeface="Public Sans SemiBold"/>
              <a:ea typeface="Public Sans SemiBold"/>
              <a:cs typeface="Public Sans SemiBold"/>
              <a:sym typeface="Public Sans SemiBold"/>
            </a:endParaRPr>
          </a:p>
        </p:txBody>
      </p:sp>
      <p:sp>
        <p:nvSpPr>
          <p:cNvPr id="992" name="Google Shape;992;p78"/>
          <p:cNvSpPr txBox="1"/>
          <p:nvPr/>
        </p:nvSpPr>
        <p:spPr>
          <a:xfrm>
            <a:off x="4653200" y="4510275"/>
            <a:ext cx="4126200" cy="2463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 sz="1600">
                <a:latin typeface="Public Sans Light"/>
                <a:ea typeface="Public Sans Light"/>
                <a:cs typeface="Public Sans Light"/>
                <a:sym typeface="Public Sans Light"/>
              </a:rPr>
              <a:t>All vectors. You can color them as you need.</a:t>
            </a:r>
            <a:endParaRPr sz="1600">
              <a:latin typeface="Public Sans Light"/>
              <a:ea typeface="Public Sans Light"/>
              <a:cs typeface="Public Sans Light"/>
              <a:sym typeface="Public Sans Light"/>
            </a:endParaRPr>
          </a:p>
        </p:txBody>
      </p:sp>
      <p:sp>
        <p:nvSpPr>
          <p:cNvPr id="993" name="Google Shape;993;p78"/>
          <p:cNvSpPr/>
          <p:nvPr/>
        </p:nvSpPr>
        <p:spPr>
          <a:xfrm>
            <a:off x="3349200" y="4419925"/>
            <a:ext cx="249975" cy="333300"/>
          </a:xfrm>
          <a:custGeom>
            <a:rect b="b" l="l" r="r" t="t"/>
            <a:pathLst>
              <a:path extrusionOk="0" h="4444" w="3333">
                <a:moveTo>
                  <a:pt x="1666" y="274"/>
                </a:moveTo>
                <a:cubicBezTo>
                  <a:pt x="1889" y="274"/>
                  <a:pt x="2096" y="363"/>
                  <a:pt x="2259" y="519"/>
                </a:cubicBezTo>
                <a:cubicBezTo>
                  <a:pt x="2414" y="682"/>
                  <a:pt x="2503" y="889"/>
                  <a:pt x="2503" y="1111"/>
                </a:cubicBezTo>
                <a:lnTo>
                  <a:pt x="2503" y="1667"/>
                </a:lnTo>
                <a:lnTo>
                  <a:pt x="837" y="1667"/>
                </a:lnTo>
                <a:lnTo>
                  <a:pt x="837" y="1111"/>
                </a:lnTo>
                <a:cubicBezTo>
                  <a:pt x="837" y="889"/>
                  <a:pt x="919" y="682"/>
                  <a:pt x="1081" y="519"/>
                </a:cubicBezTo>
                <a:cubicBezTo>
                  <a:pt x="1237" y="363"/>
                  <a:pt x="1444" y="274"/>
                  <a:pt x="1666" y="274"/>
                </a:cubicBezTo>
                <a:close/>
                <a:moveTo>
                  <a:pt x="1666" y="2725"/>
                </a:moveTo>
                <a:cubicBezTo>
                  <a:pt x="1489" y="2725"/>
                  <a:pt x="1341" y="2874"/>
                  <a:pt x="1341" y="3051"/>
                </a:cubicBezTo>
                <a:cubicBezTo>
                  <a:pt x="1341" y="3229"/>
                  <a:pt x="1489" y="3377"/>
                  <a:pt x="1666" y="3377"/>
                </a:cubicBezTo>
                <a:cubicBezTo>
                  <a:pt x="1844" y="3377"/>
                  <a:pt x="1992" y="3229"/>
                  <a:pt x="1992" y="3051"/>
                </a:cubicBezTo>
                <a:cubicBezTo>
                  <a:pt x="1992" y="2874"/>
                  <a:pt x="1844" y="2725"/>
                  <a:pt x="1666" y="2725"/>
                </a:cubicBezTo>
                <a:close/>
                <a:moveTo>
                  <a:pt x="2918" y="1941"/>
                </a:moveTo>
                <a:cubicBezTo>
                  <a:pt x="2992" y="1941"/>
                  <a:pt x="3059" y="2007"/>
                  <a:pt x="3059" y="2081"/>
                </a:cubicBezTo>
                <a:lnTo>
                  <a:pt x="3059" y="4029"/>
                </a:lnTo>
                <a:cubicBezTo>
                  <a:pt x="3059" y="4103"/>
                  <a:pt x="2992" y="4162"/>
                  <a:pt x="2918" y="4162"/>
                </a:cubicBezTo>
                <a:lnTo>
                  <a:pt x="415" y="4162"/>
                </a:lnTo>
                <a:cubicBezTo>
                  <a:pt x="341" y="4162"/>
                  <a:pt x="282" y="4103"/>
                  <a:pt x="282" y="4029"/>
                </a:cubicBezTo>
                <a:lnTo>
                  <a:pt x="282" y="2081"/>
                </a:lnTo>
                <a:cubicBezTo>
                  <a:pt x="282" y="2007"/>
                  <a:pt x="341" y="1941"/>
                  <a:pt x="415" y="1941"/>
                </a:cubicBezTo>
                <a:close/>
                <a:moveTo>
                  <a:pt x="1666" y="0"/>
                </a:moveTo>
                <a:cubicBezTo>
                  <a:pt x="1370" y="0"/>
                  <a:pt x="1089" y="111"/>
                  <a:pt x="882" y="326"/>
                </a:cubicBezTo>
                <a:cubicBezTo>
                  <a:pt x="674" y="534"/>
                  <a:pt x="556" y="815"/>
                  <a:pt x="556" y="1111"/>
                </a:cubicBezTo>
                <a:lnTo>
                  <a:pt x="556" y="1667"/>
                </a:lnTo>
                <a:lnTo>
                  <a:pt x="415" y="1667"/>
                </a:lnTo>
                <a:cubicBezTo>
                  <a:pt x="185" y="1667"/>
                  <a:pt x="0" y="1852"/>
                  <a:pt x="0" y="2081"/>
                </a:cubicBezTo>
                <a:lnTo>
                  <a:pt x="0" y="4029"/>
                </a:lnTo>
                <a:cubicBezTo>
                  <a:pt x="0" y="4258"/>
                  <a:pt x="185" y="4443"/>
                  <a:pt x="415" y="4443"/>
                </a:cubicBezTo>
                <a:lnTo>
                  <a:pt x="2918" y="4443"/>
                </a:lnTo>
                <a:cubicBezTo>
                  <a:pt x="3147" y="4443"/>
                  <a:pt x="3333" y="4258"/>
                  <a:pt x="3333" y="4029"/>
                </a:cubicBezTo>
                <a:lnTo>
                  <a:pt x="3333" y="2081"/>
                </a:lnTo>
                <a:cubicBezTo>
                  <a:pt x="3333" y="1852"/>
                  <a:pt x="3147" y="1667"/>
                  <a:pt x="2918" y="1667"/>
                </a:cubicBezTo>
                <a:lnTo>
                  <a:pt x="2777" y="1667"/>
                </a:lnTo>
                <a:lnTo>
                  <a:pt x="2777" y="1111"/>
                </a:lnTo>
                <a:cubicBezTo>
                  <a:pt x="2777" y="815"/>
                  <a:pt x="2666" y="534"/>
                  <a:pt x="2451" y="326"/>
                </a:cubicBezTo>
                <a:cubicBezTo>
                  <a:pt x="2244" y="111"/>
                  <a:pt x="1963" y="0"/>
                  <a:pt x="166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78"/>
          <p:cNvSpPr/>
          <p:nvPr/>
        </p:nvSpPr>
        <p:spPr>
          <a:xfrm>
            <a:off x="3675833" y="4419925"/>
            <a:ext cx="249975" cy="333300"/>
          </a:xfrm>
          <a:custGeom>
            <a:rect b="b" l="l" r="r" t="t"/>
            <a:pathLst>
              <a:path extrusionOk="0" h="4444" w="3333">
                <a:moveTo>
                  <a:pt x="1666" y="274"/>
                </a:moveTo>
                <a:cubicBezTo>
                  <a:pt x="1889" y="274"/>
                  <a:pt x="2096" y="363"/>
                  <a:pt x="2259" y="519"/>
                </a:cubicBezTo>
                <a:cubicBezTo>
                  <a:pt x="2414" y="682"/>
                  <a:pt x="2503" y="889"/>
                  <a:pt x="2503" y="1111"/>
                </a:cubicBezTo>
                <a:lnTo>
                  <a:pt x="2503" y="1667"/>
                </a:lnTo>
                <a:lnTo>
                  <a:pt x="837" y="1667"/>
                </a:lnTo>
                <a:lnTo>
                  <a:pt x="837" y="1111"/>
                </a:lnTo>
                <a:cubicBezTo>
                  <a:pt x="837" y="889"/>
                  <a:pt x="919" y="682"/>
                  <a:pt x="1081" y="519"/>
                </a:cubicBezTo>
                <a:cubicBezTo>
                  <a:pt x="1237" y="363"/>
                  <a:pt x="1444" y="274"/>
                  <a:pt x="1666" y="274"/>
                </a:cubicBezTo>
                <a:close/>
                <a:moveTo>
                  <a:pt x="1666" y="2725"/>
                </a:moveTo>
                <a:cubicBezTo>
                  <a:pt x="1489" y="2725"/>
                  <a:pt x="1341" y="2874"/>
                  <a:pt x="1341" y="3051"/>
                </a:cubicBezTo>
                <a:cubicBezTo>
                  <a:pt x="1341" y="3229"/>
                  <a:pt x="1489" y="3377"/>
                  <a:pt x="1666" y="3377"/>
                </a:cubicBezTo>
                <a:cubicBezTo>
                  <a:pt x="1844" y="3377"/>
                  <a:pt x="1992" y="3229"/>
                  <a:pt x="1992" y="3051"/>
                </a:cubicBezTo>
                <a:cubicBezTo>
                  <a:pt x="1992" y="2874"/>
                  <a:pt x="1844" y="2725"/>
                  <a:pt x="1666" y="2725"/>
                </a:cubicBezTo>
                <a:close/>
                <a:moveTo>
                  <a:pt x="2918" y="1941"/>
                </a:moveTo>
                <a:cubicBezTo>
                  <a:pt x="2992" y="1941"/>
                  <a:pt x="3059" y="2007"/>
                  <a:pt x="3059" y="2081"/>
                </a:cubicBezTo>
                <a:lnTo>
                  <a:pt x="3059" y="4029"/>
                </a:lnTo>
                <a:cubicBezTo>
                  <a:pt x="3059" y="4103"/>
                  <a:pt x="2992" y="4162"/>
                  <a:pt x="2918" y="4162"/>
                </a:cubicBezTo>
                <a:lnTo>
                  <a:pt x="415" y="4162"/>
                </a:lnTo>
                <a:cubicBezTo>
                  <a:pt x="341" y="4162"/>
                  <a:pt x="282" y="4103"/>
                  <a:pt x="282" y="4029"/>
                </a:cubicBezTo>
                <a:lnTo>
                  <a:pt x="282" y="2081"/>
                </a:lnTo>
                <a:cubicBezTo>
                  <a:pt x="282" y="2007"/>
                  <a:pt x="341" y="1941"/>
                  <a:pt x="415" y="1941"/>
                </a:cubicBezTo>
                <a:close/>
                <a:moveTo>
                  <a:pt x="1666" y="0"/>
                </a:moveTo>
                <a:cubicBezTo>
                  <a:pt x="1370" y="0"/>
                  <a:pt x="1089" y="111"/>
                  <a:pt x="882" y="326"/>
                </a:cubicBezTo>
                <a:cubicBezTo>
                  <a:pt x="674" y="534"/>
                  <a:pt x="556" y="815"/>
                  <a:pt x="556" y="1111"/>
                </a:cubicBezTo>
                <a:lnTo>
                  <a:pt x="556" y="1667"/>
                </a:lnTo>
                <a:lnTo>
                  <a:pt x="415" y="1667"/>
                </a:lnTo>
                <a:cubicBezTo>
                  <a:pt x="185" y="1667"/>
                  <a:pt x="0" y="1852"/>
                  <a:pt x="0" y="2081"/>
                </a:cubicBezTo>
                <a:lnTo>
                  <a:pt x="0" y="4029"/>
                </a:lnTo>
                <a:cubicBezTo>
                  <a:pt x="0" y="4258"/>
                  <a:pt x="185" y="4443"/>
                  <a:pt x="415" y="4443"/>
                </a:cubicBezTo>
                <a:lnTo>
                  <a:pt x="2918" y="4443"/>
                </a:lnTo>
                <a:cubicBezTo>
                  <a:pt x="3147" y="4443"/>
                  <a:pt x="3333" y="4258"/>
                  <a:pt x="3333" y="4029"/>
                </a:cubicBezTo>
                <a:lnTo>
                  <a:pt x="3333" y="2081"/>
                </a:lnTo>
                <a:cubicBezTo>
                  <a:pt x="3333" y="1852"/>
                  <a:pt x="3147" y="1667"/>
                  <a:pt x="2918" y="1667"/>
                </a:cubicBezTo>
                <a:lnTo>
                  <a:pt x="2777" y="1667"/>
                </a:lnTo>
                <a:lnTo>
                  <a:pt x="2777" y="1111"/>
                </a:lnTo>
                <a:cubicBezTo>
                  <a:pt x="2777" y="815"/>
                  <a:pt x="2666" y="534"/>
                  <a:pt x="2451" y="326"/>
                </a:cubicBezTo>
                <a:cubicBezTo>
                  <a:pt x="2244" y="111"/>
                  <a:pt x="1963" y="0"/>
                  <a:pt x="1666" y="0"/>
                </a:cubicBezTo>
                <a:close/>
              </a:path>
            </a:pathLst>
          </a:custGeom>
          <a:solidFill>
            <a:srgbClr val="D433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78"/>
          <p:cNvSpPr/>
          <p:nvPr/>
        </p:nvSpPr>
        <p:spPr>
          <a:xfrm>
            <a:off x="4002467" y="4419925"/>
            <a:ext cx="249975" cy="333300"/>
          </a:xfrm>
          <a:custGeom>
            <a:rect b="b" l="l" r="r" t="t"/>
            <a:pathLst>
              <a:path extrusionOk="0" h="4444" w="3333">
                <a:moveTo>
                  <a:pt x="1666" y="274"/>
                </a:moveTo>
                <a:cubicBezTo>
                  <a:pt x="1889" y="274"/>
                  <a:pt x="2096" y="363"/>
                  <a:pt x="2259" y="519"/>
                </a:cubicBezTo>
                <a:cubicBezTo>
                  <a:pt x="2414" y="682"/>
                  <a:pt x="2503" y="889"/>
                  <a:pt x="2503" y="1111"/>
                </a:cubicBezTo>
                <a:lnTo>
                  <a:pt x="2503" y="1667"/>
                </a:lnTo>
                <a:lnTo>
                  <a:pt x="837" y="1667"/>
                </a:lnTo>
                <a:lnTo>
                  <a:pt x="837" y="1111"/>
                </a:lnTo>
                <a:cubicBezTo>
                  <a:pt x="837" y="889"/>
                  <a:pt x="919" y="682"/>
                  <a:pt x="1081" y="519"/>
                </a:cubicBezTo>
                <a:cubicBezTo>
                  <a:pt x="1237" y="363"/>
                  <a:pt x="1444" y="274"/>
                  <a:pt x="1666" y="274"/>
                </a:cubicBezTo>
                <a:close/>
                <a:moveTo>
                  <a:pt x="1666" y="2725"/>
                </a:moveTo>
                <a:cubicBezTo>
                  <a:pt x="1489" y="2725"/>
                  <a:pt x="1341" y="2874"/>
                  <a:pt x="1341" y="3051"/>
                </a:cubicBezTo>
                <a:cubicBezTo>
                  <a:pt x="1341" y="3229"/>
                  <a:pt x="1489" y="3377"/>
                  <a:pt x="1666" y="3377"/>
                </a:cubicBezTo>
                <a:cubicBezTo>
                  <a:pt x="1844" y="3377"/>
                  <a:pt x="1992" y="3229"/>
                  <a:pt x="1992" y="3051"/>
                </a:cubicBezTo>
                <a:cubicBezTo>
                  <a:pt x="1992" y="2874"/>
                  <a:pt x="1844" y="2725"/>
                  <a:pt x="1666" y="2725"/>
                </a:cubicBezTo>
                <a:close/>
                <a:moveTo>
                  <a:pt x="2918" y="1941"/>
                </a:moveTo>
                <a:cubicBezTo>
                  <a:pt x="2992" y="1941"/>
                  <a:pt x="3059" y="2007"/>
                  <a:pt x="3059" y="2081"/>
                </a:cubicBezTo>
                <a:lnTo>
                  <a:pt x="3059" y="4029"/>
                </a:lnTo>
                <a:cubicBezTo>
                  <a:pt x="3059" y="4103"/>
                  <a:pt x="2992" y="4162"/>
                  <a:pt x="2918" y="4162"/>
                </a:cubicBezTo>
                <a:lnTo>
                  <a:pt x="415" y="4162"/>
                </a:lnTo>
                <a:cubicBezTo>
                  <a:pt x="341" y="4162"/>
                  <a:pt x="282" y="4103"/>
                  <a:pt x="282" y="4029"/>
                </a:cubicBezTo>
                <a:lnTo>
                  <a:pt x="282" y="2081"/>
                </a:lnTo>
                <a:cubicBezTo>
                  <a:pt x="282" y="2007"/>
                  <a:pt x="341" y="1941"/>
                  <a:pt x="415" y="1941"/>
                </a:cubicBezTo>
                <a:close/>
                <a:moveTo>
                  <a:pt x="1666" y="0"/>
                </a:moveTo>
                <a:cubicBezTo>
                  <a:pt x="1370" y="0"/>
                  <a:pt x="1089" y="111"/>
                  <a:pt x="882" y="326"/>
                </a:cubicBezTo>
                <a:cubicBezTo>
                  <a:pt x="674" y="534"/>
                  <a:pt x="556" y="815"/>
                  <a:pt x="556" y="1111"/>
                </a:cubicBezTo>
                <a:lnTo>
                  <a:pt x="556" y="1667"/>
                </a:lnTo>
                <a:lnTo>
                  <a:pt x="415" y="1667"/>
                </a:lnTo>
                <a:cubicBezTo>
                  <a:pt x="185" y="1667"/>
                  <a:pt x="0" y="1852"/>
                  <a:pt x="0" y="2081"/>
                </a:cubicBezTo>
                <a:lnTo>
                  <a:pt x="0" y="4029"/>
                </a:lnTo>
                <a:cubicBezTo>
                  <a:pt x="0" y="4258"/>
                  <a:pt x="185" y="4443"/>
                  <a:pt x="415" y="4443"/>
                </a:cubicBezTo>
                <a:lnTo>
                  <a:pt x="2918" y="4443"/>
                </a:lnTo>
                <a:cubicBezTo>
                  <a:pt x="3147" y="4443"/>
                  <a:pt x="3333" y="4258"/>
                  <a:pt x="3333" y="4029"/>
                </a:cubicBezTo>
                <a:lnTo>
                  <a:pt x="3333" y="2081"/>
                </a:lnTo>
                <a:cubicBezTo>
                  <a:pt x="3333" y="1852"/>
                  <a:pt x="3147" y="1667"/>
                  <a:pt x="2918" y="1667"/>
                </a:cubicBezTo>
                <a:lnTo>
                  <a:pt x="2777" y="1667"/>
                </a:lnTo>
                <a:lnTo>
                  <a:pt x="2777" y="1111"/>
                </a:lnTo>
                <a:cubicBezTo>
                  <a:pt x="2777" y="815"/>
                  <a:pt x="2666" y="534"/>
                  <a:pt x="2451" y="326"/>
                </a:cubicBezTo>
                <a:cubicBezTo>
                  <a:pt x="2244" y="111"/>
                  <a:pt x="1963" y="0"/>
                  <a:pt x="16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78"/>
          <p:cNvSpPr/>
          <p:nvPr/>
        </p:nvSpPr>
        <p:spPr>
          <a:xfrm>
            <a:off x="4329100" y="4419925"/>
            <a:ext cx="249975" cy="333300"/>
          </a:xfrm>
          <a:custGeom>
            <a:rect b="b" l="l" r="r" t="t"/>
            <a:pathLst>
              <a:path extrusionOk="0" h="4444" w="3333">
                <a:moveTo>
                  <a:pt x="1666" y="274"/>
                </a:moveTo>
                <a:cubicBezTo>
                  <a:pt x="1889" y="274"/>
                  <a:pt x="2096" y="363"/>
                  <a:pt x="2259" y="519"/>
                </a:cubicBezTo>
                <a:cubicBezTo>
                  <a:pt x="2414" y="682"/>
                  <a:pt x="2503" y="889"/>
                  <a:pt x="2503" y="1111"/>
                </a:cubicBezTo>
                <a:lnTo>
                  <a:pt x="2503" y="1667"/>
                </a:lnTo>
                <a:lnTo>
                  <a:pt x="837" y="1667"/>
                </a:lnTo>
                <a:lnTo>
                  <a:pt x="837" y="1111"/>
                </a:lnTo>
                <a:cubicBezTo>
                  <a:pt x="837" y="889"/>
                  <a:pt x="919" y="682"/>
                  <a:pt x="1081" y="519"/>
                </a:cubicBezTo>
                <a:cubicBezTo>
                  <a:pt x="1237" y="363"/>
                  <a:pt x="1444" y="274"/>
                  <a:pt x="1666" y="274"/>
                </a:cubicBezTo>
                <a:close/>
                <a:moveTo>
                  <a:pt x="1666" y="2725"/>
                </a:moveTo>
                <a:cubicBezTo>
                  <a:pt x="1489" y="2725"/>
                  <a:pt x="1341" y="2874"/>
                  <a:pt x="1341" y="3051"/>
                </a:cubicBezTo>
                <a:cubicBezTo>
                  <a:pt x="1341" y="3229"/>
                  <a:pt x="1489" y="3377"/>
                  <a:pt x="1666" y="3377"/>
                </a:cubicBezTo>
                <a:cubicBezTo>
                  <a:pt x="1844" y="3377"/>
                  <a:pt x="1992" y="3229"/>
                  <a:pt x="1992" y="3051"/>
                </a:cubicBezTo>
                <a:cubicBezTo>
                  <a:pt x="1992" y="2874"/>
                  <a:pt x="1844" y="2725"/>
                  <a:pt x="1666" y="2725"/>
                </a:cubicBezTo>
                <a:close/>
                <a:moveTo>
                  <a:pt x="2918" y="1941"/>
                </a:moveTo>
                <a:cubicBezTo>
                  <a:pt x="2992" y="1941"/>
                  <a:pt x="3059" y="2007"/>
                  <a:pt x="3059" y="2081"/>
                </a:cubicBezTo>
                <a:lnTo>
                  <a:pt x="3059" y="4029"/>
                </a:lnTo>
                <a:cubicBezTo>
                  <a:pt x="3059" y="4103"/>
                  <a:pt x="2992" y="4162"/>
                  <a:pt x="2918" y="4162"/>
                </a:cubicBezTo>
                <a:lnTo>
                  <a:pt x="415" y="4162"/>
                </a:lnTo>
                <a:cubicBezTo>
                  <a:pt x="341" y="4162"/>
                  <a:pt x="282" y="4103"/>
                  <a:pt x="282" y="4029"/>
                </a:cubicBezTo>
                <a:lnTo>
                  <a:pt x="282" y="2081"/>
                </a:lnTo>
                <a:cubicBezTo>
                  <a:pt x="282" y="2007"/>
                  <a:pt x="341" y="1941"/>
                  <a:pt x="415" y="1941"/>
                </a:cubicBezTo>
                <a:close/>
                <a:moveTo>
                  <a:pt x="1666" y="0"/>
                </a:moveTo>
                <a:cubicBezTo>
                  <a:pt x="1370" y="0"/>
                  <a:pt x="1089" y="111"/>
                  <a:pt x="882" y="326"/>
                </a:cubicBezTo>
                <a:cubicBezTo>
                  <a:pt x="674" y="534"/>
                  <a:pt x="556" y="815"/>
                  <a:pt x="556" y="1111"/>
                </a:cubicBezTo>
                <a:lnTo>
                  <a:pt x="556" y="1667"/>
                </a:lnTo>
                <a:lnTo>
                  <a:pt x="415" y="1667"/>
                </a:lnTo>
                <a:cubicBezTo>
                  <a:pt x="185" y="1667"/>
                  <a:pt x="0" y="1852"/>
                  <a:pt x="0" y="2081"/>
                </a:cubicBezTo>
                <a:lnTo>
                  <a:pt x="0" y="4029"/>
                </a:lnTo>
                <a:cubicBezTo>
                  <a:pt x="0" y="4258"/>
                  <a:pt x="185" y="4443"/>
                  <a:pt x="415" y="4443"/>
                </a:cubicBezTo>
                <a:lnTo>
                  <a:pt x="2918" y="4443"/>
                </a:lnTo>
                <a:cubicBezTo>
                  <a:pt x="3147" y="4443"/>
                  <a:pt x="3333" y="4258"/>
                  <a:pt x="3333" y="4029"/>
                </a:cubicBezTo>
                <a:lnTo>
                  <a:pt x="3333" y="2081"/>
                </a:lnTo>
                <a:cubicBezTo>
                  <a:pt x="3333" y="1852"/>
                  <a:pt x="3147" y="1667"/>
                  <a:pt x="2918" y="1667"/>
                </a:cubicBezTo>
                <a:lnTo>
                  <a:pt x="2777" y="1667"/>
                </a:lnTo>
                <a:lnTo>
                  <a:pt x="2777" y="1111"/>
                </a:lnTo>
                <a:cubicBezTo>
                  <a:pt x="2777" y="815"/>
                  <a:pt x="2666" y="534"/>
                  <a:pt x="2451" y="326"/>
                </a:cubicBezTo>
                <a:cubicBezTo>
                  <a:pt x="2244" y="111"/>
                  <a:pt x="1963" y="0"/>
                  <a:pt x="1666" y="0"/>
                </a:cubicBezTo>
                <a:close/>
              </a:path>
            </a:pathLst>
          </a:custGeom>
          <a:solidFill>
            <a:srgbClr val="90CB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0" name="Shape 1000"/>
        <p:cNvGrpSpPr/>
        <p:nvPr/>
      </p:nvGrpSpPr>
      <p:grpSpPr>
        <a:xfrm>
          <a:off x="0" y="0"/>
          <a:ext cx="0" cy="0"/>
          <a:chOff x="0" y="0"/>
          <a:chExt cx="0" cy="0"/>
        </a:xfrm>
      </p:grpSpPr>
      <p:sp>
        <p:nvSpPr>
          <p:cNvPr id="1001" name="Google Shape;1001;p79"/>
          <p:cNvSpPr txBox="1"/>
          <p:nvPr>
            <p:ph type="title"/>
          </p:nvPr>
        </p:nvSpPr>
        <p:spPr>
          <a:xfrm>
            <a:off x="365750" y="274325"/>
            <a:ext cx="8412600" cy="548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Use Cases Icons</a:t>
            </a:r>
            <a:endParaRPr/>
          </a:p>
        </p:txBody>
      </p:sp>
      <p:sp>
        <p:nvSpPr>
          <p:cNvPr id="1002" name="Google Shape;1002;p79"/>
          <p:cNvSpPr txBox="1"/>
          <p:nvPr>
            <p:ph idx="12" type="sldNum"/>
          </p:nvPr>
        </p:nvSpPr>
        <p:spPr>
          <a:xfrm>
            <a:off x="360650" y="4880150"/>
            <a:ext cx="3667800" cy="2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Neo4j Inc. All rights reserved 2023	</a:t>
            </a:r>
            <a:endParaRPr/>
          </a:p>
        </p:txBody>
      </p:sp>
      <p:sp>
        <p:nvSpPr>
          <p:cNvPr id="1003" name="Google Shape;1003;p79"/>
          <p:cNvSpPr txBox="1"/>
          <p:nvPr>
            <p:ph idx="2" type="sldNum"/>
          </p:nvPr>
        </p:nvSpPr>
        <p:spPr>
          <a:xfrm>
            <a:off x="0" y="4880150"/>
            <a:ext cx="265200" cy="2697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004" name="Google Shape;1004;p79"/>
          <p:cNvSpPr/>
          <p:nvPr/>
        </p:nvSpPr>
        <p:spPr>
          <a:xfrm>
            <a:off x="537575" y="1188725"/>
            <a:ext cx="294450" cy="333525"/>
          </a:xfrm>
          <a:custGeom>
            <a:rect b="b" l="l" r="r" t="t"/>
            <a:pathLst>
              <a:path extrusionOk="0" h="4447" w="3926">
                <a:moveTo>
                  <a:pt x="2496" y="277"/>
                </a:moveTo>
                <a:cubicBezTo>
                  <a:pt x="2511" y="277"/>
                  <a:pt x="2533" y="277"/>
                  <a:pt x="2548" y="285"/>
                </a:cubicBezTo>
                <a:cubicBezTo>
                  <a:pt x="2571" y="292"/>
                  <a:pt x="2593" y="307"/>
                  <a:pt x="2608" y="322"/>
                </a:cubicBezTo>
                <a:cubicBezTo>
                  <a:pt x="2615" y="337"/>
                  <a:pt x="2630" y="351"/>
                  <a:pt x="2637" y="374"/>
                </a:cubicBezTo>
                <a:lnTo>
                  <a:pt x="2882" y="1114"/>
                </a:lnTo>
                <a:lnTo>
                  <a:pt x="1045" y="1114"/>
                </a:lnTo>
                <a:lnTo>
                  <a:pt x="1289" y="374"/>
                </a:lnTo>
                <a:cubicBezTo>
                  <a:pt x="1297" y="359"/>
                  <a:pt x="1312" y="337"/>
                  <a:pt x="1326" y="322"/>
                </a:cubicBezTo>
                <a:cubicBezTo>
                  <a:pt x="1341" y="307"/>
                  <a:pt x="1356" y="292"/>
                  <a:pt x="1378" y="285"/>
                </a:cubicBezTo>
                <a:cubicBezTo>
                  <a:pt x="1393" y="277"/>
                  <a:pt x="1415" y="277"/>
                  <a:pt x="1438" y="277"/>
                </a:cubicBezTo>
                <a:cubicBezTo>
                  <a:pt x="1460" y="285"/>
                  <a:pt x="1475" y="292"/>
                  <a:pt x="1497" y="300"/>
                </a:cubicBezTo>
                <a:lnTo>
                  <a:pt x="1749" y="455"/>
                </a:lnTo>
                <a:cubicBezTo>
                  <a:pt x="1815" y="492"/>
                  <a:pt x="1891" y="511"/>
                  <a:pt x="1966" y="511"/>
                </a:cubicBezTo>
                <a:cubicBezTo>
                  <a:pt x="2041" y="511"/>
                  <a:pt x="2115" y="492"/>
                  <a:pt x="2178" y="455"/>
                </a:cubicBezTo>
                <a:lnTo>
                  <a:pt x="2430" y="300"/>
                </a:lnTo>
                <a:cubicBezTo>
                  <a:pt x="2452" y="292"/>
                  <a:pt x="2474" y="285"/>
                  <a:pt x="2496" y="277"/>
                </a:cubicBezTo>
                <a:close/>
                <a:moveTo>
                  <a:pt x="3074" y="1388"/>
                </a:moveTo>
                <a:lnTo>
                  <a:pt x="3074" y="1529"/>
                </a:lnTo>
                <a:cubicBezTo>
                  <a:pt x="3074" y="1640"/>
                  <a:pt x="3030" y="1744"/>
                  <a:pt x="2956" y="1825"/>
                </a:cubicBezTo>
                <a:cubicBezTo>
                  <a:pt x="2874" y="1899"/>
                  <a:pt x="2770" y="1943"/>
                  <a:pt x="2659" y="1943"/>
                </a:cubicBezTo>
                <a:lnTo>
                  <a:pt x="2356" y="1943"/>
                </a:lnTo>
                <a:cubicBezTo>
                  <a:pt x="2319" y="1943"/>
                  <a:pt x="2282" y="1929"/>
                  <a:pt x="2259" y="1906"/>
                </a:cubicBezTo>
                <a:lnTo>
                  <a:pt x="2060" y="1707"/>
                </a:lnTo>
                <a:cubicBezTo>
                  <a:pt x="2037" y="1684"/>
                  <a:pt x="2000" y="1669"/>
                  <a:pt x="1963" y="1669"/>
                </a:cubicBezTo>
                <a:cubicBezTo>
                  <a:pt x="1926" y="1669"/>
                  <a:pt x="1889" y="1684"/>
                  <a:pt x="1867" y="1707"/>
                </a:cubicBezTo>
                <a:lnTo>
                  <a:pt x="1667" y="1906"/>
                </a:lnTo>
                <a:cubicBezTo>
                  <a:pt x="1645" y="1929"/>
                  <a:pt x="1608" y="1943"/>
                  <a:pt x="1571" y="1943"/>
                </a:cubicBezTo>
                <a:lnTo>
                  <a:pt x="1267" y="1943"/>
                </a:lnTo>
                <a:cubicBezTo>
                  <a:pt x="1156" y="1943"/>
                  <a:pt x="1052" y="1899"/>
                  <a:pt x="971" y="1825"/>
                </a:cubicBezTo>
                <a:cubicBezTo>
                  <a:pt x="897" y="1744"/>
                  <a:pt x="853" y="1640"/>
                  <a:pt x="853" y="1529"/>
                </a:cubicBezTo>
                <a:lnTo>
                  <a:pt x="853" y="1388"/>
                </a:lnTo>
                <a:close/>
                <a:moveTo>
                  <a:pt x="1963" y="2003"/>
                </a:moveTo>
                <a:lnTo>
                  <a:pt x="2060" y="2099"/>
                </a:lnTo>
                <a:cubicBezTo>
                  <a:pt x="2141" y="2180"/>
                  <a:pt x="2245" y="2225"/>
                  <a:pt x="2356" y="2225"/>
                </a:cubicBezTo>
                <a:lnTo>
                  <a:pt x="2585" y="2225"/>
                </a:lnTo>
                <a:cubicBezTo>
                  <a:pt x="2519" y="2299"/>
                  <a:pt x="2437" y="2358"/>
                  <a:pt x="2348" y="2410"/>
                </a:cubicBezTo>
                <a:cubicBezTo>
                  <a:pt x="2230" y="2469"/>
                  <a:pt x="2097" y="2499"/>
                  <a:pt x="1963" y="2499"/>
                </a:cubicBezTo>
                <a:cubicBezTo>
                  <a:pt x="1830" y="2499"/>
                  <a:pt x="1697" y="2469"/>
                  <a:pt x="1578" y="2410"/>
                </a:cubicBezTo>
                <a:cubicBezTo>
                  <a:pt x="1489" y="2358"/>
                  <a:pt x="1408" y="2299"/>
                  <a:pt x="1341" y="2225"/>
                </a:cubicBezTo>
                <a:lnTo>
                  <a:pt x="1571" y="2225"/>
                </a:lnTo>
                <a:cubicBezTo>
                  <a:pt x="1682" y="2225"/>
                  <a:pt x="1786" y="2180"/>
                  <a:pt x="1867" y="2099"/>
                </a:cubicBezTo>
                <a:lnTo>
                  <a:pt x="1963" y="2003"/>
                </a:lnTo>
                <a:close/>
                <a:moveTo>
                  <a:pt x="2512" y="1"/>
                </a:moveTo>
                <a:cubicBezTo>
                  <a:pt x="2497" y="1"/>
                  <a:pt x="2482" y="1"/>
                  <a:pt x="2467" y="3"/>
                </a:cubicBezTo>
                <a:cubicBezTo>
                  <a:pt x="2400" y="11"/>
                  <a:pt x="2341" y="33"/>
                  <a:pt x="2289" y="63"/>
                </a:cubicBezTo>
                <a:lnTo>
                  <a:pt x="2037" y="218"/>
                </a:lnTo>
                <a:cubicBezTo>
                  <a:pt x="2015" y="229"/>
                  <a:pt x="1989" y="235"/>
                  <a:pt x="1963" y="235"/>
                </a:cubicBezTo>
                <a:cubicBezTo>
                  <a:pt x="1937" y="235"/>
                  <a:pt x="1911" y="229"/>
                  <a:pt x="1889" y="218"/>
                </a:cubicBezTo>
                <a:lnTo>
                  <a:pt x="1637" y="63"/>
                </a:lnTo>
                <a:cubicBezTo>
                  <a:pt x="1586" y="33"/>
                  <a:pt x="1526" y="11"/>
                  <a:pt x="1467" y="3"/>
                </a:cubicBezTo>
                <a:cubicBezTo>
                  <a:pt x="1451" y="2"/>
                  <a:pt x="1436" y="1"/>
                  <a:pt x="1420" y="1"/>
                </a:cubicBezTo>
                <a:cubicBezTo>
                  <a:pt x="1369" y="1"/>
                  <a:pt x="1320" y="10"/>
                  <a:pt x="1275" y="33"/>
                </a:cubicBezTo>
                <a:cubicBezTo>
                  <a:pt x="1215" y="55"/>
                  <a:pt x="1164" y="85"/>
                  <a:pt x="1127" y="129"/>
                </a:cubicBezTo>
                <a:cubicBezTo>
                  <a:pt x="1082" y="174"/>
                  <a:pt x="1045" y="225"/>
                  <a:pt x="1030" y="285"/>
                </a:cubicBezTo>
                <a:lnTo>
                  <a:pt x="749" y="1114"/>
                </a:lnTo>
                <a:lnTo>
                  <a:pt x="297" y="1114"/>
                </a:lnTo>
                <a:cubicBezTo>
                  <a:pt x="223" y="1114"/>
                  <a:pt x="156" y="1173"/>
                  <a:pt x="156" y="1255"/>
                </a:cubicBezTo>
                <a:cubicBezTo>
                  <a:pt x="156" y="1329"/>
                  <a:pt x="223" y="1388"/>
                  <a:pt x="297" y="1388"/>
                </a:cubicBezTo>
                <a:lnTo>
                  <a:pt x="579" y="1388"/>
                </a:lnTo>
                <a:lnTo>
                  <a:pt x="579" y="1529"/>
                </a:lnTo>
                <a:cubicBezTo>
                  <a:pt x="579" y="1714"/>
                  <a:pt x="645" y="1892"/>
                  <a:pt x="778" y="2018"/>
                </a:cubicBezTo>
                <a:cubicBezTo>
                  <a:pt x="830" y="2069"/>
                  <a:pt x="882" y="2106"/>
                  <a:pt x="941" y="2143"/>
                </a:cubicBezTo>
                <a:lnTo>
                  <a:pt x="1052" y="2306"/>
                </a:lnTo>
                <a:cubicBezTo>
                  <a:pt x="1156" y="2447"/>
                  <a:pt x="1289" y="2573"/>
                  <a:pt x="1452" y="2654"/>
                </a:cubicBezTo>
                <a:cubicBezTo>
                  <a:pt x="1608" y="2736"/>
                  <a:pt x="1786" y="2780"/>
                  <a:pt x="1963" y="2780"/>
                </a:cubicBezTo>
                <a:cubicBezTo>
                  <a:pt x="2141" y="2780"/>
                  <a:pt x="2319" y="2736"/>
                  <a:pt x="2474" y="2654"/>
                </a:cubicBezTo>
                <a:cubicBezTo>
                  <a:pt x="2637" y="2573"/>
                  <a:pt x="2770" y="2447"/>
                  <a:pt x="2874" y="2306"/>
                </a:cubicBezTo>
                <a:lnTo>
                  <a:pt x="2985" y="2136"/>
                </a:lnTo>
                <a:cubicBezTo>
                  <a:pt x="3044" y="2106"/>
                  <a:pt x="3104" y="2069"/>
                  <a:pt x="3148" y="2018"/>
                </a:cubicBezTo>
                <a:cubicBezTo>
                  <a:pt x="3281" y="1892"/>
                  <a:pt x="3348" y="1714"/>
                  <a:pt x="3348" y="1529"/>
                </a:cubicBezTo>
                <a:lnTo>
                  <a:pt x="3348" y="1388"/>
                </a:lnTo>
                <a:lnTo>
                  <a:pt x="3629" y="1388"/>
                </a:lnTo>
                <a:cubicBezTo>
                  <a:pt x="3703" y="1388"/>
                  <a:pt x="3770" y="1329"/>
                  <a:pt x="3770" y="1255"/>
                </a:cubicBezTo>
                <a:cubicBezTo>
                  <a:pt x="3770" y="1173"/>
                  <a:pt x="3703" y="1114"/>
                  <a:pt x="3629" y="1114"/>
                </a:cubicBezTo>
                <a:lnTo>
                  <a:pt x="3170" y="1114"/>
                </a:lnTo>
                <a:lnTo>
                  <a:pt x="2896" y="285"/>
                </a:lnTo>
                <a:cubicBezTo>
                  <a:pt x="2882" y="225"/>
                  <a:pt x="2844" y="174"/>
                  <a:pt x="2800" y="129"/>
                </a:cubicBezTo>
                <a:cubicBezTo>
                  <a:pt x="2763" y="85"/>
                  <a:pt x="2711" y="55"/>
                  <a:pt x="2652" y="26"/>
                </a:cubicBezTo>
                <a:cubicBezTo>
                  <a:pt x="2608" y="9"/>
                  <a:pt x="2559" y="1"/>
                  <a:pt x="2512" y="1"/>
                </a:cubicBezTo>
                <a:close/>
                <a:moveTo>
                  <a:pt x="1963" y="3269"/>
                </a:moveTo>
                <a:cubicBezTo>
                  <a:pt x="2104" y="3269"/>
                  <a:pt x="2245" y="3291"/>
                  <a:pt x="2385" y="3321"/>
                </a:cubicBezTo>
                <a:lnTo>
                  <a:pt x="1963" y="4032"/>
                </a:lnTo>
                <a:lnTo>
                  <a:pt x="1541" y="3321"/>
                </a:lnTo>
                <a:cubicBezTo>
                  <a:pt x="1682" y="3291"/>
                  <a:pt x="1823" y="3269"/>
                  <a:pt x="1963" y="3269"/>
                </a:cubicBezTo>
                <a:close/>
                <a:moveTo>
                  <a:pt x="1963" y="2995"/>
                </a:moveTo>
                <a:cubicBezTo>
                  <a:pt x="1734" y="2995"/>
                  <a:pt x="1512" y="3032"/>
                  <a:pt x="1304" y="3099"/>
                </a:cubicBezTo>
                <a:cubicBezTo>
                  <a:pt x="1289" y="3106"/>
                  <a:pt x="1282" y="3106"/>
                  <a:pt x="1275" y="3113"/>
                </a:cubicBezTo>
                <a:cubicBezTo>
                  <a:pt x="1112" y="3165"/>
                  <a:pt x="956" y="3239"/>
                  <a:pt x="808" y="3336"/>
                </a:cubicBezTo>
                <a:cubicBezTo>
                  <a:pt x="467" y="3558"/>
                  <a:pt x="193" y="3876"/>
                  <a:pt x="31" y="4246"/>
                </a:cubicBezTo>
                <a:cubicBezTo>
                  <a:pt x="1" y="4321"/>
                  <a:pt x="31" y="4402"/>
                  <a:pt x="97" y="4432"/>
                </a:cubicBezTo>
                <a:cubicBezTo>
                  <a:pt x="117" y="4439"/>
                  <a:pt x="137" y="4443"/>
                  <a:pt x="156" y="4443"/>
                </a:cubicBezTo>
                <a:cubicBezTo>
                  <a:pt x="211" y="4443"/>
                  <a:pt x="261" y="4414"/>
                  <a:pt x="282" y="4365"/>
                </a:cubicBezTo>
                <a:cubicBezTo>
                  <a:pt x="430" y="4039"/>
                  <a:pt x="660" y="3765"/>
                  <a:pt x="964" y="3573"/>
                </a:cubicBezTo>
                <a:cubicBezTo>
                  <a:pt x="993" y="3550"/>
                  <a:pt x="1030" y="3528"/>
                  <a:pt x="1060" y="3506"/>
                </a:cubicBezTo>
                <a:lnTo>
                  <a:pt x="1060" y="3506"/>
                </a:lnTo>
                <a:lnTo>
                  <a:pt x="860" y="3972"/>
                </a:lnTo>
                <a:cubicBezTo>
                  <a:pt x="838" y="4032"/>
                  <a:pt x="860" y="4106"/>
                  <a:pt x="912" y="4143"/>
                </a:cubicBezTo>
                <a:lnTo>
                  <a:pt x="1326" y="4424"/>
                </a:lnTo>
                <a:cubicBezTo>
                  <a:pt x="1350" y="4437"/>
                  <a:pt x="1377" y="4444"/>
                  <a:pt x="1403" y="4444"/>
                </a:cubicBezTo>
                <a:cubicBezTo>
                  <a:pt x="1450" y="4444"/>
                  <a:pt x="1495" y="4423"/>
                  <a:pt x="1519" y="4380"/>
                </a:cubicBezTo>
                <a:cubicBezTo>
                  <a:pt x="1563" y="4321"/>
                  <a:pt x="1549" y="4232"/>
                  <a:pt x="1482" y="4187"/>
                </a:cubicBezTo>
                <a:lnTo>
                  <a:pt x="1164" y="3972"/>
                </a:lnTo>
                <a:lnTo>
                  <a:pt x="1349" y="3543"/>
                </a:lnTo>
                <a:lnTo>
                  <a:pt x="1845" y="4372"/>
                </a:lnTo>
                <a:cubicBezTo>
                  <a:pt x="1845" y="4372"/>
                  <a:pt x="1845" y="4380"/>
                  <a:pt x="1845" y="4380"/>
                </a:cubicBezTo>
                <a:cubicBezTo>
                  <a:pt x="1852" y="4387"/>
                  <a:pt x="1852" y="4395"/>
                  <a:pt x="1860" y="4402"/>
                </a:cubicBezTo>
                <a:lnTo>
                  <a:pt x="1867" y="4402"/>
                </a:lnTo>
                <a:cubicBezTo>
                  <a:pt x="1874" y="4409"/>
                  <a:pt x="1882" y="4417"/>
                  <a:pt x="1889" y="4424"/>
                </a:cubicBezTo>
                <a:cubicBezTo>
                  <a:pt x="1897" y="4432"/>
                  <a:pt x="1904" y="4432"/>
                  <a:pt x="1919" y="4432"/>
                </a:cubicBezTo>
                <a:cubicBezTo>
                  <a:pt x="1919" y="4432"/>
                  <a:pt x="1919" y="4439"/>
                  <a:pt x="1926" y="4439"/>
                </a:cubicBezTo>
                <a:lnTo>
                  <a:pt x="1993" y="4439"/>
                </a:lnTo>
                <a:cubicBezTo>
                  <a:pt x="2000" y="4439"/>
                  <a:pt x="2000" y="4432"/>
                  <a:pt x="2008" y="4432"/>
                </a:cubicBezTo>
                <a:cubicBezTo>
                  <a:pt x="2015" y="4432"/>
                  <a:pt x="2023" y="4432"/>
                  <a:pt x="2030" y="4424"/>
                </a:cubicBezTo>
                <a:cubicBezTo>
                  <a:pt x="2045" y="4417"/>
                  <a:pt x="2052" y="4409"/>
                  <a:pt x="2060" y="4402"/>
                </a:cubicBezTo>
                <a:cubicBezTo>
                  <a:pt x="2067" y="4395"/>
                  <a:pt x="2074" y="4387"/>
                  <a:pt x="2082" y="4380"/>
                </a:cubicBezTo>
                <a:cubicBezTo>
                  <a:pt x="2082" y="4380"/>
                  <a:pt x="2082" y="4380"/>
                  <a:pt x="2082" y="4372"/>
                </a:cubicBezTo>
                <a:lnTo>
                  <a:pt x="2571" y="3543"/>
                </a:lnTo>
                <a:lnTo>
                  <a:pt x="2763" y="3980"/>
                </a:lnTo>
                <a:lnTo>
                  <a:pt x="2437" y="4187"/>
                </a:lnTo>
                <a:cubicBezTo>
                  <a:pt x="2378" y="4232"/>
                  <a:pt x="2356" y="4321"/>
                  <a:pt x="2400" y="4380"/>
                </a:cubicBezTo>
                <a:cubicBezTo>
                  <a:pt x="2429" y="4423"/>
                  <a:pt x="2476" y="4444"/>
                  <a:pt x="2521" y="4444"/>
                </a:cubicBezTo>
                <a:cubicBezTo>
                  <a:pt x="2547" y="4444"/>
                  <a:pt x="2572" y="4437"/>
                  <a:pt x="2593" y="4424"/>
                </a:cubicBezTo>
                <a:lnTo>
                  <a:pt x="3007" y="4143"/>
                </a:lnTo>
                <a:cubicBezTo>
                  <a:pt x="3067" y="4106"/>
                  <a:pt x="3089" y="4032"/>
                  <a:pt x="3059" y="3972"/>
                </a:cubicBezTo>
                <a:lnTo>
                  <a:pt x="2859" y="3506"/>
                </a:lnTo>
                <a:lnTo>
                  <a:pt x="2859" y="3506"/>
                </a:lnTo>
                <a:cubicBezTo>
                  <a:pt x="2896" y="3528"/>
                  <a:pt x="2926" y="3550"/>
                  <a:pt x="2963" y="3573"/>
                </a:cubicBezTo>
                <a:cubicBezTo>
                  <a:pt x="3259" y="3765"/>
                  <a:pt x="3496" y="4039"/>
                  <a:pt x="3637" y="4365"/>
                </a:cubicBezTo>
                <a:cubicBezTo>
                  <a:pt x="3666" y="4417"/>
                  <a:pt x="3711" y="4446"/>
                  <a:pt x="3770" y="4446"/>
                </a:cubicBezTo>
                <a:cubicBezTo>
                  <a:pt x="3785" y="4446"/>
                  <a:pt x="3807" y="4439"/>
                  <a:pt x="3822" y="4432"/>
                </a:cubicBezTo>
                <a:cubicBezTo>
                  <a:pt x="3896" y="4402"/>
                  <a:pt x="3926" y="4321"/>
                  <a:pt x="3896" y="4246"/>
                </a:cubicBezTo>
                <a:cubicBezTo>
                  <a:pt x="3726" y="3876"/>
                  <a:pt x="3459" y="3558"/>
                  <a:pt x="3118" y="3336"/>
                </a:cubicBezTo>
                <a:cubicBezTo>
                  <a:pt x="2970" y="3239"/>
                  <a:pt x="2815" y="3165"/>
                  <a:pt x="2652" y="3113"/>
                </a:cubicBezTo>
                <a:cubicBezTo>
                  <a:pt x="2645" y="3106"/>
                  <a:pt x="2637" y="3106"/>
                  <a:pt x="2622" y="3099"/>
                </a:cubicBezTo>
                <a:cubicBezTo>
                  <a:pt x="2415" y="3032"/>
                  <a:pt x="2193" y="2995"/>
                  <a:pt x="1963" y="2995"/>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79"/>
          <p:cNvSpPr/>
          <p:nvPr/>
        </p:nvSpPr>
        <p:spPr>
          <a:xfrm>
            <a:off x="518150" y="2160500"/>
            <a:ext cx="333300" cy="333300"/>
          </a:xfrm>
          <a:custGeom>
            <a:rect b="b" l="l" r="r" t="t"/>
            <a:pathLst>
              <a:path extrusionOk="0" h="4444" w="4444">
                <a:moveTo>
                  <a:pt x="3888" y="275"/>
                </a:moveTo>
                <a:cubicBezTo>
                  <a:pt x="3962" y="275"/>
                  <a:pt x="4037" y="304"/>
                  <a:pt x="4088" y="356"/>
                </a:cubicBezTo>
                <a:cubicBezTo>
                  <a:pt x="4140" y="408"/>
                  <a:pt x="4170" y="482"/>
                  <a:pt x="4170" y="556"/>
                </a:cubicBezTo>
                <a:cubicBezTo>
                  <a:pt x="4170" y="630"/>
                  <a:pt x="4140" y="697"/>
                  <a:pt x="4088" y="749"/>
                </a:cubicBezTo>
                <a:cubicBezTo>
                  <a:pt x="4034" y="803"/>
                  <a:pt x="3963" y="829"/>
                  <a:pt x="3893" y="829"/>
                </a:cubicBezTo>
                <a:cubicBezTo>
                  <a:pt x="3821" y="829"/>
                  <a:pt x="3749" y="802"/>
                  <a:pt x="3696" y="749"/>
                </a:cubicBezTo>
                <a:cubicBezTo>
                  <a:pt x="3637" y="697"/>
                  <a:pt x="3607" y="630"/>
                  <a:pt x="3607" y="556"/>
                </a:cubicBezTo>
                <a:cubicBezTo>
                  <a:pt x="3607" y="482"/>
                  <a:pt x="3637" y="408"/>
                  <a:pt x="3696" y="356"/>
                </a:cubicBezTo>
                <a:cubicBezTo>
                  <a:pt x="3748" y="304"/>
                  <a:pt x="3814" y="275"/>
                  <a:pt x="3888" y="275"/>
                </a:cubicBezTo>
                <a:close/>
                <a:moveTo>
                  <a:pt x="556" y="275"/>
                </a:moveTo>
                <a:cubicBezTo>
                  <a:pt x="593" y="275"/>
                  <a:pt x="630" y="282"/>
                  <a:pt x="667" y="297"/>
                </a:cubicBezTo>
                <a:cubicBezTo>
                  <a:pt x="697" y="312"/>
                  <a:pt x="726" y="334"/>
                  <a:pt x="756" y="356"/>
                </a:cubicBezTo>
                <a:cubicBezTo>
                  <a:pt x="778" y="386"/>
                  <a:pt x="801" y="416"/>
                  <a:pt x="815" y="445"/>
                </a:cubicBezTo>
                <a:cubicBezTo>
                  <a:pt x="830" y="482"/>
                  <a:pt x="838" y="519"/>
                  <a:pt x="838" y="556"/>
                </a:cubicBezTo>
                <a:cubicBezTo>
                  <a:pt x="838" y="593"/>
                  <a:pt x="830" y="630"/>
                  <a:pt x="815" y="660"/>
                </a:cubicBezTo>
                <a:cubicBezTo>
                  <a:pt x="801" y="697"/>
                  <a:pt x="778" y="727"/>
                  <a:pt x="756" y="749"/>
                </a:cubicBezTo>
                <a:cubicBezTo>
                  <a:pt x="726" y="778"/>
                  <a:pt x="697" y="801"/>
                  <a:pt x="660" y="815"/>
                </a:cubicBezTo>
                <a:cubicBezTo>
                  <a:pt x="630" y="827"/>
                  <a:pt x="595" y="832"/>
                  <a:pt x="559" y="832"/>
                </a:cubicBezTo>
                <a:cubicBezTo>
                  <a:pt x="523" y="832"/>
                  <a:pt x="486" y="827"/>
                  <a:pt x="452" y="815"/>
                </a:cubicBezTo>
                <a:cubicBezTo>
                  <a:pt x="415" y="801"/>
                  <a:pt x="386" y="778"/>
                  <a:pt x="364" y="756"/>
                </a:cubicBezTo>
                <a:cubicBezTo>
                  <a:pt x="334" y="727"/>
                  <a:pt x="312" y="697"/>
                  <a:pt x="297" y="660"/>
                </a:cubicBezTo>
                <a:cubicBezTo>
                  <a:pt x="282" y="630"/>
                  <a:pt x="275" y="593"/>
                  <a:pt x="275" y="556"/>
                </a:cubicBezTo>
                <a:cubicBezTo>
                  <a:pt x="275" y="519"/>
                  <a:pt x="282" y="482"/>
                  <a:pt x="297" y="453"/>
                </a:cubicBezTo>
                <a:cubicBezTo>
                  <a:pt x="312" y="416"/>
                  <a:pt x="334" y="386"/>
                  <a:pt x="364" y="356"/>
                </a:cubicBezTo>
                <a:cubicBezTo>
                  <a:pt x="386" y="334"/>
                  <a:pt x="415" y="312"/>
                  <a:pt x="452" y="297"/>
                </a:cubicBezTo>
                <a:cubicBezTo>
                  <a:pt x="482" y="282"/>
                  <a:pt x="519" y="275"/>
                  <a:pt x="556" y="275"/>
                </a:cubicBezTo>
                <a:close/>
                <a:moveTo>
                  <a:pt x="553" y="1"/>
                </a:moveTo>
                <a:cubicBezTo>
                  <a:pt x="480" y="1"/>
                  <a:pt x="408" y="16"/>
                  <a:pt x="341" y="45"/>
                </a:cubicBezTo>
                <a:cubicBezTo>
                  <a:pt x="275" y="75"/>
                  <a:pt x="216" y="112"/>
                  <a:pt x="164" y="164"/>
                </a:cubicBezTo>
                <a:cubicBezTo>
                  <a:pt x="112" y="216"/>
                  <a:pt x="75" y="275"/>
                  <a:pt x="45" y="342"/>
                </a:cubicBezTo>
                <a:cubicBezTo>
                  <a:pt x="16" y="416"/>
                  <a:pt x="1" y="482"/>
                  <a:pt x="1" y="556"/>
                </a:cubicBezTo>
                <a:cubicBezTo>
                  <a:pt x="1" y="630"/>
                  <a:pt x="16" y="704"/>
                  <a:pt x="45" y="771"/>
                </a:cubicBezTo>
                <a:cubicBezTo>
                  <a:pt x="75" y="838"/>
                  <a:pt x="112" y="897"/>
                  <a:pt x="164" y="949"/>
                </a:cubicBezTo>
                <a:cubicBezTo>
                  <a:pt x="216" y="1001"/>
                  <a:pt x="282" y="1045"/>
                  <a:pt x="341" y="1067"/>
                </a:cubicBezTo>
                <a:cubicBezTo>
                  <a:pt x="408" y="1097"/>
                  <a:pt x="482" y="1112"/>
                  <a:pt x="556" y="1112"/>
                </a:cubicBezTo>
                <a:cubicBezTo>
                  <a:pt x="630" y="1112"/>
                  <a:pt x="704" y="1097"/>
                  <a:pt x="771" y="1067"/>
                </a:cubicBezTo>
                <a:cubicBezTo>
                  <a:pt x="815" y="1045"/>
                  <a:pt x="867" y="1023"/>
                  <a:pt x="912" y="986"/>
                </a:cubicBezTo>
                <a:lnTo>
                  <a:pt x="1171" y="1171"/>
                </a:lnTo>
                <a:cubicBezTo>
                  <a:pt x="1193" y="1186"/>
                  <a:pt x="1223" y="1201"/>
                  <a:pt x="1252" y="1201"/>
                </a:cubicBezTo>
                <a:cubicBezTo>
                  <a:pt x="1297" y="1201"/>
                  <a:pt x="1334" y="1178"/>
                  <a:pt x="1363" y="1141"/>
                </a:cubicBezTo>
                <a:cubicBezTo>
                  <a:pt x="1408" y="1075"/>
                  <a:pt x="1393" y="993"/>
                  <a:pt x="1334" y="949"/>
                </a:cubicBezTo>
                <a:lnTo>
                  <a:pt x="1075" y="756"/>
                </a:lnTo>
                <a:cubicBezTo>
                  <a:pt x="1097" y="697"/>
                  <a:pt x="1112" y="623"/>
                  <a:pt x="1112" y="556"/>
                </a:cubicBezTo>
                <a:cubicBezTo>
                  <a:pt x="1112" y="482"/>
                  <a:pt x="1097" y="408"/>
                  <a:pt x="1067" y="342"/>
                </a:cubicBezTo>
                <a:cubicBezTo>
                  <a:pt x="1045" y="275"/>
                  <a:pt x="1000" y="216"/>
                  <a:pt x="949" y="164"/>
                </a:cubicBezTo>
                <a:cubicBezTo>
                  <a:pt x="897" y="112"/>
                  <a:pt x="838" y="68"/>
                  <a:pt x="771" y="45"/>
                </a:cubicBezTo>
                <a:cubicBezTo>
                  <a:pt x="701" y="16"/>
                  <a:pt x="626" y="1"/>
                  <a:pt x="553" y="1"/>
                </a:cubicBezTo>
                <a:close/>
                <a:moveTo>
                  <a:pt x="3888" y="1"/>
                </a:moveTo>
                <a:cubicBezTo>
                  <a:pt x="3740" y="1"/>
                  <a:pt x="3600" y="60"/>
                  <a:pt x="3496" y="164"/>
                </a:cubicBezTo>
                <a:cubicBezTo>
                  <a:pt x="3392" y="267"/>
                  <a:pt x="3333" y="408"/>
                  <a:pt x="3333" y="556"/>
                </a:cubicBezTo>
                <a:cubicBezTo>
                  <a:pt x="3333" y="623"/>
                  <a:pt x="3348" y="697"/>
                  <a:pt x="3370" y="756"/>
                </a:cubicBezTo>
                <a:lnTo>
                  <a:pt x="3111" y="941"/>
                </a:lnTo>
                <a:cubicBezTo>
                  <a:pt x="3052" y="993"/>
                  <a:pt x="3037" y="1075"/>
                  <a:pt x="3081" y="1141"/>
                </a:cubicBezTo>
                <a:cubicBezTo>
                  <a:pt x="3111" y="1178"/>
                  <a:pt x="3148" y="1193"/>
                  <a:pt x="3192" y="1193"/>
                </a:cubicBezTo>
                <a:lnTo>
                  <a:pt x="3192" y="1201"/>
                </a:lnTo>
                <a:cubicBezTo>
                  <a:pt x="3222" y="1201"/>
                  <a:pt x="3252" y="1186"/>
                  <a:pt x="3274" y="1171"/>
                </a:cubicBezTo>
                <a:lnTo>
                  <a:pt x="3533" y="986"/>
                </a:lnTo>
                <a:cubicBezTo>
                  <a:pt x="3637" y="1067"/>
                  <a:pt x="3755" y="1112"/>
                  <a:pt x="3888" y="1112"/>
                </a:cubicBezTo>
                <a:cubicBezTo>
                  <a:pt x="4037" y="1112"/>
                  <a:pt x="4177" y="1052"/>
                  <a:pt x="4281" y="949"/>
                </a:cubicBezTo>
                <a:cubicBezTo>
                  <a:pt x="4385" y="845"/>
                  <a:pt x="4444" y="704"/>
                  <a:pt x="4444" y="556"/>
                </a:cubicBezTo>
                <a:cubicBezTo>
                  <a:pt x="4444" y="408"/>
                  <a:pt x="4385" y="267"/>
                  <a:pt x="4281" y="164"/>
                </a:cubicBezTo>
                <a:cubicBezTo>
                  <a:pt x="4177" y="60"/>
                  <a:pt x="4037" y="1"/>
                  <a:pt x="3888" y="1"/>
                </a:cubicBezTo>
                <a:close/>
                <a:moveTo>
                  <a:pt x="2222" y="1112"/>
                </a:moveTo>
                <a:cubicBezTo>
                  <a:pt x="2311" y="1112"/>
                  <a:pt x="2400" y="1149"/>
                  <a:pt x="2467" y="1208"/>
                </a:cubicBezTo>
                <a:cubicBezTo>
                  <a:pt x="2533" y="1275"/>
                  <a:pt x="2570" y="1363"/>
                  <a:pt x="2570" y="1460"/>
                </a:cubicBezTo>
                <a:cubicBezTo>
                  <a:pt x="2570" y="1549"/>
                  <a:pt x="2533" y="1637"/>
                  <a:pt x="2467" y="1704"/>
                </a:cubicBezTo>
                <a:cubicBezTo>
                  <a:pt x="2400" y="1771"/>
                  <a:pt x="2311" y="1800"/>
                  <a:pt x="2222" y="1800"/>
                </a:cubicBezTo>
                <a:cubicBezTo>
                  <a:pt x="2133" y="1800"/>
                  <a:pt x="2045" y="1763"/>
                  <a:pt x="1978" y="1704"/>
                </a:cubicBezTo>
                <a:cubicBezTo>
                  <a:pt x="1911" y="1637"/>
                  <a:pt x="1874" y="1549"/>
                  <a:pt x="1874" y="1460"/>
                </a:cubicBezTo>
                <a:cubicBezTo>
                  <a:pt x="1874" y="1363"/>
                  <a:pt x="1911" y="1275"/>
                  <a:pt x="1978" y="1208"/>
                </a:cubicBezTo>
                <a:cubicBezTo>
                  <a:pt x="2045" y="1149"/>
                  <a:pt x="2133" y="1112"/>
                  <a:pt x="2222" y="1112"/>
                </a:cubicBezTo>
                <a:close/>
                <a:moveTo>
                  <a:pt x="2222" y="2222"/>
                </a:moveTo>
                <a:cubicBezTo>
                  <a:pt x="2407" y="2222"/>
                  <a:pt x="2585" y="2289"/>
                  <a:pt x="2711" y="2422"/>
                </a:cubicBezTo>
                <a:cubicBezTo>
                  <a:pt x="2807" y="2519"/>
                  <a:pt x="2874" y="2645"/>
                  <a:pt x="2904" y="2778"/>
                </a:cubicBezTo>
                <a:lnTo>
                  <a:pt x="1541" y="2778"/>
                </a:lnTo>
                <a:cubicBezTo>
                  <a:pt x="1571" y="2645"/>
                  <a:pt x="1637" y="2519"/>
                  <a:pt x="1734" y="2422"/>
                </a:cubicBezTo>
                <a:cubicBezTo>
                  <a:pt x="1859" y="2289"/>
                  <a:pt x="2037" y="2222"/>
                  <a:pt x="2222" y="2222"/>
                </a:cubicBezTo>
                <a:close/>
                <a:moveTo>
                  <a:pt x="2222" y="830"/>
                </a:moveTo>
                <a:cubicBezTo>
                  <a:pt x="2059" y="830"/>
                  <a:pt x="1896" y="897"/>
                  <a:pt x="1778" y="1015"/>
                </a:cubicBezTo>
                <a:cubicBezTo>
                  <a:pt x="1660" y="1134"/>
                  <a:pt x="1600" y="1289"/>
                  <a:pt x="1600" y="1452"/>
                </a:cubicBezTo>
                <a:cubicBezTo>
                  <a:pt x="1600" y="1623"/>
                  <a:pt x="1660" y="1778"/>
                  <a:pt x="1778" y="1897"/>
                </a:cubicBezTo>
                <a:cubicBezTo>
                  <a:pt x="1822" y="1934"/>
                  <a:pt x="1859" y="1971"/>
                  <a:pt x="1904" y="1993"/>
                </a:cubicBezTo>
                <a:cubicBezTo>
                  <a:pt x="1771" y="2045"/>
                  <a:pt x="1645" y="2119"/>
                  <a:pt x="1534" y="2222"/>
                </a:cubicBezTo>
                <a:cubicBezTo>
                  <a:pt x="1356" y="2408"/>
                  <a:pt x="1252" y="2659"/>
                  <a:pt x="1252" y="2911"/>
                </a:cubicBezTo>
                <a:cubicBezTo>
                  <a:pt x="1252" y="2993"/>
                  <a:pt x="1311" y="3052"/>
                  <a:pt x="1386" y="3052"/>
                </a:cubicBezTo>
                <a:lnTo>
                  <a:pt x="3052" y="3052"/>
                </a:lnTo>
                <a:cubicBezTo>
                  <a:pt x="3133" y="3052"/>
                  <a:pt x="3192" y="2993"/>
                  <a:pt x="3192" y="2911"/>
                </a:cubicBezTo>
                <a:cubicBezTo>
                  <a:pt x="3192" y="2659"/>
                  <a:pt x="3089" y="2408"/>
                  <a:pt x="2911" y="2230"/>
                </a:cubicBezTo>
                <a:cubicBezTo>
                  <a:pt x="2807" y="2119"/>
                  <a:pt x="2674" y="2045"/>
                  <a:pt x="2541" y="1993"/>
                </a:cubicBezTo>
                <a:cubicBezTo>
                  <a:pt x="2585" y="1971"/>
                  <a:pt x="2630" y="1934"/>
                  <a:pt x="2667" y="1897"/>
                </a:cubicBezTo>
                <a:cubicBezTo>
                  <a:pt x="2785" y="1778"/>
                  <a:pt x="2844" y="1623"/>
                  <a:pt x="2844" y="1452"/>
                </a:cubicBezTo>
                <a:cubicBezTo>
                  <a:pt x="2844" y="1289"/>
                  <a:pt x="2785" y="1134"/>
                  <a:pt x="2667" y="1015"/>
                </a:cubicBezTo>
                <a:cubicBezTo>
                  <a:pt x="2548" y="897"/>
                  <a:pt x="2385" y="830"/>
                  <a:pt x="2222" y="830"/>
                </a:cubicBezTo>
                <a:close/>
                <a:moveTo>
                  <a:pt x="3888" y="3607"/>
                </a:moveTo>
                <a:cubicBezTo>
                  <a:pt x="3962" y="3607"/>
                  <a:pt x="4029" y="3637"/>
                  <a:pt x="4081" y="3689"/>
                </a:cubicBezTo>
                <a:cubicBezTo>
                  <a:pt x="4140" y="3740"/>
                  <a:pt x="4162" y="3815"/>
                  <a:pt x="4162" y="3889"/>
                </a:cubicBezTo>
                <a:cubicBezTo>
                  <a:pt x="4162" y="3963"/>
                  <a:pt x="4140" y="4029"/>
                  <a:pt x="4088" y="4081"/>
                </a:cubicBezTo>
                <a:cubicBezTo>
                  <a:pt x="4034" y="4136"/>
                  <a:pt x="3963" y="4162"/>
                  <a:pt x="3893" y="4162"/>
                </a:cubicBezTo>
                <a:cubicBezTo>
                  <a:pt x="3821" y="4162"/>
                  <a:pt x="3749" y="4134"/>
                  <a:pt x="3696" y="4081"/>
                </a:cubicBezTo>
                <a:cubicBezTo>
                  <a:pt x="3637" y="4029"/>
                  <a:pt x="3607" y="3963"/>
                  <a:pt x="3607" y="3889"/>
                </a:cubicBezTo>
                <a:cubicBezTo>
                  <a:pt x="3607" y="3815"/>
                  <a:pt x="3637" y="3740"/>
                  <a:pt x="3696" y="3689"/>
                </a:cubicBezTo>
                <a:cubicBezTo>
                  <a:pt x="3748" y="3637"/>
                  <a:pt x="3814" y="3607"/>
                  <a:pt x="3888" y="3607"/>
                </a:cubicBezTo>
                <a:close/>
                <a:moveTo>
                  <a:pt x="556" y="3607"/>
                </a:moveTo>
                <a:cubicBezTo>
                  <a:pt x="593" y="3607"/>
                  <a:pt x="630" y="3615"/>
                  <a:pt x="667" y="3629"/>
                </a:cubicBezTo>
                <a:cubicBezTo>
                  <a:pt x="697" y="3644"/>
                  <a:pt x="726" y="3666"/>
                  <a:pt x="756" y="3689"/>
                </a:cubicBezTo>
                <a:cubicBezTo>
                  <a:pt x="778" y="3718"/>
                  <a:pt x="801" y="3748"/>
                  <a:pt x="815" y="3778"/>
                </a:cubicBezTo>
                <a:cubicBezTo>
                  <a:pt x="830" y="3815"/>
                  <a:pt x="838" y="3852"/>
                  <a:pt x="838" y="3889"/>
                </a:cubicBezTo>
                <a:cubicBezTo>
                  <a:pt x="838" y="3926"/>
                  <a:pt x="830" y="3963"/>
                  <a:pt x="815" y="3992"/>
                </a:cubicBezTo>
                <a:cubicBezTo>
                  <a:pt x="801" y="4029"/>
                  <a:pt x="778" y="4059"/>
                  <a:pt x="756" y="4081"/>
                </a:cubicBezTo>
                <a:cubicBezTo>
                  <a:pt x="726" y="4111"/>
                  <a:pt x="697" y="4133"/>
                  <a:pt x="660" y="4148"/>
                </a:cubicBezTo>
                <a:cubicBezTo>
                  <a:pt x="630" y="4159"/>
                  <a:pt x="595" y="4164"/>
                  <a:pt x="559" y="4164"/>
                </a:cubicBezTo>
                <a:cubicBezTo>
                  <a:pt x="523" y="4164"/>
                  <a:pt x="486" y="4159"/>
                  <a:pt x="452" y="4148"/>
                </a:cubicBezTo>
                <a:cubicBezTo>
                  <a:pt x="415" y="4133"/>
                  <a:pt x="386" y="4111"/>
                  <a:pt x="364" y="4089"/>
                </a:cubicBezTo>
                <a:cubicBezTo>
                  <a:pt x="334" y="4059"/>
                  <a:pt x="312" y="4029"/>
                  <a:pt x="297" y="3992"/>
                </a:cubicBezTo>
                <a:cubicBezTo>
                  <a:pt x="282" y="3963"/>
                  <a:pt x="275" y="3926"/>
                  <a:pt x="275" y="3889"/>
                </a:cubicBezTo>
                <a:cubicBezTo>
                  <a:pt x="275" y="3852"/>
                  <a:pt x="282" y="3815"/>
                  <a:pt x="297" y="3785"/>
                </a:cubicBezTo>
                <a:cubicBezTo>
                  <a:pt x="312" y="3748"/>
                  <a:pt x="334" y="3718"/>
                  <a:pt x="364" y="3689"/>
                </a:cubicBezTo>
                <a:cubicBezTo>
                  <a:pt x="386" y="3666"/>
                  <a:pt x="415" y="3644"/>
                  <a:pt x="452" y="3629"/>
                </a:cubicBezTo>
                <a:cubicBezTo>
                  <a:pt x="482" y="3615"/>
                  <a:pt x="519" y="3607"/>
                  <a:pt x="556" y="3607"/>
                </a:cubicBezTo>
                <a:close/>
                <a:moveTo>
                  <a:pt x="1250" y="3248"/>
                </a:moveTo>
                <a:cubicBezTo>
                  <a:pt x="1222" y="3248"/>
                  <a:pt x="1194" y="3256"/>
                  <a:pt x="1171" y="3274"/>
                </a:cubicBezTo>
                <a:lnTo>
                  <a:pt x="912" y="3459"/>
                </a:lnTo>
                <a:cubicBezTo>
                  <a:pt x="867" y="3422"/>
                  <a:pt x="823" y="3392"/>
                  <a:pt x="771" y="3378"/>
                </a:cubicBezTo>
                <a:cubicBezTo>
                  <a:pt x="704" y="3348"/>
                  <a:pt x="630" y="3333"/>
                  <a:pt x="557" y="3333"/>
                </a:cubicBezTo>
                <a:cubicBezTo>
                  <a:pt x="484" y="3333"/>
                  <a:pt x="412" y="3348"/>
                  <a:pt x="349" y="3378"/>
                </a:cubicBezTo>
                <a:cubicBezTo>
                  <a:pt x="275" y="3400"/>
                  <a:pt x="216" y="3444"/>
                  <a:pt x="164" y="3496"/>
                </a:cubicBezTo>
                <a:cubicBezTo>
                  <a:pt x="112" y="3548"/>
                  <a:pt x="75" y="3607"/>
                  <a:pt x="45" y="3674"/>
                </a:cubicBezTo>
                <a:cubicBezTo>
                  <a:pt x="16" y="3740"/>
                  <a:pt x="1" y="3815"/>
                  <a:pt x="1" y="3889"/>
                </a:cubicBezTo>
                <a:cubicBezTo>
                  <a:pt x="1" y="3963"/>
                  <a:pt x="16" y="4029"/>
                  <a:pt x="45" y="4103"/>
                </a:cubicBezTo>
                <a:cubicBezTo>
                  <a:pt x="75" y="4170"/>
                  <a:pt x="112" y="4229"/>
                  <a:pt x="164" y="4281"/>
                </a:cubicBezTo>
                <a:cubicBezTo>
                  <a:pt x="216" y="4333"/>
                  <a:pt x="282" y="4377"/>
                  <a:pt x="341" y="4400"/>
                </a:cubicBezTo>
                <a:cubicBezTo>
                  <a:pt x="408" y="4429"/>
                  <a:pt x="482" y="4444"/>
                  <a:pt x="556" y="4444"/>
                </a:cubicBezTo>
                <a:cubicBezTo>
                  <a:pt x="630" y="4444"/>
                  <a:pt x="704" y="4429"/>
                  <a:pt x="771" y="4400"/>
                </a:cubicBezTo>
                <a:cubicBezTo>
                  <a:pt x="830" y="4377"/>
                  <a:pt x="897" y="4333"/>
                  <a:pt x="949" y="4281"/>
                </a:cubicBezTo>
                <a:cubicBezTo>
                  <a:pt x="1000" y="4229"/>
                  <a:pt x="1045" y="4170"/>
                  <a:pt x="1067" y="4103"/>
                </a:cubicBezTo>
                <a:cubicBezTo>
                  <a:pt x="1097" y="4029"/>
                  <a:pt x="1112" y="3963"/>
                  <a:pt x="1112" y="3889"/>
                </a:cubicBezTo>
                <a:cubicBezTo>
                  <a:pt x="1112" y="3815"/>
                  <a:pt x="1097" y="3748"/>
                  <a:pt x="1075" y="3681"/>
                </a:cubicBezTo>
                <a:lnTo>
                  <a:pt x="1334" y="3496"/>
                </a:lnTo>
                <a:cubicBezTo>
                  <a:pt x="1393" y="3452"/>
                  <a:pt x="1408" y="3363"/>
                  <a:pt x="1363" y="3304"/>
                </a:cubicBezTo>
                <a:cubicBezTo>
                  <a:pt x="1336" y="3268"/>
                  <a:pt x="1293" y="3248"/>
                  <a:pt x="1250" y="3248"/>
                </a:cubicBezTo>
                <a:close/>
                <a:moveTo>
                  <a:pt x="3190" y="3246"/>
                </a:moveTo>
                <a:cubicBezTo>
                  <a:pt x="3148" y="3246"/>
                  <a:pt x="3107" y="3265"/>
                  <a:pt x="3081" y="3304"/>
                </a:cubicBezTo>
                <a:cubicBezTo>
                  <a:pt x="3037" y="3363"/>
                  <a:pt x="3052" y="3452"/>
                  <a:pt x="3111" y="3496"/>
                </a:cubicBezTo>
                <a:lnTo>
                  <a:pt x="3370" y="3681"/>
                </a:lnTo>
                <a:cubicBezTo>
                  <a:pt x="3348" y="3748"/>
                  <a:pt x="3333" y="3815"/>
                  <a:pt x="3333" y="3889"/>
                </a:cubicBezTo>
                <a:cubicBezTo>
                  <a:pt x="3333" y="4037"/>
                  <a:pt x="3392" y="4170"/>
                  <a:pt x="3496" y="4281"/>
                </a:cubicBezTo>
                <a:cubicBezTo>
                  <a:pt x="3600" y="4385"/>
                  <a:pt x="3740" y="4444"/>
                  <a:pt x="3888" y="4444"/>
                </a:cubicBezTo>
                <a:cubicBezTo>
                  <a:pt x="4037" y="4444"/>
                  <a:pt x="4177" y="4385"/>
                  <a:pt x="4281" y="4281"/>
                </a:cubicBezTo>
                <a:cubicBezTo>
                  <a:pt x="4385" y="4170"/>
                  <a:pt x="4444" y="4037"/>
                  <a:pt x="4444" y="3889"/>
                </a:cubicBezTo>
                <a:cubicBezTo>
                  <a:pt x="4444" y="3740"/>
                  <a:pt x="4385" y="3600"/>
                  <a:pt x="4281" y="3496"/>
                </a:cubicBezTo>
                <a:cubicBezTo>
                  <a:pt x="4177" y="3392"/>
                  <a:pt x="4029" y="3333"/>
                  <a:pt x="3888" y="3333"/>
                </a:cubicBezTo>
                <a:cubicBezTo>
                  <a:pt x="3763" y="3333"/>
                  <a:pt x="3637" y="3378"/>
                  <a:pt x="3533" y="3459"/>
                </a:cubicBezTo>
                <a:lnTo>
                  <a:pt x="3274" y="3274"/>
                </a:lnTo>
                <a:cubicBezTo>
                  <a:pt x="3249" y="3255"/>
                  <a:pt x="3219" y="3246"/>
                  <a:pt x="3190" y="3246"/>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79"/>
          <p:cNvSpPr/>
          <p:nvPr/>
        </p:nvSpPr>
        <p:spPr>
          <a:xfrm>
            <a:off x="518150" y="3132125"/>
            <a:ext cx="334425" cy="333300"/>
          </a:xfrm>
          <a:custGeom>
            <a:rect b="b" l="l" r="r" t="t"/>
            <a:pathLst>
              <a:path extrusionOk="0" h="4444" w="4459">
                <a:moveTo>
                  <a:pt x="697" y="0"/>
                </a:moveTo>
                <a:cubicBezTo>
                  <a:pt x="512" y="0"/>
                  <a:pt x="334" y="74"/>
                  <a:pt x="201" y="200"/>
                </a:cubicBezTo>
                <a:cubicBezTo>
                  <a:pt x="75" y="334"/>
                  <a:pt x="1" y="511"/>
                  <a:pt x="1" y="697"/>
                </a:cubicBezTo>
                <a:lnTo>
                  <a:pt x="1" y="2363"/>
                </a:lnTo>
                <a:cubicBezTo>
                  <a:pt x="1" y="2548"/>
                  <a:pt x="75" y="2718"/>
                  <a:pt x="208" y="2851"/>
                </a:cubicBezTo>
                <a:cubicBezTo>
                  <a:pt x="334" y="2985"/>
                  <a:pt x="512" y="3051"/>
                  <a:pt x="697" y="3051"/>
                </a:cubicBezTo>
                <a:lnTo>
                  <a:pt x="1504" y="3051"/>
                </a:lnTo>
                <a:lnTo>
                  <a:pt x="1408" y="3607"/>
                </a:lnTo>
                <a:lnTo>
                  <a:pt x="1112" y="3607"/>
                </a:lnTo>
                <a:cubicBezTo>
                  <a:pt x="1037" y="3607"/>
                  <a:pt x="971" y="3673"/>
                  <a:pt x="971" y="3747"/>
                </a:cubicBezTo>
                <a:cubicBezTo>
                  <a:pt x="971" y="3821"/>
                  <a:pt x="1037" y="3888"/>
                  <a:pt x="1112" y="3888"/>
                </a:cubicBezTo>
                <a:lnTo>
                  <a:pt x="2082" y="3888"/>
                </a:lnTo>
                <a:cubicBezTo>
                  <a:pt x="2163" y="3888"/>
                  <a:pt x="2222" y="3821"/>
                  <a:pt x="2222" y="3747"/>
                </a:cubicBezTo>
                <a:cubicBezTo>
                  <a:pt x="2222" y="3666"/>
                  <a:pt x="2163" y="3607"/>
                  <a:pt x="2082" y="3607"/>
                </a:cubicBezTo>
                <a:lnTo>
                  <a:pt x="1697" y="3607"/>
                </a:lnTo>
                <a:lnTo>
                  <a:pt x="1808" y="2933"/>
                </a:lnTo>
                <a:lnTo>
                  <a:pt x="1808" y="2925"/>
                </a:lnTo>
                <a:cubicBezTo>
                  <a:pt x="1808" y="2918"/>
                  <a:pt x="1808" y="2918"/>
                  <a:pt x="1808" y="2911"/>
                </a:cubicBezTo>
                <a:cubicBezTo>
                  <a:pt x="1808" y="2903"/>
                  <a:pt x="1808" y="2896"/>
                  <a:pt x="1808" y="2896"/>
                </a:cubicBezTo>
                <a:cubicBezTo>
                  <a:pt x="1800" y="2888"/>
                  <a:pt x="1800" y="2888"/>
                  <a:pt x="1800" y="2881"/>
                </a:cubicBezTo>
                <a:cubicBezTo>
                  <a:pt x="1800" y="2881"/>
                  <a:pt x="1800" y="2874"/>
                  <a:pt x="1800" y="2866"/>
                </a:cubicBezTo>
                <a:cubicBezTo>
                  <a:pt x="1800" y="2866"/>
                  <a:pt x="1793" y="2859"/>
                  <a:pt x="1793" y="2859"/>
                </a:cubicBezTo>
                <a:cubicBezTo>
                  <a:pt x="1793" y="2851"/>
                  <a:pt x="1793" y="2851"/>
                  <a:pt x="1785" y="2844"/>
                </a:cubicBezTo>
                <a:cubicBezTo>
                  <a:pt x="1785" y="2844"/>
                  <a:pt x="1785" y="2837"/>
                  <a:pt x="1778" y="2837"/>
                </a:cubicBezTo>
                <a:cubicBezTo>
                  <a:pt x="1778" y="2829"/>
                  <a:pt x="1778" y="2829"/>
                  <a:pt x="1771" y="2822"/>
                </a:cubicBezTo>
                <a:cubicBezTo>
                  <a:pt x="1771" y="2822"/>
                  <a:pt x="1771" y="2814"/>
                  <a:pt x="1763" y="2814"/>
                </a:cubicBezTo>
                <a:cubicBezTo>
                  <a:pt x="1763" y="2807"/>
                  <a:pt x="1756" y="2807"/>
                  <a:pt x="1756" y="2807"/>
                </a:cubicBezTo>
                <a:cubicBezTo>
                  <a:pt x="1748" y="2800"/>
                  <a:pt x="1748" y="2800"/>
                  <a:pt x="1741" y="2800"/>
                </a:cubicBezTo>
                <a:cubicBezTo>
                  <a:pt x="1741" y="2792"/>
                  <a:pt x="1734" y="2792"/>
                  <a:pt x="1734" y="2792"/>
                </a:cubicBezTo>
                <a:cubicBezTo>
                  <a:pt x="1726" y="2785"/>
                  <a:pt x="1726" y="2785"/>
                  <a:pt x="1719" y="2785"/>
                </a:cubicBezTo>
                <a:cubicBezTo>
                  <a:pt x="1719" y="2785"/>
                  <a:pt x="1711" y="2785"/>
                  <a:pt x="1711" y="2777"/>
                </a:cubicBezTo>
                <a:lnTo>
                  <a:pt x="697" y="2777"/>
                </a:lnTo>
                <a:cubicBezTo>
                  <a:pt x="586" y="2777"/>
                  <a:pt x="482" y="2733"/>
                  <a:pt x="401" y="2651"/>
                </a:cubicBezTo>
                <a:cubicBezTo>
                  <a:pt x="319" y="2577"/>
                  <a:pt x="275" y="2474"/>
                  <a:pt x="275" y="2363"/>
                </a:cubicBezTo>
                <a:lnTo>
                  <a:pt x="275" y="2303"/>
                </a:lnTo>
                <a:lnTo>
                  <a:pt x="1689" y="2303"/>
                </a:lnTo>
                <a:cubicBezTo>
                  <a:pt x="1771" y="2303"/>
                  <a:pt x="1830" y="2237"/>
                  <a:pt x="1830" y="2163"/>
                </a:cubicBezTo>
                <a:cubicBezTo>
                  <a:pt x="1830" y="2081"/>
                  <a:pt x="1771" y="2022"/>
                  <a:pt x="1689" y="2022"/>
                </a:cubicBezTo>
                <a:lnTo>
                  <a:pt x="282" y="2022"/>
                </a:lnTo>
                <a:lnTo>
                  <a:pt x="282" y="697"/>
                </a:lnTo>
                <a:cubicBezTo>
                  <a:pt x="282" y="585"/>
                  <a:pt x="319" y="474"/>
                  <a:pt x="401" y="400"/>
                </a:cubicBezTo>
                <a:cubicBezTo>
                  <a:pt x="482" y="319"/>
                  <a:pt x="586" y="274"/>
                  <a:pt x="697" y="274"/>
                </a:cubicBezTo>
                <a:lnTo>
                  <a:pt x="3748" y="274"/>
                </a:lnTo>
                <a:cubicBezTo>
                  <a:pt x="3859" y="274"/>
                  <a:pt x="3970" y="319"/>
                  <a:pt x="4044" y="400"/>
                </a:cubicBezTo>
                <a:cubicBezTo>
                  <a:pt x="4125" y="474"/>
                  <a:pt x="4170" y="585"/>
                  <a:pt x="4170" y="697"/>
                </a:cubicBezTo>
                <a:lnTo>
                  <a:pt x="4170" y="1807"/>
                </a:lnTo>
                <a:cubicBezTo>
                  <a:pt x="4170" y="1881"/>
                  <a:pt x="4229" y="1941"/>
                  <a:pt x="4303" y="1941"/>
                </a:cubicBezTo>
                <a:cubicBezTo>
                  <a:pt x="4385" y="1941"/>
                  <a:pt x="4444" y="1881"/>
                  <a:pt x="4444" y="1807"/>
                </a:cubicBezTo>
                <a:lnTo>
                  <a:pt x="4444" y="697"/>
                </a:lnTo>
                <a:cubicBezTo>
                  <a:pt x="4444" y="511"/>
                  <a:pt x="4370" y="334"/>
                  <a:pt x="4244" y="200"/>
                </a:cubicBezTo>
                <a:cubicBezTo>
                  <a:pt x="4111" y="74"/>
                  <a:pt x="3933" y="0"/>
                  <a:pt x="3748" y="0"/>
                </a:cubicBezTo>
                <a:close/>
                <a:moveTo>
                  <a:pt x="3744" y="2496"/>
                </a:moveTo>
                <a:cubicBezTo>
                  <a:pt x="3767" y="2496"/>
                  <a:pt x="3791" y="2498"/>
                  <a:pt x="3814" y="2503"/>
                </a:cubicBezTo>
                <a:cubicBezTo>
                  <a:pt x="3881" y="2511"/>
                  <a:pt x="3940" y="2540"/>
                  <a:pt x="4000" y="2577"/>
                </a:cubicBezTo>
                <a:cubicBezTo>
                  <a:pt x="4051" y="2614"/>
                  <a:pt x="4096" y="2666"/>
                  <a:pt x="4125" y="2733"/>
                </a:cubicBezTo>
                <a:cubicBezTo>
                  <a:pt x="4162" y="2814"/>
                  <a:pt x="4177" y="2903"/>
                  <a:pt x="4162" y="2992"/>
                </a:cubicBezTo>
                <a:cubicBezTo>
                  <a:pt x="4148" y="3074"/>
                  <a:pt x="4111" y="3155"/>
                  <a:pt x="4044" y="3222"/>
                </a:cubicBezTo>
                <a:lnTo>
                  <a:pt x="3200" y="4103"/>
                </a:lnTo>
                <a:lnTo>
                  <a:pt x="2348" y="3222"/>
                </a:lnTo>
                <a:cubicBezTo>
                  <a:pt x="2289" y="3155"/>
                  <a:pt x="2245" y="3074"/>
                  <a:pt x="2230" y="2992"/>
                </a:cubicBezTo>
                <a:cubicBezTo>
                  <a:pt x="2215" y="2903"/>
                  <a:pt x="2230" y="2814"/>
                  <a:pt x="2267" y="2733"/>
                </a:cubicBezTo>
                <a:cubicBezTo>
                  <a:pt x="2296" y="2674"/>
                  <a:pt x="2341" y="2622"/>
                  <a:pt x="2393" y="2577"/>
                </a:cubicBezTo>
                <a:cubicBezTo>
                  <a:pt x="2452" y="2540"/>
                  <a:pt x="2511" y="2511"/>
                  <a:pt x="2578" y="2503"/>
                </a:cubicBezTo>
                <a:cubicBezTo>
                  <a:pt x="2600" y="2496"/>
                  <a:pt x="2622" y="2496"/>
                  <a:pt x="2644" y="2496"/>
                </a:cubicBezTo>
                <a:cubicBezTo>
                  <a:pt x="2689" y="2496"/>
                  <a:pt x="2733" y="2503"/>
                  <a:pt x="2778" y="2518"/>
                </a:cubicBezTo>
                <a:cubicBezTo>
                  <a:pt x="2837" y="2540"/>
                  <a:pt x="2896" y="2577"/>
                  <a:pt x="2941" y="2622"/>
                </a:cubicBezTo>
                <a:lnTo>
                  <a:pt x="3096" y="2777"/>
                </a:lnTo>
                <a:cubicBezTo>
                  <a:pt x="3126" y="2803"/>
                  <a:pt x="3161" y="2816"/>
                  <a:pt x="3196" y="2816"/>
                </a:cubicBezTo>
                <a:cubicBezTo>
                  <a:pt x="3231" y="2816"/>
                  <a:pt x="3266" y="2803"/>
                  <a:pt x="3296" y="2777"/>
                </a:cubicBezTo>
                <a:lnTo>
                  <a:pt x="3452" y="2622"/>
                </a:lnTo>
                <a:cubicBezTo>
                  <a:pt x="3496" y="2577"/>
                  <a:pt x="3555" y="2540"/>
                  <a:pt x="3614" y="2518"/>
                </a:cubicBezTo>
                <a:cubicBezTo>
                  <a:pt x="3657" y="2504"/>
                  <a:pt x="3701" y="2496"/>
                  <a:pt x="3744" y="2496"/>
                </a:cubicBezTo>
                <a:close/>
                <a:moveTo>
                  <a:pt x="2655" y="2217"/>
                </a:moveTo>
                <a:cubicBezTo>
                  <a:pt x="2613" y="2217"/>
                  <a:pt x="2572" y="2221"/>
                  <a:pt x="2533" y="2229"/>
                </a:cubicBezTo>
                <a:cubicBezTo>
                  <a:pt x="2422" y="2244"/>
                  <a:pt x="2319" y="2289"/>
                  <a:pt x="2230" y="2355"/>
                </a:cubicBezTo>
                <a:cubicBezTo>
                  <a:pt x="2141" y="2422"/>
                  <a:pt x="2067" y="2511"/>
                  <a:pt x="2022" y="2607"/>
                </a:cubicBezTo>
                <a:cubicBezTo>
                  <a:pt x="1956" y="2740"/>
                  <a:pt x="1926" y="2888"/>
                  <a:pt x="1956" y="3029"/>
                </a:cubicBezTo>
                <a:cubicBezTo>
                  <a:pt x="1978" y="3177"/>
                  <a:pt x="2045" y="3311"/>
                  <a:pt x="2148" y="3414"/>
                </a:cubicBezTo>
                <a:lnTo>
                  <a:pt x="3096" y="4399"/>
                </a:lnTo>
                <a:cubicBezTo>
                  <a:pt x="3118" y="4429"/>
                  <a:pt x="3155" y="4444"/>
                  <a:pt x="3192" y="4444"/>
                </a:cubicBezTo>
                <a:cubicBezTo>
                  <a:pt x="3229" y="4444"/>
                  <a:pt x="3266" y="4429"/>
                  <a:pt x="3296" y="4399"/>
                </a:cubicBezTo>
                <a:lnTo>
                  <a:pt x="4236" y="3414"/>
                </a:lnTo>
                <a:cubicBezTo>
                  <a:pt x="4348" y="3311"/>
                  <a:pt x="4414" y="3177"/>
                  <a:pt x="4436" y="3029"/>
                </a:cubicBezTo>
                <a:cubicBezTo>
                  <a:pt x="4459" y="2888"/>
                  <a:pt x="4436" y="2740"/>
                  <a:pt x="4370" y="2607"/>
                </a:cubicBezTo>
                <a:cubicBezTo>
                  <a:pt x="4325" y="2511"/>
                  <a:pt x="4251" y="2422"/>
                  <a:pt x="4162" y="2355"/>
                </a:cubicBezTo>
                <a:cubicBezTo>
                  <a:pt x="4074" y="2289"/>
                  <a:pt x="3970" y="2244"/>
                  <a:pt x="3859" y="2229"/>
                </a:cubicBezTo>
                <a:cubicBezTo>
                  <a:pt x="3817" y="2221"/>
                  <a:pt x="3776" y="2217"/>
                  <a:pt x="3734" y="2217"/>
                </a:cubicBezTo>
                <a:cubicBezTo>
                  <a:pt x="3665" y="2217"/>
                  <a:pt x="3598" y="2228"/>
                  <a:pt x="3533" y="2252"/>
                </a:cubicBezTo>
                <a:cubicBezTo>
                  <a:pt x="3429" y="2289"/>
                  <a:pt x="3333" y="2348"/>
                  <a:pt x="3252" y="2422"/>
                </a:cubicBezTo>
                <a:lnTo>
                  <a:pt x="3192" y="2481"/>
                </a:lnTo>
                <a:lnTo>
                  <a:pt x="3141" y="2429"/>
                </a:lnTo>
                <a:cubicBezTo>
                  <a:pt x="3059" y="2348"/>
                  <a:pt x="2963" y="2289"/>
                  <a:pt x="2859" y="2252"/>
                </a:cubicBezTo>
                <a:cubicBezTo>
                  <a:pt x="2794" y="2228"/>
                  <a:pt x="2724" y="2217"/>
                  <a:pt x="2655" y="2217"/>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79"/>
          <p:cNvSpPr/>
          <p:nvPr/>
        </p:nvSpPr>
        <p:spPr>
          <a:xfrm>
            <a:off x="1491050" y="1188950"/>
            <a:ext cx="333300" cy="333300"/>
          </a:xfrm>
          <a:custGeom>
            <a:rect b="b" l="l" r="r" t="t"/>
            <a:pathLst>
              <a:path extrusionOk="0" h="4444" w="4444">
                <a:moveTo>
                  <a:pt x="2215" y="1067"/>
                </a:moveTo>
                <a:cubicBezTo>
                  <a:pt x="2341" y="1067"/>
                  <a:pt x="2445" y="1170"/>
                  <a:pt x="2445" y="1296"/>
                </a:cubicBezTo>
                <a:cubicBezTo>
                  <a:pt x="2445" y="1430"/>
                  <a:pt x="2341" y="1533"/>
                  <a:pt x="2215" y="1533"/>
                </a:cubicBezTo>
                <a:cubicBezTo>
                  <a:pt x="2082" y="1533"/>
                  <a:pt x="1978" y="1430"/>
                  <a:pt x="1978" y="1296"/>
                </a:cubicBezTo>
                <a:cubicBezTo>
                  <a:pt x="1978" y="1170"/>
                  <a:pt x="2082" y="1067"/>
                  <a:pt x="2215" y="1067"/>
                </a:cubicBezTo>
                <a:close/>
                <a:moveTo>
                  <a:pt x="1408" y="2244"/>
                </a:moveTo>
                <a:cubicBezTo>
                  <a:pt x="1489" y="2244"/>
                  <a:pt x="1556" y="2311"/>
                  <a:pt x="1556" y="2392"/>
                </a:cubicBezTo>
                <a:cubicBezTo>
                  <a:pt x="1556" y="2481"/>
                  <a:pt x="1489" y="2548"/>
                  <a:pt x="1408" y="2548"/>
                </a:cubicBezTo>
                <a:cubicBezTo>
                  <a:pt x="1326" y="2548"/>
                  <a:pt x="1252" y="2481"/>
                  <a:pt x="1252" y="2392"/>
                </a:cubicBezTo>
                <a:cubicBezTo>
                  <a:pt x="1252" y="2311"/>
                  <a:pt x="1326" y="2244"/>
                  <a:pt x="1408" y="2244"/>
                </a:cubicBezTo>
                <a:close/>
                <a:moveTo>
                  <a:pt x="3044" y="2244"/>
                </a:moveTo>
                <a:cubicBezTo>
                  <a:pt x="3126" y="2244"/>
                  <a:pt x="3192" y="2311"/>
                  <a:pt x="3192" y="2392"/>
                </a:cubicBezTo>
                <a:cubicBezTo>
                  <a:pt x="3192" y="2481"/>
                  <a:pt x="3126" y="2548"/>
                  <a:pt x="3044" y="2548"/>
                </a:cubicBezTo>
                <a:cubicBezTo>
                  <a:pt x="2955" y="2548"/>
                  <a:pt x="2889" y="2481"/>
                  <a:pt x="2889" y="2392"/>
                </a:cubicBezTo>
                <a:cubicBezTo>
                  <a:pt x="2889" y="2311"/>
                  <a:pt x="2955" y="2244"/>
                  <a:pt x="3044" y="2244"/>
                </a:cubicBezTo>
                <a:close/>
                <a:moveTo>
                  <a:pt x="2208" y="785"/>
                </a:moveTo>
                <a:cubicBezTo>
                  <a:pt x="1926" y="785"/>
                  <a:pt x="1697" y="1015"/>
                  <a:pt x="1697" y="1296"/>
                </a:cubicBezTo>
                <a:cubicBezTo>
                  <a:pt x="1697" y="1415"/>
                  <a:pt x="1734" y="1526"/>
                  <a:pt x="1800" y="1607"/>
                </a:cubicBezTo>
                <a:lnTo>
                  <a:pt x="1556" y="1992"/>
                </a:lnTo>
                <a:cubicBezTo>
                  <a:pt x="1511" y="1978"/>
                  <a:pt x="1460" y="1970"/>
                  <a:pt x="1408" y="1970"/>
                </a:cubicBezTo>
                <a:cubicBezTo>
                  <a:pt x="1171" y="1970"/>
                  <a:pt x="978" y="2163"/>
                  <a:pt x="978" y="2392"/>
                </a:cubicBezTo>
                <a:cubicBezTo>
                  <a:pt x="978" y="2629"/>
                  <a:pt x="1171" y="2822"/>
                  <a:pt x="1408" y="2822"/>
                </a:cubicBezTo>
                <a:cubicBezTo>
                  <a:pt x="1645" y="2822"/>
                  <a:pt x="1837" y="2629"/>
                  <a:pt x="1837" y="2392"/>
                </a:cubicBezTo>
                <a:cubicBezTo>
                  <a:pt x="1837" y="2311"/>
                  <a:pt x="1808" y="2237"/>
                  <a:pt x="1771" y="2177"/>
                </a:cubicBezTo>
                <a:lnTo>
                  <a:pt x="2030" y="1778"/>
                </a:lnTo>
                <a:cubicBezTo>
                  <a:pt x="2082" y="1800"/>
                  <a:pt x="2148" y="1815"/>
                  <a:pt x="2215" y="1815"/>
                </a:cubicBezTo>
                <a:cubicBezTo>
                  <a:pt x="2289" y="1815"/>
                  <a:pt x="2363" y="1792"/>
                  <a:pt x="2430" y="1763"/>
                </a:cubicBezTo>
                <a:lnTo>
                  <a:pt x="2718" y="2118"/>
                </a:lnTo>
                <a:cubicBezTo>
                  <a:pt x="2652" y="2192"/>
                  <a:pt x="2615" y="2289"/>
                  <a:pt x="2615" y="2392"/>
                </a:cubicBezTo>
                <a:cubicBezTo>
                  <a:pt x="2615" y="2629"/>
                  <a:pt x="2807" y="2822"/>
                  <a:pt x="3037" y="2822"/>
                </a:cubicBezTo>
                <a:cubicBezTo>
                  <a:pt x="3274" y="2822"/>
                  <a:pt x="3466" y="2629"/>
                  <a:pt x="3466" y="2392"/>
                </a:cubicBezTo>
                <a:cubicBezTo>
                  <a:pt x="3466" y="2163"/>
                  <a:pt x="3274" y="1970"/>
                  <a:pt x="3037" y="1970"/>
                </a:cubicBezTo>
                <a:lnTo>
                  <a:pt x="3037" y="1963"/>
                </a:lnTo>
                <a:cubicBezTo>
                  <a:pt x="3015" y="1963"/>
                  <a:pt x="2985" y="1970"/>
                  <a:pt x="2955" y="1978"/>
                </a:cubicBezTo>
                <a:lnTo>
                  <a:pt x="2637" y="1585"/>
                </a:lnTo>
                <a:cubicBezTo>
                  <a:pt x="2696" y="1496"/>
                  <a:pt x="2726" y="1400"/>
                  <a:pt x="2726" y="1296"/>
                </a:cubicBezTo>
                <a:cubicBezTo>
                  <a:pt x="2726" y="1015"/>
                  <a:pt x="2496" y="785"/>
                  <a:pt x="2208" y="785"/>
                </a:cubicBezTo>
                <a:close/>
                <a:moveTo>
                  <a:pt x="3748" y="274"/>
                </a:moveTo>
                <a:cubicBezTo>
                  <a:pt x="3977" y="274"/>
                  <a:pt x="4170" y="467"/>
                  <a:pt x="4170" y="696"/>
                </a:cubicBezTo>
                <a:lnTo>
                  <a:pt x="4170" y="2918"/>
                </a:lnTo>
                <a:cubicBezTo>
                  <a:pt x="4170" y="3148"/>
                  <a:pt x="3977" y="3333"/>
                  <a:pt x="3748" y="3333"/>
                </a:cubicBezTo>
                <a:lnTo>
                  <a:pt x="697" y="3333"/>
                </a:lnTo>
                <a:cubicBezTo>
                  <a:pt x="467" y="3333"/>
                  <a:pt x="282" y="3148"/>
                  <a:pt x="282" y="2918"/>
                </a:cubicBezTo>
                <a:lnTo>
                  <a:pt x="282" y="696"/>
                </a:lnTo>
                <a:cubicBezTo>
                  <a:pt x="282" y="467"/>
                  <a:pt x="467" y="274"/>
                  <a:pt x="697" y="274"/>
                </a:cubicBezTo>
                <a:close/>
                <a:moveTo>
                  <a:pt x="2659" y="3607"/>
                </a:moveTo>
                <a:lnTo>
                  <a:pt x="2756" y="4162"/>
                </a:lnTo>
                <a:lnTo>
                  <a:pt x="1689" y="4162"/>
                </a:lnTo>
                <a:lnTo>
                  <a:pt x="1785" y="3607"/>
                </a:lnTo>
                <a:close/>
                <a:moveTo>
                  <a:pt x="697" y="0"/>
                </a:moveTo>
                <a:cubicBezTo>
                  <a:pt x="312" y="0"/>
                  <a:pt x="1" y="311"/>
                  <a:pt x="1" y="696"/>
                </a:cubicBezTo>
                <a:lnTo>
                  <a:pt x="1" y="2918"/>
                </a:lnTo>
                <a:cubicBezTo>
                  <a:pt x="1" y="3296"/>
                  <a:pt x="312" y="3607"/>
                  <a:pt x="697" y="3607"/>
                </a:cubicBezTo>
                <a:lnTo>
                  <a:pt x="1504" y="3607"/>
                </a:lnTo>
                <a:lnTo>
                  <a:pt x="1408" y="4162"/>
                </a:lnTo>
                <a:lnTo>
                  <a:pt x="1112" y="4162"/>
                </a:lnTo>
                <a:cubicBezTo>
                  <a:pt x="1038" y="4162"/>
                  <a:pt x="971" y="4229"/>
                  <a:pt x="971" y="4303"/>
                </a:cubicBezTo>
                <a:cubicBezTo>
                  <a:pt x="971" y="4377"/>
                  <a:pt x="1038" y="4443"/>
                  <a:pt x="1112" y="4443"/>
                </a:cubicBezTo>
                <a:lnTo>
                  <a:pt x="3333" y="4443"/>
                </a:lnTo>
                <a:cubicBezTo>
                  <a:pt x="3407" y="4443"/>
                  <a:pt x="3474" y="4377"/>
                  <a:pt x="3474" y="4303"/>
                </a:cubicBezTo>
                <a:cubicBezTo>
                  <a:pt x="3474" y="4229"/>
                  <a:pt x="3407" y="4162"/>
                  <a:pt x="3333" y="4162"/>
                </a:cubicBezTo>
                <a:lnTo>
                  <a:pt x="3037" y="4162"/>
                </a:lnTo>
                <a:lnTo>
                  <a:pt x="2941" y="3607"/>
                </a:lnTo>
                <a:lnTo>
                  <a:pt x="3748" y="3607"/>
                </a:lnTo>
                <a:cubicBezTo>
                  <a:pt x="4133" y="3607"/>
                  <a:pt x="4444" y="3296"/>
                  <a:pt x="4444" y="2918"/>
                </a:cubicBezTo>
                <a:lnTo>
                  <a:pt x="4444" y="696"/>
                </a:lnTo>
                <a:cubicBezTo>
                  <a:pt x="4444" y="311"/>
                  <a:pt x="4133" y="0"/>
                  <a:pt x="3748"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79"/>
          <p:cNvSpPr/>
          <p:nvPr/>
        </p:nvSpPr>
        <p:spPr>
          <a:xfrm>
            <a:off x="1491050" y="2160500"/>
            <a:ext cx="333300" cy="333300"/>
          </a:xfrm>
          <a:custGeom>
            <a:rect b="b" l="l" r="r" t="t"/>
            <a:pathLst>
              <a:path extrusionOk="0" h="4444" w="4444">
                <a:moveTo>
                  <a:pt x="2222" y="830"/>
                </a:moveTo>
                <a:cubicBezTo>
                  <a:pt x="2689" y="830"/>
                  <a:pt x="3081" y="1075"/>
                  <a:pt x="3178" y="1386"/>
                </a:cubicBezTo>
                <a:lnTo>
                  <a:pt x="1267" y="1386"/>
                </a:lnTo>
                <a:cubicBezTo>
                  <a:pt x="1363" y="1075"/>
                  <a:pt x="1756" y="830"/>
                  <a:pt x="2222" y="830"/>
                </a:cubicBezTo>
                <a:close/>
                <a:moveTo>
                  <a:pt x="1948" y="1941"/>
                </a:moveTo>
                <a:cubicBezTo>
                  <a:pt x="1867" y="1941"/>
                  <a:pt x="1808" y="2008"/>
                  <a:pt x="1808" y="2082"/>
                </a:cubicBezTo>
                <a:lnTo>
                  <a:pt x="1808" y="2363"/>
                </a:lnTo>
                <a:cubicBezTo>
                  <a:pt x="1808" y="2437"/>
                  <a:pt x="1867" y="2496"/>
                  <a:pt x="1948" y="2496"/>
                </a:cubicBezTo>
                <a:cubicBezTo>
                  <a:pt x="2022" y="2496"/>
                  <a:pt x="2082" y="2437"/>
                  <a:pt x="2082" y="2363"/>
                </a:cubicBezTo>
                <a:lnTo>
                  <a:pt x="2082" y="2082"/>
                </a:lnTo>
                <a:cubicBezTo>
                  <a:pt x="2082" y="2008"/>
                  <a:pt x="2022" y="1941"/>
                  <a:pt x="1948" y="1941"/>
                </a:cubicBezTo>
                <a:close/>
                <a:moveTo>
                  <a:pt x="2504" y="1941"/>
                </a:moveTo>
                <a:cubicBezTo>
                  <a:pt x="2422" y="1941"/>
                  <a:pt x="2363" y="2008"/>
                  <a:pt x="2363" y="2082"/>
                </a:cubicBezTo>
                <a:lnTo>
                  <a:pt x="2363" y="2363"/>
                </a:lnTo>
                <a:cubicBezTo>
                  <a:pt x="2363" y="2437"/>
                  <a:pt x="2422" y="2496"/>
                  <a:pt x="2504" y="2496"/>
                </a:cubicBezTo>
                <a:cubicBezTo>
                  <a:pt x="2578" y="2496"/>
                  <a:pt x="2637" y="2437"/>
                  <a:pt x="2637" y="2363"/>
                </a:cubicBezTo>
                <a:lnTo>
                  <a:pt x="2637" y="2082"/>
                </a:lnTo>
                <a:cubicBezTo>
                  <a:pt x="2637" y="2008"/>
                  <a:pt x="2578" y="1941"/>
                  <a:pt x="2504" y="1941"/>
                </a:cubicBezTo>
                <a:close/>
                <a:moveTo>
                  <a:pt x="3192" y="1667"/>
                </a:moveTo>
                <a:lnTo>
                  <a:pt x="3192" y="2778"/>
                </a:lnTo>
                <a:lnTo>
                  <a:pt x="1252" y="2778"/>
                </a:lnTo>
                <a:lnTo>
                  <a:pt x="1252" y="1667"/>
                </a:lnTo>
                <a:close/>
                <a:moveTo>
                  <a:pt x="1393" y="3333"/>
                </a:moveTo>
                <a:cubicBezTo>
                  <a:pt x="1312" y="3333"/>
                  <a:pt x="1252" y="3392"/>
                  <a:pt x="1252" y="3474"/>
                </a:cubicBezTo>
                <a:lnTo>
                  <a:pt x="1252" y="3748"/>
                </a:lnTo>
                <a:cubicBezTo>
                  <a:pt x="1252" y="3822"/>
                  <a:pt x="1312" y="3889"/>
                  <a:pt x="1393" y="3889"/>
                </a:cubicBezTo>
                <a:cubicBezTo>
                  <a:pt x="1467" y="3889"/>
                  <a:pt x="1526" y="3822"/>
                  <a:pt x="1526" y="3748"/>
                </a:cubicBezTo>
                <a:lnTo>
                  <a:pt x="1526" y="3474"/>
                </a:lnTo>
                <a:cubicBezTo>
                  <a:pt x="1526" y="3392"/>
                  <a:pt x="1467" y="3333"/>
                  <a:pt x="1393" y="3333"/>
                </a:cubicBezTo>
                <a:close/>
                <a:moveTo>
                  <a:pt x="1948" y="3333"/>
                </a:moveTo>
                <a:cubicBezTo>
                  <a:pt x="1867" y="3333"/>
                  <a:pt x="1808" y="3392"/>
                  <a:pt x="1808" y="3474"/>
                </a:cubicBezTo>
                <a:lnTo>
                  <a:pt x="1808" y="3748"/>
                </a:lnTo>
                <a:cubicBezTo>
                  <a:pt x="1808" y="3822"/>
                  <a:pt x="1867" y="3889"/>
                  <a:pt x="1948" y="3889"/>
                </a:cubicBezTo>
                <a:cubicBezTo>
                  <a:pt x="2022" y="3889"/>
                  <a:pt x="2082" y="3822"/>
                  <a:pt x="2082" y="3748"/>
                </a:cubicBezTo>
                <a:lnTo>
                  <a:pt x="2082" y="3474"/>
                </a:lnTo>
                <a:cubicBezTo>
                  <a:pt x="2082" y="3392"/>
                  <a:pt x="2022" y="3333"/>
                  <a:pt x="1948" y="3333"/>
                </a:cubicBezTo>
                <a:close/>
                <a:moveTo>
                  <a:pt x="2504" y="3333"/>
                </a:moveTo>
                <a:cubicBezTo>
                  <a:pt x="2422" y="3333"/>
                  <a:pt x="2363" y="3392"/>
                  <a:pt x="2363" y="3474"/>
                </a:cubicBezTo>
                <a:lnTo>
                  <a:pt x="2363" y="3748"/>
                </a:lnTo>
                <a:cubicBezTo>
                  <a:pt x="2363" y="3822"/>
                  <a:pt x="2422" y="3889"/>
                  <a:pt x="2504" y="3889"/>
                </a:cubicBezTo>
                <a:cubicBezTo>
                  <a:pt x="2578" y="3889"/>
                  <a:pt x="2637" y="3822"/>
                  <a:pt x="2637" y="3748"/>
                </a:cubicBezTo>
                <a:lnTo>
                  <a:pt x="2637" y="3474"/>
                </a:lnTo>
                <a:cubicBezTo>
                  <a:pt x="2637" y="3392"/>
                  <a:pt x="2578" y="3333"/>
                  <a:pt x="2504" y="3333"/>
                </a:cubicBezTo>
                <a:close/>
                <a:moveTo>
                  <a:pt x="3059" y="3333"/>
                </a:moveTo>
                <a:cubicBezTo>
                  <a:pt x="2978" y="3333"/>
                  <a:pt x="2918" y="3392"/>
                  <a:pt x="2918" y="3474"/>
                </a:cubicBezTo>
                <a:lnTo>
                  <a:pt x="2918" y="3748"/>
                </a:lnTo>
                <a:cubicBezTo>
                  <a:pt x="2918" y="3822"/>
                  <a:pt x="2978" y="3889"/>
                  <a:pt x="3059" y="3889"/>
                </a:cubicBezTo>
                <a:cubicBezTo>
                  <a:pt x="3133" y="3889"/>
                  <a:pt x="3192" y="3822"/>
                  <a:pt x="3192" y="3748"/>
                </a:cubicBezTo>
                <a:lnTo>
                  <a:pt x="3192" y="3474"/>
                </a:lnTo>
                <a:cubicBezTo>
                  <a:pt x="3192" y="3392"/>
                  <a:pt x="3133" y="3333"/>
                  <a:pt x="3059" y="3333"/>
                </a:cubicBezTo>
                <a:close/>
                <a:moveTo>
                  <a:pt x="3888" y="3052"/>
                </a:moveTo>
                <a:lnTo>
                  <a:pt x="3888" y="4163"/>
                </a:lnTo>
                <a:lnTo>
                  <a:pt x="556" y="4163"/>
                </a:lnTo>
                <a:lnTo>
                  <a:pt x="556" y="3052"/>
                </a:lnTo>
                <a:close/>
                <a:moveTo>
                  <a:pt x="2222" y="1"/>
                </a:moveTo>
                <a:cubicBezTo>
                  <a:pt x="2148" y="1"/>
                  <a:pt x="2082" y="60"/>
                  <a:pt x="2082" y="142"/>
                </a:cubicBezTo>
                <a:lnTo>
                  <a:pt x="2082" y="564"/>
                </a:lnTo>
                <a:cubicBezTo>
                  <a:pt x="1519" y="608"/>
                  <a:pt x="1067" y="956"/>
                  <a:pt x="986" y="1386"/>
                </a:cubicBezTo>
                <a:lnTo>
                  <a:pt x="838" y="1386"/>
                </a:lnTo>
                <a:cubicBezTo>
                  <a:pt x="756" y="1386"/>
                  <a:pt x="697" y="1452"/>
                  <a:pt x="697" y="1526"/>
                </a:cubicBezTo>
                <a:cubicBezTo>
                  <a:pt x="697" y="1600"/>
                  <a:pt x="756" y="1667"/>
                  <a:pt x="838" y="1667"/>
                </a:cubicBezTo>
                <a:lnTo>
                  <a:pt x="971" y="1667"/>
                </a:lnTo>
                <a:lnTo>
                  <a:pt x="971" y="2778"/>
                </a:lnTo>
                <a:lnTo>
                  <a:pt x="142" y="2778"/>
                </a:lnTo>
                <a:cubicBezTo>
                  <a:pt x="60" y="2778"/>
                  <a:pt x="1" y="2837"/>
                  <a:pt x="1" y="2919"/>
                </a:cubicBezTo>
                <a:cubicBezTo>
                  <a:pt x="1" y="2993"/>
                  <a:pt x="60" y="3052"/>
                  <a:pt x="142" y="3052"/>
                </a:cubicBezTo>
                <a:lnTo>
                  <a:pt x="282" y="3052"/>
                </a:lnTo>
                <a:lnTo>
                  <a:pt x="282" y="4163"/>
                </a:lnTo>
                <a:lnTo>
                  <a:pt x="142" y="4163"/>
                </a:lnTo>
                <a:cubicBezTo>
                  <a:pt x="60" y="4163"/>
                  <a:pt x="1" y="4229"/>
                  <a:pt x="1" y="4303"/>
                </a:cubicBezTo>
                <a:cubicBezTo>
                  <a:pt x="1" y="4377"/>
                  <a:pt x="60" y="4444"/>
                  <a:pt x="142" y="4444"/>
                </a:cubicBezTo>
                <a:lnTo>
                  <a:pt x="4303" y="4444"/>
                </a:lnTo>
                <a:cubicBezTo>
                  <a:pt x="4385" y="4444"/>
                  <a:pt x="4444" y="4377"/>
                  <a:pt x="4444" y="4303"/>
                </a:cubicBezTo>
                <a:cubicBezTo>
                  <a:pt x="4444" y="4229"/>
                  <a:pt x="4385" y="4163"/>
                  <a:pt x="4303" y="4163"/>
                </a:cubicBezTo>
                <a:lnTo>
                  <a:pt x="4170" y="4163"/>
                </a:lnTo>
                <a:lnTo>
                  <a:pt x="4170" y="3052"/>
                </a:lnTo>
                <a:lnTo>
                  <a:pt x="4303" y="3052"/>
                </a:lnTo>
                <a:cubicBezTo>
                  <a:pt x="4385" y="3052"/>
                  <a:pt x="4444" y="2993"/>
                  <a:pt x="4444" y="2919"/>
                </a:cubicBezTo>
                <a:cubicBezTo>
                  <a:pt x="4444" y="2837"/>
                  <a:pt x="4385" y="2778"/>
                  <a:pt x="4303" y="2778"/>
                </a:cubicBezTo>
                <a:lnTo>
                  <a:pt x="3474" y="2778"/>
                </a:lnTo>
                <a:lnTo>
                  <a:pt x="3474" y="1667"/>
                </a:lnTo>
                <a:lnTo>
                  <a:pt x="3615" y="1667"/>
                </a:lnTo>
                <a:cubicBezTo>
                  <a:pt x="3689" y="1667"/>
                  <a:pt x="3748" y="1600"/>
                  <a:pt x="3748" y="1526"/>
                </a:cubicBezTo>
                <a:cubicBezTo>
                  <a:pt x="3748" y="1452"/>
                  <a:pt x="3689" y="1386"/>
                  <a:pt x="3615" y="1386"/>
                </a:cubicBezTo>
                <a:lnTo>
                  <a:pt x="3459" y="1386"/>
                </a:lnTo>
                <a:cubicBezTo>
                  <a:pt x="3378" y="956"/>
                  <a:pt x="2926" y="608"/>
                  <a:pt x="2363" y="564"/>
                </a:cubicBezTo>
                <a:lnTo>
                  <a:pt x="2363" y="142"/>
                </a:lnTo>
                <a:cubicBezTo>
                  <a:pt x="2363" y="60"/>
                  <a:pt x="2296" y="1"/>
                  <a:pt x="2222"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79"/>
          <p:cNvSpPr/>
          <p:nvPr/>
        </p:nvSpPr>
        <p:spPr>
          <a:xfrm>
            <a:off x="1491050" y="3130475"/>
            <a:ext cx="333300" cy="333300"/>
          </a:xfrm>
          <a:custGeom>
            <a:rect b="b" l="l" r="r" t="t"/>
            <a:pathLst>
              <a:path extrusionOk="0" h="4444" w="4444">
                <a:moveTo>
                  <a:pt x="416" y="0"/>
                </a:moveTo>
                <a:cubicBezTo>
                  <a:pt x="312" y="0"/>
                  <a:pt x="201" y="45"/>
                  <a:pt x="127" y="119"/>
                </a:cubicBezTo>
                <a:cubicBezTo>
                  <a:pt x="45" y="200"/>
                  <a:pt x="1" y="304"/>
                  <a:pt x="1" y="415"/>
                </a:cubicBezTo>
                <a:lnTo>
                  <a:pt x="1" y="970"/>
                </a:lnTo>
                <a:cubicBezTo>
                  <a:pt x="1" y="1044"/>
                  <a:pt x="60" y="1111"/>
                  <a:pt x="142" y="1111"/>
                </a:cubicBezTo>
                <a:cubicBezTo>
                  <a:pt x="216" y="1111"/>
                  <a:pt x="282" y="1044"/>
                  <a:pt x="282" y="970"/>
                </a:cubicBezTo>
                <a:lnTo>
                  <a:pt x="282" y="415"/>
                </a:lnTo>
                <a:cubicBezTo>
                  <a:pt x="282" y="378"/>
                  <a:pt x="297" y="341"/>
                  <a:pt x="319" y="319"/>
                </a:cubicBezTo>
                <a:cubicBezTo>
                  <a:pt x="349" y="289"/>
                  <a:pt x="378" y="274"/>
                  <a:pt x="416" y="274"/>
                </a:cubicBezTo>
                <a:lnTo>
                  <a:pt x="971" y="274"/>
                </a:lnTo>
                <a:cubicBezTo>
                  <a:pt x="1052" y="274"/>
                  <a:pt x="1112" y="215"/>
                  <a:pt x="1112" y="134"/>
                </a:cubicBezTo>
                <a:cubicBezTo>
                  <a:pt x="1112" y="59"/>
                  <a:pt x="1052" y="0"/>
                  <a:pt x="971" y="0"/>
                </a:cubicBezTo>
                <a:close/>
                <a:moveTo>
                  <a:pt x="3474" y="0"/>
                </a:moveTo>
                <a:cubicBezTo>
                  <a:pt x="3392" y="0"/>
                  <a:pt x="3333" y="59"/>
                  <a:pt x="3333" y="134"/>
                </a:cubicBezTo>
                <a:cubicBezTo>
                  <a:pt x="3333" y="215"/>
                  <a:pt x="3392" y="274"/>
                  <a:pt x="3474" y="274"/>
                </a:cubicBezTo>
                <a:lnTo>
                  <a:pt x="4029" y="274"/>
                </a:lnTo>
                <a:cubicBezTo>
                  <a:pt x="4066" y="274"/>
                  <a:pt x="4096" y="289"/>
                  <a:pt x="4125" y="319"/>
                </a:cubicBezTo>
                <a:cubicBezTo>
                  <a:pt x="4148" y="341"/>
                  <a:pt x="4170" y="378"/>
                  <a:pt x="4170" y="415"/>
                </a:cubicBezTo>
                <a:lnTo>
                  <a:pt x="4170" y="970"/>
                </a:lnTo>
                <a:cubicBezTo>
                  <a:pt x="4170" y="1044"/>
                  <a:pt x="4229" y="1111"/>
                  <a:pt x="4303" y="1111"/>
                </a:cubicBezTo>
                <a:cubicBezTo>
                  <a:pt x="4385" y="1111"/>
                  <a:pt x="4444" y="1044"/>
                  <a:pt x="4444" y="970"/>
                </a:cubicBezTo>
                <a:lnTo>
                  <a:pt x="4444" y="415"/>
                </a:lnTo>
                <a:cubicBezTo>
                  <a:pt x="4444" y="304"/>
                  <a:pt x="4399" y="200"/>
                  <a:pt x="4325" y="119"/>
                </a:cubicBezTo>
                <a:cubicBezTo>
                  <a:pt x="4244" y="45"/>
                  <a:pt x="4140" y="0"/>
                  <a:pt x="4029" y="0"/>
                </a:cubicBezTo>
                <a:close/>
                <a:moveTo>
                  <a:pt x="1252" y="1111"/>
                </a:moveTo>
                <a:cubicBezTo>
                  <a:pt x="1171" y="1111"/>
                  <a:pt x="1112" y="1170"/>
                  <a:pt x="1112" y="1244"/>
                </a:cubicBezTo>
                <a:lnTo>
                  <a:pt x="1112" y="1666"/>
                </a:lnTo>
                <a:cubicBezTo>
                  <a:pt x="1112" y="1740"/>
                  <a:pt x="1171" y="1800"/>
                  <a:pt x="1252" y="1800"/>
                </a:cubicBezTo>
                <a:cubicBezTo>
                  <a:pt x="1326" y="1800"/>
                  <a:pt x="1393" y="1740"/>
                  <a:pt x="1393" y="1666"/>
                </a:cubicBezTo>
                <a:lnTo>
                  <a:pt x="1393" y="1244"/>
                </a:lnTo>
                <a:cubicBezTo>
                  <a:pt x="1393" y="1170"/>
                  <a:pt x="1326" y="1111"/>
                  <a:pt x="1252" y="1111"/>
                </a:cubicBezTo>
                <a:close/>
                <a:moveTo>
                  <a:pt x="3192" y="1111"/>
                </a:moveTo>
                <a:cubicBezTo>
                  <a:pt x="3118" y="1111"/>
                  <a:pt x="3059" y="1170"/>
                  <a:pt x="3059" y="1244"/>
                </a:cubicBezTo>
                <a:lnTo>
                  <a:pt x="3059" y="1666"/>
                </a:lnTo>
                <a:cubicBezTo>
                  <a:pt x="3059" y="1740"/>
                  <a:pt x="3118" y="1800"/>
                  <a:pt x="3192" y="1800"/>
                </a:cubicBezTo>
                <a:cubicBezTo>
                  <a:pt x="3274" y="1800"/>
                  <a:pt x="3333" y="1740"/>
                  <a:pt x="3333" y="1666"/>
                </a:cubicBezTo>
                <a:lnTo>
                  <a:pt x="3333" y="1244"/>
                </a:lnTo>
                <a:cubicBezTo>
                  <a:pt x="3333" y="1170"/>
                  <a:pt x="3274" y="1111"/>
                  <a:pt x="3192" y="1111"/>
                </a:cubicBezTo>
                <a:close/>
                <a:moveTo>
                  <a:pt x="2222" y="1111"/>
                </a:moveTo>
                <a:cubicBezTo>
                  <a:pt x="2148" y="1111"/>
                  <a:pt x="2082" y="1170"/>
                  <a:pt x="2082" y="1244"/>
                </a:cubicBezTo>
                <a:lnTo>
                  <a:pt x="2082" y="2222"/>
                </a:lnTo>
                <a:cubicBezTo>
                  <a:pt x="2082" y="2259"/>
                  <a:pt x="2067" y="2288"/>
                  <a:pt x="2045" y="2318"/>
                </a:cubicBezTo>
                <a:cubicBezTo>
                  <a:pt x="2015" y="2348"/>
                  <a:pt x="1985" y="2355"/>
                  <a:pt x="1948" y="2355"/>
                </a:cubicBezTo>
                <a:lnTo>
                  <a:pt x="1808" y="2355"/>
                </a:lnTo>
                <a:cubicBezTo>
                  <a:pt x="1726" y="2355"/>
                  <a:pt x="1667" y="2422"/>
                  <a:pt x="1667" y="2496"/>
                </a:cubicBezTo>
                <a:cubicBezTo>
                  <a:pt x="1667" y="2577"/>
                  <a:pt x="1726" y="2636"/>
                  <a:pt x="1808" y="2636"/>
                </a:cubicBezTo>
                <a:lnTo>
                  <a:pt x="1948" y="2636"/>
                </a:lnTo>
                <a:cubicBezTo>
                  <a:pt x="2059" y="2636"/>
                  <a:pt x="2163" y="2592"/>
                  <a:pt x="2237" y="2511"/>
                </a:cubicBezTo>
                <a:cubicBezTo>
                  <a:pt x="2319" y="2437"/>
                  <a:pt x="2363" y="2333"/>
                  <a:pt x="2363" y="2222"/>
                </a:cubicBezTo>
                <a:lnTo>
                  <a:pt x="2363" y="1244"/>
                </a:lnTo>
                <a:cubicBezTo>
                  <a:pt x="2363" y="1170"/>
                  <a:pt x="2296" y="1111"/>
                  <a:pt x="2222" y="1111"/>
                </a:cubicBezTo>
                <a:close/>
                <a:moveTo>
                  <a:pt x="1393" y="3008"/>
                </a:moveTo>
                <a:cubicBezTo>
                  <a:pt x="1355" y="3008"/>
                  <a:pt x="1317" y="3023"/>
                  <a:pt x="1289" y="3051"/>
                </a:cubicBezTo>
                <a:cubicBezTo>
                  <a:pt x="1237" y="3110"/>
                  <a:pt x="1237" y="3199"/>
                  <a:pt x="1297" y="3251"/>
                </a:cubicBezTo>
                <a:cubicBezTo>
                  <a:pt x="1548" y="3481"/>
                  <a:pt x="1882" y="3607"/>
                  <a:pt x="2222" y="3607"/>
                </a:cubicBezTo>
                <a:cubicBezTo>
                  <a:pt x="2563" y="3607"/>
                  <a:pt x="2896" y="3481"/>
                  <a:pt x="3148" y="3251"/>
                </a:cubicBezTo>
                <a:cubicBezTo>
                  <a:pt x="3207" y="3199"/>
                  <a:pt x="3207" y="3110"/>
                  <a:pt x="3155" y="3051"/>
                </a:cubicBezTo>
                <a:cubicBezTo>
                  <a:pt x="3128" y="3023"/>
                  <a:pt x="3091" y="3008"/>
                  <a:pt x="3055" y="3008"/>
                </a:cubicBezTo>
                <a:cubicBezTo>
                  <a:pt x="3023" y="3008"/>
                  <a:pt x="2990" y="3020"/>
                  <a:pt x="2963" y="3044"/>
                </a:cubicBezTo>
                <a:cubicBezTo>
                  <a:pt x="2763" y="3229"/>
                  <a:pt x="2496" y="3333"/>
                  <a:pt x="2222" y="3333"/>
                </a:cubicBezTo>
                <a:cubicBezTo>
                  <a:pt x="1948" y="3333"/>
                  <a:pt x="1689" y="3229"/>
                  <a:pt x="1482" y="3044"/>
                </a:cubicBezTo>
                <a:cubicBezTo>
                  <a:pt x="1458" y="3020"/>
                  <a:pt x="1426" y="3008"/>
                  <a:pt x="1393" y="3008"/>
                </a:cubicBezTo>
                <a:close/>
                <a:moveTo>
                  <a:pt x="142" y="3333"/>
                </a:moveTo>
                <a:cubicBezTo>
                  <a:pt x="60" y="3333"/>
                  <a:pt x="1" y="3392"/>
                  <a:pt x="1" y="3466"/>
                </a:cubicBezTo>
                <a:lnTo>
                  <a:pt x="1" y="4021"/>
                </a:lnTo>
                <a:cubicBezTo>
                  <a:pt x="1" y="4140"/>
                  <a:pt x="45" y="4243"/>
                  <a:pt x="119" y="4317"/>
                </a:cubicBezTo>
                <a:cubicBezTo>
                  <a:pt x="201" y="4399"/>
                  <a:pt x="304" y="4443"/>
                  <a:pt x="416" y="4443"/>
                </a:cubicBezTo>
                <a:lnTo>
                  <a:pt x="971" y="4443"/>
                </a:lnTo>
                <a:cubicBezTo>
                  <a:pt x="1052" y="4443"/>
                  <a:pt x="1112" y="4377"/>
                  <a:pt x="1112" y="4303"/>
                </a:cubicBezTo>
                <a:cubicBezTo>
                  <a:pt x="1112" y="4229"/>
                  <a:pt x="1052" y="4162"/>
                  <a:pt x="971" y="4162"/>
                </a:cubicBezTo>
                <a:lnTo>
                  <a:pt x="416" y="4162"/>
                </a:lnTo>
                <a:cubicBezTo>
                  <a:pt x="378" y="4162"/>
                  <a:pt x="349" y="4147"/>
                  <a:pt x="319" y="4125"/>
                </a:cubicBezTo>
                <a:cubicBezTo>
                  <a:pt x="297" y="4095"/>
                  <a:pt x="282" y="4058"/>
                  <a:pt x="282" y="4021"/>
                </a:cubicBezTo>
                <a:lnTo>
                  <a:pt x="282" y="3466"/>
                </a:lnTo>
                <a:cubicBezTo>
                  <a:pt x="282" y="3392"/>
                  <a:pt x="216" y="3333"/>
                  <a:pt x="142" y="3333"/>
                </a:cubicBezTo>
                <a:close/>
                <a:moveTo>
                  <a:pt x="4303" y="3333"/>
                </a:moveTo>
                <a:cubicBezTo>
                  <a:pt x="4229" y="3333"/>
                  <a:pt x="4170" y="3392"/>
                  <a:pt x="4170" y="3466"/>
                </a:cubicBezTo>
                <a:lnTo>
                  <a:pt x="4170" y="4021"/>
                </a:lnTo>
                <a:cubicBezTo>
                  <a:pt x="4170" y="4058"/>
                  <a:pt x="4155" y="4095"/>
                  <a:pt x="4125" y="4125"/>
                </a:cubicBezTo>
                <a:cubicBezTo>
                  <a:pt x="4103" y="4147"/>
                  <a:pt x="4066" y="4162"/>
                  <a:pt x="4029" y="4162"/>
                </a:cubicBezTo>
                <a:lnTo>
                  <a:pt x="3474" y="4162"/>
                </a:lnTo>
                <a:cubicBezTo>
                  <a:pt x="3392" y="4162"/>
                  <a:pt x="3333" y="4229"/>
                  <a:pt x="3333" y="4303"/>
                </a:cubicBezTo>
                <a:cubicBezTo>
                  <a:pt x="3333" y="4377"/>
                  <a:pt x="3392" y="4443"/>
                  <a:pt x="3474" y="4443"/>
                </a:cubicBezTo>
                <a:lnTo>
                  <a:pt x="4029" y="4443"/>
                </a:lnTo>
                <a:cubicBezTo>
                  <a:pt x="4140" y="4443"/>
                  <a:pt x="4244" y="4399"/>
                  <a:pt x="4325" y="4317"/>
                </a:cubicBezTo>
                <a:cubicBezTo>
                  <a:pt x="4399" y="4243"/>
                  <a:pt x="4444" y="4132"/>
                  <a:pt x="4444" y="4021"/>
                </a:cubicBezTo>
                <a:lnTo>
                  <a:pt x="4444" y="3466"/>
                </a:lnTo>
                <a:cubicBezTo>
                  <a:pt x="4444" y="3392"/>
                  <a:pt x="4385" y="3333"/>
                  <a:pt x="4303" y="3333"/>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79"/>
          <p:cNvSpPr/>
          <p:nvPr/>
        </p:nvSpPr>
        <p:spPr>
          <a:xfrm>
            <a:off x="2463950" y="1188950"/>
            <a:ext cx="333900" cy="333300"/>
          </a:xfrm>
          <a:custGeom>
            <a:rect b="b" l="l" r="r" t="t"/>
            <a:pathLst>
              <a:path extrusionOk="0" h="4444" w="4452">
                <a:moveTo>
                  <a:pt x="838" y="274"/>
                </a:moveTo>
                <a:cubicBezTo>
                  <a:pt x="993" y="274"/>
                  <a:pt x="1149" y="311"/>
                  <a:pt x="1252" y="378"/>
                </a:cubicBezTo>
                <a:cubicBezTo>
                  <a:pt x="1341" y="430"/>
                  <a:pt x="1393" y="496"/>
                  <a:pt x="1393" y="556"/>
                </a:cubicBezTo>
                <a:cubicBezTo>
                  <a:pt x="1393" y="615"/>
                  <a:pt x="1341" y="674"/>
                  <a:pt x="1252" y="726"/>
                </a:cubicBezTo>
                <a:cubicBezTo>
                  <a:pt x="1141" y="793"/>
                  <a:pt x="993" y="830"/>
                  <a:pt x="838" y="830"/>
                </a:cubicBezTo>
                <a:cubicBezTo>
                  <a:pt x="675" y="830"/>
                  <a:pt x="527" y="793"/>
                  <a:pt x="416" y="733"/>
                </a:cubicBezTo>
                <a:cubicBezTo>
                  <a:pt x="327" y="682"/>
                  <a:pt x="282" y="615"/>
                  <a:pt x="282" y="556"/>
                </a:cubicBezTo>
                <a:cubicBezTo>
                  <a:pt x="282" y="496"/>
                  <a:pt x="327" y="430"/>
                  <a:pt x="416" y="378"/>
                </a:cubicBezTo>
                <a:cubicBezTo>
                  <a:pt x="527" y="311"/>
                  <a:pt x="675" y="274"/>
                  <a:pt x="838" y="274"/>
                </a:cubicBezTo>
                <a:close/>
                <a:moveTo>
                  <a:pt x="3615" y="274"/>
                </a:moveTo>
                <a:cubicBezTo>
                  <a:pt x="3770" y="274"/>
                  <a:pt x="3926" y="311"/>
                  <a:pt x="4029" y="378"/>
                </a:cubicBezTo>
                <a:cubicBezTo>
                  <a:pt x="4118" y="430"/>
                  <a:pt x="4170" y="496"/>
                  <a:pt x="4170" y="556"/>
                </a:cubicBezTo>
                <a:cubicBezTo>
                  <a:pt x="4170" y="615"/>
                  <a:pt x="4118" y="674"/>
                  <a:pt x="4029" y="726"/>
                </a:cubicBezTo>
                <a:cubicBezTo>
                  <a:pt x="3918" y="793"/>
                  <a:pt x="3770" y="830"/>
                  <a:pt x="3615" y="830"/>
                </a:cubicBezTo>
                <a:cubicBezTo>
                  <a:pt x="3452" y="830"/>
                  <a:pt x="3304" y="793"/>
                  <a:pt x="3192" y="733"/>
                </a:cubicBezTo>
                <a:cubicBezTo>
                  <a:pt x="3104" y="682"/>
                  <a:pt x="3059" y="615"/>
                  <a:pt x="3059" y="556"/>
                </a:cubicBezTo>
                <a:cubicBezTo>
                  <a:pt x="3059" y="496"/>
                  <a:pt x="3104" y="430"/>
                  <a:pt x="3192" y="378"/>
                </a:cubicBezTo>
                <a:cubicBezTo>
                  <a:pt x="3304" y="311"/>
                  <a:pt x="3452" y="274"/>
                  <a:pt x="3615" y="274"/>
                </a:cubicBezTo>
                <a:close/>
                <a:moveTo>
                  <a:pt x="1393" y="970"/>
                </a:moveTo>
                <a:lnTo>
                  <a:pt x="1393" y="1385"/>
                </a:lnTo>
                <a:cubicBezTo>
                  <a:pt x="1393" y="1518"/>
                  <a:pt x="1149" y="1666"/>
                  <a:pt x="838" y="1666"/>
                </a:cubicBezTo>
                <a:cubicBezTo>
                  <a:pt x="519" y="1666"/>
                  <a:pt x="282" y="1518"/>
                  <a:pt x="282" y="1385"/>
                </a:cubicBezTo>
                <a:lnTo>
                  <a:pt x="282" y="970"/>
                </a:lnTo>
                <a:cubicBezTo>
                  <a:pt x="430" y="1059"/>
                  <a:pt x="630" y="1111"/>
                  <a:pt x="838" y="1111"/>
                </a:cubicBezTo>
                <a:cubicBezTo>
                  <a:pt x="1038" y="1111"/>
                  <a:pt x="1238" y="1059"/>
                  <a:pt x="1393" y="970"/>
                </a:cubicBezTo>
                <a:close/>
                <a:moveTo>
                  <a:pt x="4170" y="970"/>
                </a:moveTo>
                <a:lnTo>
                  <a:pt x="4170" y="1385"/>
                </a:lnTo>
                <a:cubicBezTo>
                  <a:pt x="4170" y="1518"/>
                  <a:pt x="3926" y="1666"/>
                  <a:pt x="3615" y="1666"/>
                </a:cubicBezTo>
                <a:cubicBezTo>
                  <a:pt x="3296" y="1666"/>
                  <a:pt x="3059" y="1518"/>
                  <a:pt x="3059" y="1385"/>
                </a:cubicBezTo>
                <a:lnTo>
                  <a:pt x="3059" y="970"/>
                </a:lnTo>
                <a:cubicBezTo>
                  <a:pt x="3207" y="1059"/>
                  <a:pt x="3407" y="1111"/>
                  <a:pt x="3615" y="1111"/>
                </a:cubicBezTo>
                <a:cubicBezTo>
                  <a:pt x="3815" y="1111"/>
                  <a:pt x="4014" y="1059"/>
                  <a:pt x="4170" y="970"/>
                </a:cubicBezTo>
                <a:close/>
                <a:moveTo>
                  <a:pt x="838" y="2777"/>
                </a:moveTo>
                <a:cubicBezTo>
                  <a:pt x="993" y="2777"/>
                  <a:pt x="1149" y="2814"/>
                  <a:pt x="1252" y="2874"/>
                </a:cubicBezTo>
                <a:cubicBezTo>
                  <a:pt x="1341" y="2925"/>
                  <a:pt x="1393" y="2992"/>
                  <a:pt x="1393" y="3051"/>
                </a:cubicBezTo>
                <a:cubicBezTo>
                  <a:pt x="1393" y="3110"/>
                  <a:pt x="1341" y="3177"/>
                  <a:pt x="1252" y="3229"/>
                </a:cubicBezTo>
                <a:cubicBezTo>
                  <a:pt x="1141" y="3296"/>
                  <a:pt x="993" y="3333"/>
                  <a:pt x="838" y="3333"/>
                </a:cubicBezTo>
                <a:cubicBezTo>
                  <a:pt x="675" y="3333"/>
                  <a:pt x="527" y="3296"/>
                  <a:pt x="416" y="3229"/>
                </a:cubicBezTo>
                <a:cubicBezTo>
                  <a:pt x="327" y="3177"/>
                  <a:pt x="282" y="3110"/>
                  <a:pt x="282" y="3051"/>
                </a:cubicBezTo>
                <a:cubicBezTo>
                  <a:pt x="282" y="2992"/>
                  <a:pt x="327" y="2933"/>
                  <a:pt x="416" y="2881"/>
                </a:cubicBezTo>
                <a:cubicBezTo>
                  <a:pt x="527" y="2814"/>
                  <a:pt x="675" y="2777"/>
                  <a:pt x="838" y="2777"/>
                </a:cubicBezTo>
                <a:close/>
                <a:moveTo>
                  <a:pt x="3615" y="2777"/>
                </a:moveTo>
                <a:cubicBezTo>
                  <a:pt x="3770" y="2777"/>
                  <a:pt x="3926" y="2814"/>
                  <a:pt x="4029" y="2874"/>
                </a:cubicBezTo>
                <a:cubicBezTo>
                  <a:pt x="4118" y="2925"/>
                  <a:pt x="4170" y="2992"/>
                  <a:pt x="4170" y="3051"/>
                </a:cubicBezTo>
                <a:cubicBezTo>
                  <a:pt x="4170" y="3110"/>
                  <a:pt x="4118" y="3177"/>
                  <a:pt x="4029" y="3229"/>
                </a:cubicBezTo>
                <a:cubicBezTo>
                  <a:pt x="3918" y="3296"/>
                  <a:pt x="3770" y="3333"/>
                  <a:pt x="3615" y="3333"/>
                </a:cubicBezTo>
                <a:cubicBezTo>
                  <a:pt x="3452" y="3333"/>
                  <a:pt x="3304" y="3296"/>
                  <a:pt x="3192" y="3229"/>
                </a:cubicBezTo>
                <a:cubicBezTo>
                  <a:pt x="3104" y="3177"/>
                  <a:pt x="3059" y="3110"/>
                  <a:pt x="3059" y="3051"/>
                </a:cubicBezTo>
                <a:cubicBezTo>
                  <a:pt x="3059" y="2992"/>
                  <a:pt x="3104" y="2933"/>
                  <a:pt x="3192" y="2881"/>
                </a:cubicBezTo>
                <a:cubicBezTo>
                  <a:pt x="3304" y="2814"/>
                  <a:pt x="3452" y="2777"/>
                  <a:pt x="3615" y="2777"/>
                </a:cubicBezTo>
                <a:close/>
                <a:moveTo>
                  <a:pt x="1393" y="3473"/>
                </a:moveTo>
                <a:lnTo>
                  <a:pt x="1393" y="3888"/>
                </a:lnTo>
                <a:cubicBezTo>
                  <a:pt x="1393" y="4014"/>
                  <a:pt x="1149" y="4162"/>
                  <a:pt x="838" y="4162"/>
                </a:cubicBezTo>
                <a:cubicBezTo>
                  <a:pt x="519" y="4162"/>
                  <a:pt x="282" y="4014"/>
                  <a:pt x="282" y="3888"/>
                </a:cubicBezTo>
                <a:lnTo>
                  <a:pt x="282" y="3473"/>
                </a:lnTo>
                <a:cubicBezTo>
                  <a:pt x="430" y="3562"/>
                  <a:pt x="630" y="3607"/>
                  <a:pt x="838" y="3607"/>
                </a:cubicBezTo>
                <a:cubicBezTo>
                  <a:pt x="1038" y="3607"/>
                  <a:pt x="1238" y="3562"/>
                  <a:pt x="1393" y="3473"/>
                </a:cubicBezTo>
                <a:close/>
                <a:moveTo>
                  <a:pt x="4170" y="3473"/>
                </a:moveTo>
                <a:lnTo>
                  <a:pt x="4170" y="3888"/>
                </a:lnTo>
                <a:cubicBezTo>
                  <a:pt x="4170" y="4014"/>
                  <a:pt x="3926" y="4162"/>
                  <a:pt x="3615" y="4162"/>
                </a:cubicBezTo>
                <a:cubicBezTo>
                  <a:pt x="3296" y="4162"/>
                  <a:pt x="3059" y="4014"/>
                  <a:pt x="3059" y="3888"/>
                </a:cubicBezTo>
                <a:lnTo>
                  <a:pt x="3059" y="3473"/>
                </a:lnTo>
                <a:cubicBezTo>
                  <a:pt x="3207" y="3562"/>
                  <a:pt x="3407" y="3607"/>
                  <a:pt x="3615" y="3607"/>
                </a:cubicBezTo>
                <a:cubicBezTo>
                  <a:pt x="3815" y="3607"/>
                  <a:pt x="4014" y="3562"/>
                  <a:pt x="4170" y="3473"/>
                </a:cubicBezTo>
                <a:close/>
                <a:moveTo>
                  <a:pt x="838" y="0"/>
                </a:moveTo>
                <a:cubicBezTo>
                  <a:pt x="623" y="0"/>
                  <a:pt x="423" y="52"/>
                  <a:pt x="275" y="141"/>
                </a:cubicBezTo>
                <a:cubicBezTo>
                  <a:pt x="105" y="245"/>
                  <a:pt x="8" y="393"/>
                  <a:pt x="1" y="548"/>
                </a:cubicBezTo>
                <a:lnTo>
                  <a:pt x="1" y="556"/>
                </a:lnTo>
                <a:lnTo>
                  <a:pt x="1" y="1385"/>
                </a:lnTo>
                <a:cubicBezTo>
                  <a:pt x="1" y="1696"/>
                  <a:pt x="371" y="1940"/>
                  <a:pt x="838" y="1940"/>
                </a:cubicBezTo>
                <a:cubicBezTo>
                  <a:pt x="1112" y="1940"/>
                  <a:pt x="1349" y="1859"/>
                  <a:pt x="1497" y="1726"/>
                </a:cubicBezTo>
                <a:lnTo>
                  <a:pt x="2082" y="2311"/>
                </a:lnTo>
                <a:lnTo>
                  <a:pt x="1586" y="2807"/>
                </a:lnTo>
                <a:cubicBezTo>
                  <a:pt x="1534" y="2740"/>
                  <a:pt x="1475" y="2688"/>
                  <a:pt x="1400" y="2644"/>
                </a:cubicBezTo>
                <a:cubicBezTo>
                  <a:pt x="1245" y="2548"/>
                  <a:pt x="1045" y="2503"/>
                  <a:pt x="838" y="2503"/>
                </a:cubicBezTo>
                <a:cubicBezTo>
                  <a:pt x="623" y="2503"/>
                  <a:pt x="423" y="2548"/>
                  <a:pt x="275" y="2644"/>
                </a:cubicBezTo>
                <a:cubicBezTo>
                  <a:pt x="105" y="2740"/>
                  <a:pt x="8" y="2896"/>
                  <a:pt x="1" y="3051"/>
                </a:cubicBezTo>
                <a:lnTo>
                  <a:pt x="1" y="3888"/>
                </a:lnTo>
                <a:cubicBezTo>
                  <a:pt x="1" y="4199"/>
                  <a:pt x="371" y="4443"/>
                  <a:pt x="838" y="4443"/>
                </a:cubicBezTo>
                <a:cubicBezTo>
                  <a:pt x="1304" y="4443"/>
                  <a:pt x="1667" y="4199"/>
                  <a:pt x="1667" y="3888"/>
                </a:cubicBezTo>
                <a:lnTo>
                  <a:pt x="1667" y="3110"/>
                </a:lnTo>
                <a:lnTo>
                  <a:pt x="2274" y="2503"/>
                </a:lnTo>
                <a:lnTo>
                  <a:pt x="2785" y="3014"/>
                </a:lnTo>
                <a:cubicBezTo>
                  <a:pt x="2785" y="3029"/>
                  <a:pt x="2785" y="3036"/>
                  <a:pt x="2785" y="3051"/>
                </a:cubicBezTo>
                <a:lnTo>
                  <a:pt x="2785" y="3888"/>
                </a:lnTo>
                <a:cubicBezTo>
                  <a:pt x="2785" y="4199"/>
                  <a:pt x="3148" y="4443"/>
                  <a:pt x="3615" y="4443"/>
                </a:cubicBezTo>
                <a:cubicBezTo>
                  <a:pt x="4081" y="4443"/>
                  <a:pt x="4451" y="4199"/>
                  <a:pt x="4451" y="3888"/>
                </a:cubicBezTo>
                <a:lnTo>
                  <a:pt x="4451" y="3051"/>
                </a:lnTo>
                <a:cubicBezTo>
                  <a:pt x="4444" y="2896"/>
                  <a:pt x="4348" y="2740"/>
                  <a:pt x="4177" y="2644"/>
                </a:cubicBezTo>
                <a:cubicBezTo>
                  <a:pt x="4022" y="2548"/>
                  <a:pt x="3822" y="2503"/>
                  <a:pt x="3615" y="2503"/>
                </a:cubicBezTo>
                <a:cubicBezTo>
                  <a:pt x="3407" y="2503"/>
                  <a:pt x="3207" y="2548"/>
                  <a:pt x="3052" y="2644"/>
                </a:cubicBezTo>
                <a:cubicBezTo>
                  <a:pt x="3000" y="2674"/>
                  <a:pt x="2956" y="2711"/>
                  <a:pt x="2911" y="2755"/>
                </a:cubicBezTo>
                <a:lnTo>
                  <a:pt x="2474" y="2311"/>
                </a:lnTo>
                <a:lnTo>
                  <a:pt x="3007" y="1770"/>
                </a:lnTo>
                <a:cubicBezTo>
                  <a:pt x="3163" y="1881"/>
                  <a:pt x="3378" y="1940"/>
                  <a:pt x="3615" y="1940"/>
                </a:cubicBezTo>
                <a:cubicBezTo>
                  <a:pt x="4081" y="1940"/>
                  <a:pt x="4451" y="1696"/>
                  <a:pt x="4451" y="1385"/>
                </a:cubicBezTo>
                <a:lnTo>
                  <a:pt x="4451" y="556"/>
                </a:lnTo>
                <a:lnTo>
                  <a:pt x="4444" y="548"/>
                </a:lnTo>
                <a:cubicBezTo>
                  <a:pt x="4444" y="393"/>
                  <a:pt x="4348" y="245"/>
                  <a:pt x="4177" y="141"/>
                </a:cubicBezTo>
                <a:cubicBezTo>
                  <a:pt x="4022" y="52"/>
                  <a:pt x="3822" y="0"/>
                  <a:pt x="3615" y="0"/>
                </a:cubicBezTo>
                <a:cubicBezTo>
                  <a:pt x="3400" y="0"/>
                  <a:pt x="3200" y="52"/>
                  <a:pt x="3052" y="141"/>
                </a:cubicBezTo>
                <a:cubicBezTo>
                  <a:pt x="2881" y="245"/>
                  <a:pt x="2778" y="393"/>
                  <a:pt x="2778" y="548"/>
                </a:cubicBezTo>
                <a:lnTo>
                  <a:pt x="2778" y="556"/>
                </a:lnTo>
                <a:lnTo>
                  <a:pt x="2778" y="1385"/>
                </a:lnTo>
                <a:cubicBezTo>
                  <a:pt x="2778" y="1452"/>
                  <a:pt x="2793" y="1511"/>
                  <a:pt x="2822" y="1563"/>
                </a:cubicBezTo>
                <a:lnTo>
                  <a:pt x="2274" y="2111"/>
                </a:lnTo>
                <a:lnTo>
                  <a:pt x="1652" y="1489"/>
                </a:lnTo>
                <a:cubicBezTo>
                  <a:pt x="1660" y="1459"/>
                  <a:pt x="1667" y="1422"/>
                  <a:pt x="1667" y="1385"/>
                </a:cubicBezTo>
                <a:lnTo>
                  <a:pt x="1667" y="556"/>
                </a:lnTo>
                <a:lnTo>
                  <a:pt x="1667" y="548"/>
                </a:lnTo>
                <a:cubicBezTo>
                  <a:pt x="1667" y="393"/>
                  <a:pt x="1571" y="245"/>
                  <a:pt x="1400" y="141"/>
                </a:cubicBezTo>
                <a:cubicBezTo>
                  <a:pt x="1245" y="52"/>
                  <a:pt x="1045" y="0"/>
                  <a:pt x="838"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79"/>
          <p:cNvSpPr/>
          <p:nvPr/>
        </p:nvSpPr>
        <p:spPr>
          <a:xfrm>
            <a:off x="2463950" y="2174225"/>
            <a:ext cx="333300" cy="305700"/>
          </a:xfrm>
          <a:custGeom>
            <a:rect b="b" l="l" r="r" t="t"/>
            <a:pathLst>
              <a:path extrusionOk="0" h="4076" w="4444">
                <a:moveTo>
                  <a:pt x="2222" y="1447"/>
                </a:moveTo>
                <a:cubicBezTo>
                  <a:pt x="2296" y="1447"/>
                  <a:pt x="2371" y="1477"/>
                  <a:pt x="2422" y="1528"/>
                </a:cubicBezTo>
                <a:cubicBezTo>
                  <a:pt x="2474" y="1580"/>
                  <a:pt x="2504" y="1654"/>
                  <a:pt x="2504" y="1728"/>
                </a:cubicBezTo>
                <a:cubicBezTo>
                  <a:pt x="2504" y="1802"/>
                  <a:pt x="2474" y="1869"/>
                  <a:pt x="2422" y="1921"/>
                </a:cubicBezTo>
                <a:cubicBezTo>
                  <a:pt x="2370" y="1974"/>
                  <a:pt x="2296" y="2001"/>
                  <a:pt x="2222" y="2001"/>
                </a:cubicBezTo>
                <a:cubicBezTo>
                  <a:pt x="2151" y="2001"/>
                  <a:pt x="2081" y="1976"/>
                  <a:pt x="2030" y="1921"/>
                </a:cubicBezTo>
                <a:cubicBezTo>
                  <a:pt x="1971" y="1869"/>
                  <a:pt x="1948" y="1802"/>
                  <a:pt x="1948" y="1728"/>
                </a:cubicBezTo>
                <a:cubicBezTo>
                  <a:pt x="1948" y="1654"/>
                  <a:pt x="1978" y="1580"/>
                  <a:pt x="2030" y="1528"/>
                </a:cubicBezTo>
                <a:cubicBezTo>
                  <a:pt x="2082" y="1477"/>
                  <a:pt x="2148" y="1447"/>
                  <a:pt x="2222" y="1447"/>
                </a:cubicBezTo>
                <a:close/>
                <a:moveTo>
                  <a:pt x="1412" y="635"/>
                </a:moveTo>
                <a:cubicBezTo>
                  <a:pt x="1381" y="635"/>
                  <a:pt x="1350" y="646"/>
                  <a:pt x="1326" y="669"/>
                </a:cubicBezTo>
                <a:cubicBezTo>
                  <a:pt x="1171" y="795"/>
                  <a:pt x="1045" y="966"/>
                  <a:pt x="964" y="1143"/>
                </a:cubicBezTo>
                <a:cubicBezTo>
                  <a:pt x="882" y="1329"/>
                  <a:pt x="838" y="1528"/>
                  <a:pt x="838" y="1728"/>
                </a:cubicBezTo>
                <a:cubicBezTo>
                  <a:pt x="838" y="1928"/>
                  <a:pt x="875" y="2128"/>
                  <a:pt x="964" y="2313"/>
                </a:cubicBezTo>
                <a:cubicBezTo>
                  <a:pt x="1045" y="2491"/>
                  <a:pt x="1171" y="2654"/>
                  <a:pt x="1326" y="2787"/>
                </a:cubicBezTo>
                <a:cubicBezTo>
                  <a:pt x="1349" y="2810"/>
                  <a:pt x="1386" y="2817"/>
                  <a:pt x="1415" y="2817"/>
                </a:cubicBezTo>
                <a:cubicBezTo>
                  <a:pt x="1452" y="2817"/>
                  <a:pt x="1489" y="2802"/>
                  <a:pt x="1519" y="2773"/>
                </a:cubicBezTo>
                <a:cubicBezTo>
                  <a:pt x="1571" y="2713"/>
                  <a:pt x="1563" y="2624"/>
                  <a:pt x="1504" y="2573"/>
                </a:cubicBezTo>
                <a:cubicBezTo>
                  <a:pt x="1378" y="2469"/>
                  <a:pt x="1282" y="2336"/>
                  <a:pt x="1215" y="2195"/>
                </a:cubicBezTo>
                <a:cubicBezTo>
                  <a:pt x="1141" y="2047"/>
                  <a:pt x="1112" y="1891"/>
                  <a:pt x="1112" y="1728"/>
                </a:cubicBezTo>
                <a:cubicBezTo>
                  <a:pt x="1112" y="1565"/>
                  <a:pt x="1141" y="1410"/>
                  <a:pt x="1215" y="1262"/>
                </a:cubicBezTo>
                <a:cubicBezTo>
                  <a:pt x="1282" y="1114"/>
                  <a:pt x="1378" y="980"/>
                  <a:pt x="1504" y="884"/>
                </a:cubicBezTo>
                <a:cubicBezTo>
                  <a:pt x="1563" y="832"/>
                  <a:pt x="1571" y="744"/>
                  <a:pt x="1519" y="684"/>
                </a:cubicBezTo>
                <a:cubicBezTo>
                  <a:pt x="1490" y="652"/>
                  <a:pt x="1451" y="635"/>
                  <a:pt x="1412" y="635"/>
                </a:cubicBezTo>
                <a:close/>
                <a:moveTo>
                  <a:pt x="3033" y="635"/>
                </a:moveTo>
                <a:cubicBezTo>
                  <a:pt x="2994" y="635"/>
                  <a:pt x="2954" y="652"/>
                  <a:pt x="2926" y="684"/>
                </a:cubicBezTo>
                <a:cubicBezTo>
                  <a:pt x="2874" y="744"/>
                  <a:pt x="2881" y="832"/>
                  <a:pt x="2941" y="884"/>
                </a:cubicBezTo>
                <a:cubicBezTo>
                  <a:pt x="3067" y="980"/>
                  <a:pt x="3163" y="1114"/>
                  <a:pt x="3230" y="1262"/>
                </a:cubicBezTo>
                <a:cubicBezTo>
                  <a:pt x="3304" y="1410"/>
                  <a:pt x="3333" y="1565"/>
                  <a:pt x="3333" y="1728"/>
                </a:cubicBezTo>
                <a:cubicBezTo>
                  <a:pt x="3333" y="1891"/>
                  <a:pt x="3296" y="2047"/>
                  <a:pt x="3230" y="2195"/>
                </a:cubicBezTo>
                <a:cubicBezTo>
                  <a:pt x="3163" y="2336"/>
                  <a:pt x="3067" y="2469"/>
                  <a:pt x="2941" y="2573"/>
                </a:cubicBezTo>
                <a:cubicBezTo>
                  <a:pt x="2881" y="2624"/>
                  <a:pt x="2874" y="2713"/>
                  <a:pt x="2926" y="2773"/>
                </a:cubicBezTo>
                <a:cubicBezTo>
                  <a:pt x="2956" y="2802"/>
                  <a:pt x="2993" y="2817"/>
                  <a:pt x="3030" y="2817"/>
                </a:cubicBezTo>
                <a:cubicBezTo>
                  <a:pt x="3067" y="2817"/>
                  <a:pt x="3096" y="2810"/>
                  <a:pt x="3126" y="2787"/>
                </a:cubicBezTo>
                <a:cubicBezTo>
                  <a:pt x="3274" y="2654"/>
                  <a:pt x="3400" y="2491"/>
                  <a:pt x="3481" y="2313"/>
                </a:cubicBezTo>
                <a:cubicBezTo>
                  <a:pt x="3570" y="2128"/>
                  <a:pt x="3615" y="1928"/>
                  <a:pt x="3615" y="1728"/>
                </a:cubicBezTo>
                <a:cubicBezTo>
                  <a:pt x="3615" y="1528"/>
                  <a:pt x="3570" y="1329"/>
                  <a:pt x="3481" y="1143"/>
                </a:cubicBezTo>
                <a:cubicBezTo>
                  <a:pt x="3400" y="966"/>
                  <a:pt x="3274" y="795"/>
                  <a:pt x="3118" y="669"/>
                </a:cubicBezTo>
                <a:cubicBezTo>
                  <a:pt x="3095" y="646"/>
                  <a:pt x="3064" y="635"/>
                  <a:pt x="3033" y="635"/>
                </a:cubicBezTo>
                <a:close/>
                <a:moveTo>
                  <a:pt x="880" y="1"/>
                </a:moveTo>
                <a:cubicBezTo>
                  <a:pt x="847" y="1"/>
                  <a:pt x="813" y="12"/>
                  <a:pt x="786" y="33"/>
                </a:cubicBezTo>
                <a:cubicBezTo>
                  <a:pt x="541" y="240"/>
                  <a:pt x="342" y="507"/>
                  <a:pt x="208" y="795"/>
                </a:cubicBezTo>
                <a:cubicBezTo>
                  <a:pt x="75" y="1084"/>
                  <a:pt x="1" y="1403"/>
                  <a:pt x="1" y="1728"/>
                </a:cubicBezTo>
                <a:cubicBezTo>
                  <a:pt x="1" y="2054"/>
                  <a:pt x="68" y="2365"/>
                  <a:pt x="208" y="2661"/>
                </a:cubicBezTo>
                <a:cubicBezTo>
                  <a:pt x="342" y="2950"/>
                  <a:pt x="541" y="3209"/>
                  <a:pt x="786" y="3417"/>
                </a:cubicBezTo>
                <a:cubicBezTo>
                  <a:pt x="808" y="3439"/>
                  <a:pt x="845" y="3454"/>
                  <a:pt x="875" y="3454"/>
                </a:cubicBezTo>
                <a:cubicBezTo>
                  <a:pt x="912" y="3454"/>
                  <a:pt x="949" y="3432"/>
                  <a:pt x="978" y="3402"/>
                </a:cubicBezTo>
                <a:cubicBezTo>
                  <a:pt x="1030" y="3343"/>
                  <a:pt x="1023" y="3261"/>
                  <a:pt x="964" y="3209"/>
                </a:cubicBezTo>
                <a:cubicBezTo>
                  <a:pt x="749" y="3024"/>
                  <a:pt x="578" y="2795"/>
                  <a:pt x="460" y="2543"/>
                </a:cubicBezTo>
                <a:cubicBezTo>
                  <a:pt x="342" y="2284"/>
                  <a:pt x="282" y="2010"/>
                  <a:pt x="282" y="1728"/>
                </a:cubicBezTo>
                <a:cubicBezTo>
                  <a:pt x="282" y="1447"/>
                  <a:pt x="342" y="1166"/>
                  <a:pt x="460" y="914"/>
                </a:cubicBezTo>
                <a:cubicBezTo>
                  <a:pt x="578" y="655"/>
                  <a:pt x="749" y="425"/>
                  <a:pt x="964" y="247"/>
                </a:cubicBezTo>
                <a:cubicBezTo>
                  <a:pt x="1023" y="196"/>
                  <a:pt x="1030" y="107"/>
                  <a:pt x="978" y="47"/>
                </a:cubicBezTo>
                <a:cubicBezTo>
                  <a:pt x="955" y="16"/>
                  <a:pt x="918" y="1"/>
                  <a:pt x="880" y="1"/>
                </a:cubicBezTo>
                <a:close/>
                <a:moveTo>
                  <a:pt x="3567" y="1"/>
                </a:moveTo>
                <a:cubicBezTo>
                  <a:pt x="3531" y="1"/>
                  <a:pt x="3494" y="16"/>
                  <a:pt x="3466" y="47"/>
                </a:cubicBezTo>
                <a:cubicBezTo>
                  <a:pt x="3415" y="107"/>
                  <a:pt x="3422" y="196"/>
                  <a:pt x="3481" y="247"/>
                </a:cubicBezTo>
                <a:cubicBezTo>
                  <a:pt x="3696" y="425"/>
                  <a:pt x="3866" y="655"/>
                  <a:pt x="3985" y="914"/>
                </a:cubicBezTo>
                <a:cubicBezTo>
                  <a:pt x="4103" y="1166"/>
                  <a:pt x="4163" y="1447"/>
                  <a:pt x="4163" y="1728"/>
                </a:cubicBezTo>
                <a:cubicBezTo>
                  <a:pt x="4163" y="2010"/>
                  <a:pt x="4103" y="2284"/>
                  <a:pt x="3985" y="2543"/>
                </a:cubicBezTo>
                <a:cubicBezTo>
                  <a:pt x="3866" y="2795"/>
                  <a:pt x="3696" y="3024"/>
                  <a:pt x="3481" y="3209"/>
                </a:cubicBezTo>
                <a:cubicBezTo>
                  <a:pt x="3422" y="3254"/>
                  <a:pt x="3415" y="3343"/>
                  <a:pt x="3466" y="3402"/>
                </a:cubicBezTo>
                <a:cubicBezTo>
                  <a:pt x="3489" y="3432"/>
                  <a:pt x="3533" y="3454"/>
                  <a:pt x="3570" y="3454"/>
                </a:cubicBezTo>
                <a:cubicBezTo>
                  <a:pt x="3600" y="3454"/>
                  <a:pt x="3637" y="3439"/>
                  <a:pt x="3659" y="3417"/>
                </a:cubicBezTo>
                <a:cubicBezTo>
                  <a:pt x="3903" y="3209"/>
                  <a:pt x="4103" y="2950"/>
                  <a:pt x="4237" y="2661"/>
                </a:cubicBezTo>
                <a:cubicBezTo>
                  <a:pt x="4377" y="2365"/>
                  <a:pt x="4444" y="2054"/>
                  <a:pt x="4444" y="1728"/>
                </a:cubicBezTo>
                <a:cubicBezTo>
                  <a:pt x="4444" y="1410"/>
                  <a:pt x="4370" y="1084"/>
                  <a:pt x="4237" y="795"/>
                </a:cubicBezTo>
                <a:cubicBezTo>
                  <a:pt x="4103" y="507"/>
                  <a:pt x="3903" y="240"/>
                  <a:pt x="3659" y="33"/>
                </a:cubicBezTo>
                <a:cubicBezTo>
                  <a:pt x="3632" y="12"/>
                  <a:pt x="3599" y="1"/>
                  <a:pt x="3567" y="1"/>
                </a:cubicBezTo>
                <a:close/>
                <a:moveTo>
                  <a:pt x="2222" y="1173"/>
                </a:moveTo>
                <a:cubicBezTo>
                  <a:pt x="2074" y="1173"/>
                  <a:pt x="1934" y="1232"/>
                  <a:pt x="1830" y="1336"/>
                </a:cubicBezTo>
                <a:cubicBezTo>
                  <a:pt x="1726" y="1440"/>
                  <a:pt x="1667" y="1580"/>
                  <a:pt x="1667" y="1728"/>
                </a:cubicBezTo>
                <a:cubicBezTo>
                  <a:pt x="1667" y="1877"/>
                  <a:pt x="1726" y="2017"/>
                  <a:pt x="1830" y="2121"/>
                </a:cubicBezTo>
                <a:cubicBezTo>
                  <a:pt x="1904" y="2188"/>
                  <a:pt x="1985" y="2239"/>
                  <a:pt x="2082" y="2262"/>
                </a:cubicBezTo>
                <a:lnTo>
                  <a:pt x="2082" y="3935"/>
                </a:lnTo>
                <a:cubicBezTo>
                  <a:pt x="2082" y="4009"/>
                  <a:pt x="2148" y="4076"/>
                  <a:pt x="2222" y="4076"/>
                </a:cubicBezTo>
                <a:cubicBezTo>
                  <a:pt x="2296" y="4076"/>
                  <a:pt x="2363" y="4009"/>
                  <a:pt x="2363" y="3935"/>
                </a:cubicBezTo>
                <a:lnTo>
                  <a:pt x="2363" y="2262"/>
                </a:lnTo>
                <a:cubicBezTo>
                  <a:pt x="2459" y="2239"/>
                  <a:pt x="2548" y="2195"/>
                  <a:pt x="2615" y="2121"/>
                </a:cubicBezTo>
                <a:cubicBezTo>
                  <a:pt x="2719" y="2017"/>
                  <a:pt x="2778" y="1877"/>
                  <a:pt x="2778" y="1728"/>
                </a:cubicBezTo>
                <a:cubicBezTo>
                  <a:pt x="2778" y="1580"/>
                  <a:pt x="2719" y="1440"/>
                  <a:pt x="2615" y="1336"/>
                </a:cubicBezTo>
                <a:cubicBezTo>
                  <a:pt x="2511" y="1232"/>
                  <a:pt x="2371" y="1173"/>
                  <a:pt x="2222" y="1173"/>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79"/>
          <p:cNvSpPr/>
          <p:nvPr/>
        </p:nvSpPr>
        <p:spPr>
          <a:xfrm>
            <a:off x="2508950" y="3132125"/>
            <a:ext cx="240000" cy="333300"/>
          </a:xfrm>
          <a:custGeom>
            <a:rect b="b" l="l" r="r" t="t"/>
            <a:pathLst>
              <a:path extrusionOk="0" h="4444" w="3200">
                <a:moveTo>
                  <a:pt x="2119" y="0"/>
                </a:moveTo>
                <a:cubicBezTo>
                  <a:pt x="2089" y="0"/>
                  <a:pt x="2067" y="0"/>
                  <a:pt x="2045" y="8"/>
                </a:cubicBezTo>
                <a:cubicBezTo>
                  <a:pt x="2015" y="8"/>
                  <a:pt x="1993" y="23"/>
                  <a:pt x="1970" y="30"/>
                </a:cubicBezTo>
                <a:lnTo>
                  <a:pt x="1963" y="37"/>
                </a:lnTo>
                <a:cubicBezTo>
                  <a:pt x="1941" y="52"/>
                  <a:pt x="1926" y="74"/>
                  <a:pt x="1911" y="97"/>
                </a:cubicBezTo>
                <a:cubicBezTo>
                  <a:pt x="1896" y="119"/>
                  <a:pt x="1889" y="134"/>
                  <a:pt x="1882" y="156"/>
                </a:cubicBezTo>
                <a:cubicBezTo>
                  <a:pt x="1882" y="156"/>
                  <a:pt x="1882" y="163"/>
                  <a:pt x="1882" y="171"/>
                </a:cubicBezTo>
                <a:lnTo>
                  <a:pt x="1882" y="178"/>
                </a:lnTo>
                <a:cubicBezTo>
                  <a:pt x="1874" y="200"/>
                  <a:pt x="1874" y="223"/>
                  <a:pt x="1882" y="252"/>
                </a:cubicBezTo>
                <a:cubicBezTo>
                  <a:pt x="1882" y="274"/>
                  <a:pt x="1896" y="304"/>
                  <a:pt x="1911" y="326"/>
                </a:cubicBezTo>
                <a:cubicBezTo>
                  <a:pt x="1926" y="348"/>
                  <a:pt x="1948" y="363"/>
                  <a:pt x="1970" y="378"/>
                </a:cubicBezTo>
                <a:cubicBezTo>
                  <a:pt x="1993" y="393"/>
                  <a:pt x="2015" y="408"/>
                  <a:pt x="2037" y="408"/>
                </a:cubicBezTo>
                <a:cubicBezTo>
                  <a:pt x="2037" y="408"/>
                  <a:pt x="2045" y="415"/>
                  <a:pt x="2045" y="415"/>
                </a:cubicBezTo>
                <a:lnTo>
                  <a:pt x="2082" y="415"/>
                </a:lnTo>
                <a:cubicBezTo>
                  <a:pt x="2126" y="415"/>
                  <a:pt x="2170" y="400"/>
                  <a:pt x="2200" y="378"/>
                </a:cubicBezTo>
                <a:cubicBezTo>
                  <a:pt x="2244" y="348"/>
                  <a:pt x="2274" y="304"/>
                  <a:pt x="2289" y="252"/>
                </a:cubicBezTo>
                <a:cubicBezTo>
                  <a:pt x="2289" y="245"/>
                  <a:pt x="2289" y="245"/>
                  <a:pt x="2289" y="245"/>
                </a:cubicBezTo>
                <a:lnTo>
                  <a:pt x="2289" y="237"/>
                </a:lnTo>
                <a:cubicBezTo>
                  <a:pt x="2296" y="215"/>
                  <a:pt x="2296" y="186"/>
                  <a:pt x="2289" y="163"/>
                </a:cubicBezTo>
                <a:cubicBezTo>
                  <a:pt x="2281" y="134"/>
                  <a:pt x="2274" y="112"/>
                  <a:pt x="2259" y="89"/>
                </a:cubicBezTo>
                <a:cubicBezTo>
                  <a:pt x="2244" y="67"/>
                  <a:pt x="2222" y="45"/>
                  <a:pt x="2200" y="37"/>
                </a:cubicBezTo>
                <a:cubicBezTo>
                  <a:pt x="2178" y="23"/>
                  <a:pt x="2156" y="8"/>
                  <a:pt x="2133" y="8"/>
                </a:cubicBezTo>
                <a:cubicBezTo>
                  <a:pt x="2126" y="8"/>
                  <a:pt x="2126" y="0"/>
                  <a:pt x="2126" y="0"/>
                </a:cubicBezTo>
                <a:close/>
                <a:moveTo>
                  <a:pt x="1040" y="487"/>
                </a:moveTo>
                <a:cubicBezTo>
                  <a:pt x="1000" y="487"/>
                  <a:pt x="961" y="497"/>
                  <a:pt x="926" y="526"/>
                </a:cubicBezTo>
                <a:cubicBezTo>
                  <a:pt x="882" y="548"/>
                  <a:pt x="860" y="593"/>
                  <a:pt x="845" y="637"/>
                </a:cubicBezTo>
                <a:cubicBezTo>
                  <a:pt x="845" y="645"/>
                  <a:pt x="837" y="645"/>
                  <a:pt x="837" y="652"/>
                </a:cubicBezTo>
                <a:lnTo>
                  <a:pt x="837" y="667"/>
                </a:lnTo>
                <a:cubicBezTo>
                  <a:pt x="837" y="689"/>
                  <a:pt x="837" y="711"/>
                  <a:pt x="837" y="734"/>
                </a:cubicBezTo>
                <a:cubicBezTo>
                  <a:pt x="845" y="763"/>
                  <a:pt x="860" y="785"/>
                  <a:pt x="875" y="808"/>
                </a:cubicBezTo>
                <a:cubicBezTo>
                  <a:pt x="889" y="830"/>
                  <a:pt x="904" y="852"/>
                  <a:pt x="926" y="867"/>
                </a:cubicBezTo>
                <a:cubicBezTo>
                  <a:pt x="949" y="882"/>
                  <a:pt x="971" y="889"/>
                  <a:pt x="1000" y="896"/>
                </a:cubicBezTo>
                <a:lnTo>
                  <a:pt x="1045" y="896"/>
                </a:lnTo>
                <a:cubicBezTo>
                  <a:pt x="1089" y="896"/>
                  <a:pt x="1134" y="889"/>
                  <a:pt x="1163" y="867"/>
                </a:cubicBezTo>
                <a:cubicBezTo>
                  <a:pt x="1208" y="830"/>
                  <a:pt x="1237" y="785"/>
                  <a:pt x="1245" y="734"/>
                </a:cubicBezTo>
                <a:lnTo>
                  <a:pt x="1245" y="726"/>
                </a:lnTo>
                <a:cubicBezTo>
                  <a:pt x="1252" y="726"/>
                  <a:pt x="1252" y="719"/>
                  <a:pt x="1252" y="711"/>
                </a:cubicBezTo>
                <a:cubicBezTo>
                  <a:pt x="1252" y="689"/>
                  <a:pt x="1252" y="674"/>
                  <a:pt x="1245" y="652"/>
                </a:cubicBezTo>
                <a:cubicBezTo>
                  <a:pt x="1245" y="622"/>
                  <a:pt x="1230" y="600"/>
                  <a:pt x="1215" y="571"/>
                </a:cubicBezTo>
                <a:cubicBezTo>
                  <a:pt x="1200" y="548"/>
                  <a:pt x="1178" y="534"/>
                  <a:pt x="1156" y="519"/>
                </a:cubicBezTo>
                <a:cubicBezTo>
                  <a:pt x="1134" y="504"/>
                  <a:pt x="1119" y="497"/>
                  <a:pt x="1089" y="489"/>
                </a:cubicBezTo>
                <a:lnTo>
                  <a:pt x="1074" y="489"/>
                </a:lnTo>
                <a:cubicBezTo>
                  <a:pt x="1063" y="488"/>
                  <a:pt x="1051" y="487"/>
                  <a:pt x="1040" y="487"/>
                </a:cubicBezTo>
                <a:close/>
                <a:moveTo>
                  <a:pt x="1608" y="1804"/>
                </a:moveTo>
                <a:cubicBezTo>
                  <a:pt x="1588" y="1804"/>
                  <a:pt x="1568" y="1808"/>
                  <a:pt x="1548" y="1815"/>
                </a:cubicBezTo>
                <a:cubicBezTo>
                  <a:pt x="1504" y="1822"/>
                  <a:pt x="1467" y="1852"/>
                  <a:pt x="1437" y="1889"/>
                </a:cubicBezTo>
                <a:cubicBezTo>
                  <a:pt x="1430" y="1889"/>
                  <a:pt x="1422" y="1904"/>
                  <a:pt x="1422" y="1911"/>
                </a:cubicBezTo>
                <a:cubicBezTo>
                  <a:pt x="1415" y="1918"/>
                  <a:pt x="1415" y="1918"/>
                  <a:pt x="1408" y="1926"/>
                </a:cubicBezTo>
                <a:cubicBezTo>
                  <a:pt x="1408" y="1933"/>
                  <a:pt x="1408" y="1933"/>
                  <a:pt x="1408" y="1933"/>
                </a:cubicBezTo>
                <a:cubicBezTo>
                  <a:pt x="1393" y="1978"/>
                  <a:pt x="1385" y="2022"/>
                  <a:pt x="1400" y="2066"/>
                </a:cubicBezTo>
                <a:cubicBezTo>
                  <a:pt x="1415" y="2118"/>
                  <a:pt x="1445" y="2163"/>
                  <a:pt x="1489" y="2192"/>
                </a:cubicBezTo>
                <a:lnTo>
                  <a:pt x="1497" y="2192"/>
                </a:lnTo>
                <a:cubicBezTo>
                  <a:pt x="1519" y="2207"/>
                  <a:pt x="1541" y="2215"/>
                  <a:pt x="1563" y="2222"/>
                </a:cubicBezTo>
                <a:lnTo>
                  <a:pt x="1600" y="2222"/>
                </a:lnTo>
                <a:cubicBezTo>
                  <a:pt x="1615" y="2222"/>
                  <a:pt x="1630" y="2222"/>
                  <a:pt x="1645" y="2215"/>
                </a:cubicBezTo>
                <a:lnTo>
                  <a:pt x="1659" y="2215"/>
                </a:lnTo>
                <a:cubicBezTo>
                  <a:pt x="1682" y="2207"/>
                  <a:pt x="1704" y="2192"/>
                  <a:pt x="1726" y="2178"/>
                </a:cubicBezTo>
                <a:cubicBezTo>
                  <a:pt x="1748" y="2163"/>
                  <a:pt x="1763" y="2148"/>
                  <a:pt x="1778" y="2126"/>
                </a:cubicBezTo>
                <a:cubicBezTo>
                  <a:pt x="1778" y="2126"/>
                  <a:pt x="1778" y="2118"/>
                  <a:pt x="1778" y="2118"/>
                </a:cubicBezTo>
                <a:cubicBezTo>
                  <a:pt x="1785" y="2111"/>
                  <a:pt x="1785" y="2111"/>
                  <a:pt x="1785" y="2111"/>
                </a:cubicBezTo>
                <a:cubicBezTo>
                  <a:pt x="1785" y="2103"/>
                  <a:pt x="1793" y="2096"/>
                  <a:pt x="1793" y="2096"/>
                </a:cubicBezTo>
                <a:cubicBezTo>
                  <a:pt x="1808" y="2052"/>
                  <a:pt x="1815" y="2007"/>
                  <a:pt x="1800" y="1963"/>
                </a:cubicBezTo>
                <a:cubicBezTo>
                  <a:pt x="1785" y="1918"/>
                  <a:pt x="1763" y="1874"/>
                  <a:pt x="1726" y="1844"/>
                </a:cubicBezTo>
                <a:lnTo>
                  <a:pt x="1711" y="1837"/>
                </a:lnTo>
                <a:cubicBezTo>
                  <a:pt x="1711" y="1837"/>
                  <a:pt x="1704" y="1837"/>
                  <a:pt x="1704" y="1830"/>
                </a:cubicBezTo>
                <a:lnTo>
                  <a:pt x="1696" y="1830"/>
                </a:lnTo>
                <a:cubicBezTo>
                  <a:pt x="1696" y="1830"/>
                  <a:pt x="1689" y="1822"/>
                  <a:pt x="1689" y="1822"/>
                </a:cubicBezTo>
                <a:lnTo>
                  <a:pt x="1674" y="1822"/>
                </a:lnTo>
                <a:cubicBezTo>
                  <a:pt x="1654" y="1810"/>
                  <a:pt x="1631" y="1804"/>
                  <a:pt x="1608" y="1804"/>
                </a:cubicBezTo>
                <a:close/>
                <a:moveTo>
                  <a:pt x="2089" y="3333"/>
                </a:moveTo>
                <a:cubicBezTo>
                  <a:pt x="2119" y="3333"/>
                  <a:pt x="2156" y="3348"/>
                  <a:pt x="2185" y="3370"/>
                </a:cubicBezTo>
                <a:cubicBezTo>
                  <a:pt x="2207" y="3399"/>
                  <a:pt x="2222" y="3429"/>
                  <a:pt x="2222" y="3466"/>
                </a:cubicBezTo>
                <a:lnTo>
                  <a:pt x="2222" y="3473"/>
                </a:lnTo>
                <a:cubicBezTo>
                  <a:pt x="2222" y="3510"/>
                  <a:pt x="2207" y="3540"/>
                  <a:pt x="2185" y="3570"/>
                </a:cubicBezTo>
                <a:cubicBezTo>
                  <a:pt x="2159" y="3596"/>
                  <a:pt x="2122" y="3609"/>
                  <a:pt x="2085" y="3609"/>
                </a:cubicBezTo>
                <a:cubicBezTo>
                  <a:pt x="2048" y="3609"/>
                  <a:pt x="2011" y="3596"/>
                  <a:pt x="1985" y="3570"/>
                </a:cubicBezTo>
                <a:cubicBezTo>
                  <a:pt x="1963" y="3540"/>
                  <a:pt x="1948" y="3503"/>
                  <a:pt x="1948" y="3466"/>
                </a:cubicBezTo>
                <a:cubicBezTo>
                  <a:pt x="1948" y="3436"/>
                  <a:pt x="1963" y="3399"/>
                  <a:pt x="1985" y="3370"/>
                </a:cubicBezTo>
                <a:cubicBezTo>
                  <a:pt x="2015" y="3348"/>
                  <a:pt x="2052" y="3333"/>
                  <a:pt x="2089" y="3333"/>
                </a:cubicBezTo>
                <a:close/>
                <a:moveTo>
                  <a:pt x="2924" y="279"/>
                </a:moveTo>
                <a:cubicBezTo>
                  <a:pt x="2856" y="279"/>
                  <a:pt x="2798" y="321"/>
                  <a:pt x="2785" y="386"/>
                </a:cubicBezTo>
                <a:lnTo>
                  <a:pt x="2252" y="2496"/>
                </a:lnTo>
                <a:lnTo>
                  <a:pt x="1667" y="2496"/>
                </a:lnTo>
                <a:cubicBezTo>
                  <a:pt x="1593" y="2496"/>
                  <a:pt x="1534" y="2563"/>
                  <a:pt x="1534" y="2637"/>
                </a:cubicBezTo>
                <a:cubicBezTo>
                  <a:pt x="1534" y="2711"/>
                  <a:pt x="1593" y="2777"/>
                  <a:pt x="1667" y="2777"/>
                </a:cubicBezTo>
                <a:lnTo>
                  <a:pt x="2185" y="2777"/>
                </a:lnTo>
                <a:lnTo>
                  <a:pt x="2119" y="3059"/>
                </a:lnTo>
                <a:cubicBezTo>
                  <a:pt x="2104" y="3059"/>
                  <a:pt x="2096" y="3051"/>
                  <a:pt x="2089" y="3051"/>
                </a:cubicBezTo>
                <a:cubicBezTo>
                  <a:pt x="1978" y="3051"/>
                  <a:pt x="1867" y="3096"/>
                  <a:pt x="1793" y="3177"/>
                </a:cubicBezTo>
                <a:cubicBezTo>
                  <a:pt x="1711" y="3259"/>
                  <a:pt x="1667" y="3362"/>
                  <a:pt x="1667" y="3473"/>
                </a:cubicBezTo>
                <a:cubicBezTo>
                  <a:pt x="1667" y="3585"/>
                  <a:pt x="1711" y="3688"/>
                  <a:pt x="1793" y="3770"/>
                </a:cubicBezTo>
                <a:cubicBezTo>
                  <a:pt x="1867" y="3844"/>
                  <a:pt x="1970" y="3888"/>
                  <a:pt x="2089" y="3888"/>
                </a:cubicBezTo>
                <a:cubicBezTo>
                  <a:pt x="2200" y="3888"/>
                  <a:pt x="2304" y="3844"/>
                  <a:pt x="2378" y="3762"/>
                </a:cubicBezTo>
                <a:cubicBezTo>
                  <a:pt x="2459" y="3688"/>
                  <a:pt x="2504" y="3585"/>
                  <a:pt x="2504" y="3473"/>
                </a:cubicBezTo>
                <a:cubicBezTo>
                  <a:pt x="2504" y="3362"/>
                  <a:pt x="2459" y="3259"/>
                  <a:pt x="2378" y="3177"/>
                </a:cubicBezTo>
                <a:cubicBezTo>
                  <a:pt x="2378" y="3177"/>
                  <a:pt x="2370" y="3170"/>
                  <a:pt x="2370" y="3170"/>
                </a:cubicBezTo>
                <a:lnTo>
                  <a:pt x="2474" y="2777"/>
                </a:lnTo>
                <a:lnTo>
                  <a:pt x="2918" y="2777"/>
                </a:lnTo>
                <a:lnTo>
                  <a:pt x="2918" y="4029"/>
                </a:lnTo>
                <a:cubicBezTo>
                  <a:pt x="2918" y="4066"/>
                  <a:pt x="2903" y="4095"/>
                  <a:pt x="2881" y="4125"/>
                </a:cubicBezTo>
                <a:cubicBezTo>
                  <a:pt x="2852" y="4147"/>
                  <a:pt x="2815" y="4162"/>
                  <a:pt x="2778" y="4162"/>
                </a:cubicBezTo>
                <a:lnTo>
                  <a:pt x="697" y="4162"/>
                </a:lnTo>
                <a:cubicBezTo>
                  <a:pt x="660" y="4162"/>
                  <a:pt x="623" y="4147"/>
                  <a:pt x="601" y="4125"/>
                </a:cubicBezTo>
                <a:cubicBezTo>
                  <a:pt x="571" y="4095"/>
                  <a:pt x="556" y="4066"/>
                  <a:pt x="556" y="4029"/>
                </a:cubicBezTo>
                <a:lnTo>
                  <a:pt x="556" y="3473"/>
                </a:lnTo>
                <a:lnTo>
                  <a:pt x="837" y="3473"/>
                </a:lnTo>
                <a:cubicBezTo>
                  <a:pt x="912" y="3473"/>
                  <a:pt x="978" y="3407"/>
                  <a:pt x="978" y="3333"/>
                </a:cubicBezTo>
                <a:cubicBezTo>
                  <a:pt x="978" y="3259"/>
                  <a:pt x="912" y="3192"/>
                  <a:pt x="837" y="3192"/>
                </a:cubicBezTo>
                <a:lnTo>
                  <a:pt x="556" y="3192"/>
                </a:lnTo>
                <a:lnTo>
                  <a:pt x="556" y="2777"/>
                </a:lnTo>
                <a:lnTo>
                  <a:pt x="837" y="2777"/>
                </a:lnTo>
                <a:cubicBezTo>
                  <a:pt x="912" y="2777"/>
                  <a:pt x="978" y="2711"/>
                  <a:pt x="978" y="2637"/>
                </a:cubicBezTo>
                <a:cubicBezTo>
                  <a:pt x="978" y="2563"/>
                  <a:pt x="912" y="2496"/>
                  <a:pt x="837" y="2496"/>
                </a:cubicBezTo>
                <a:lnTo>
                  <a:pt x="556" y="2496"/>
                </a:lnTo>
                <a:lnTo>
                  <a:pt x="556" y="2081"/>
                </a:lnTo>
                <a:lnTo>
                  <a:pt x="837" y="2081"/>
                </a:lnTo>
                <a:cubicBezTo>
                  <a:pt x="912" y="2081"/>
                  <a:pt x="978" y="2022"/>
                  <a:pt x="978" y="1941"/>
                </a:cubicBezTo>
                <a:cubicBezTo>
                  <a:pt x="978" y="1867"/>
                  <a:pt x="912" y="1807"/>
                  <a:pt x="837" y="1807"/>
                </a:cubicBezTo>
                <a:lnTo>
                  <a:pt x="556" y="1807"/>
                </a:lnTo>
                <a:lnTo>
                  <a:pt x="556" y="1674"/>
                </a:lnTo>
                <a:cubicBezTo>
                  <a:pt x="556" y="1652"/>
                  <a:pt x="556" y="1630"/>
                  <a:pt x="541" y="1615"/>
                </a:cubicBezTo>
                <a:lnTo>
                  <a:pt x="519" y="1570"/>
                </a:lnTo>
                <a:cubicBezTo>
                  <a:pt x="512" y="1548"/>
                  <a:pt x="497" y="1533"/>
                  <a:pt x="475" y="1518"/>
                </a:cubicBezTo>
                <a:lnTo>
                  <a:pt x="297" y="1385"/>
                </a:lnTo>
                <a:lnTo>
                  <a:pt x="1948" y="1385"/>
                </a:lnTo>
                <a:cubicBezTo>
                  <a:pt x="2022" y="1385"/>
                  <a:pt x="2089" y="1326"/>
                  <a:pt x="2089" y="1252"/>
                </a:cubicBezTo>
                <a:cubicBezTo>
                  <a:pt x="2089" y="1170"/>
                  <a:pt x="2022" y="1111"/>
                  <a:pt x="1948" y="1111"/>
                </a:cubicBezTo>
                <a:lnTo>
                  <a:pt x="282" y="1111"/>
                </a:lnTo>
                <a:cubicBezTo>
                  <a:pt x="230" y="1111"/>
                  <a:pt x="178" y="1126"/>
                  <a:pt x="141" y="1148"/>
                </a:cubicBezTo>
                <a:cubicBezTo>
                  <a:pt x="97" y="1178"/>
                  <a:pt x="60" y="1215"/>
                  <a:pt x="38" y="1259"/>
                </a:cubicBezTo>
                <a:cubicBezTo>
                  <a:pt x="16" y="1304"/>
                  <a:pt x="1" y="1348"/>
                  <a:pt x="1" y="1400"/>
                </a:cubicBezTo>
                <a:cubicBezTo>
                  <a:pt x="8" y="1452"/>
                  <a:pt x="23" y="1496"/>
                  <a:pt x="53" y="1541"/>
                </a:cubicBezTo>
                <a:cubicBezTo>
                  <a:pt x="60" y="1556"/>
                  <a:pt x="67" y="1570"/>
                  <a:pt x="82" y="1578"/>
                </a:cubicBezTo>
                <a:lnTo>
                  <a:pt x="282" y="1718"/>
                </a:lnTo>
                <a:lnTo>
                  <a:pt x="282" y="4021"/>
                </a:lnTo>
                <a:cubicBezTo>
                  <a:pt x="282" y="4132"/>
                  <a:pt x="327" y="4244"/>
                  <a:pt x="401" y="4318"/>
                </a:cubicBezTo>
                <a:cubicBezTo>
                  <a:pt x="482" y="4399"/>
                  <a:pt x="586" y="4444"/>
                  <a:pt x="697" y="4444"/>
                </a:cubicBezTo>
                <a:lnTo>
                  <a:pt x="2778" y="4444"/>
                </a:lnTo>
                <a:cubicBezTo>
                  <a:pt x="2889" y="4444"/>
                  <a:pt x="3000" y="4399"/>
                  <a:pt x="3074" y="4318"/>
                </a:cubicBezTo>
                <a:cubicBezTo>
                  <a:pt x="3155" y="4244"/>
                  <a:pt x="3200" y="4140"/>
                  <a:pt x="3200" y="4021"/>
                </a:cubicBezTo>
                <a:lnTo>
                  <a:pt x="3200" y="2081"/>
                </a:lnTo>
                <a:cubicBezTo>
                  <a:pt x="3200" y="2007"/>
                  <a:pt x="3133" y="1948"/>
                  <a:pt x="3059" y="1948"/>
                </a:cubicBezTo>
                <a:cubicBezTo>
                  <a:pt x="2978" y="1948"/>
                  <a:pt x="2918" y="2007"/>
                  <a:pt x="2918" y="2081"/>
                </a:cubicBezTo>
                <a:lnTo>
                  <a:pt x="2918" y="2503"/>
                </a:lnTo>
                <a:lnTo>
                  <a:pt x="2541" y="2503"/>
                </a:lnTo>
                <a:lnTo>
                  <a:pt x="3052" y="452"/>
                </a:lnTo>
                <a:cubicBezTo>
                  <a:pt x="3074" y="378"/>
                  <a:pt x="3029" y="304"/>
                  <a:pt x="2955" y="282"/>
                </a:cubicBezTo>
                <a:cubicBezTo>
                  <a:pt x="2945" y="280"/>
                  <a:pt x="2934" y="279"/>
                  <a:pt x="2924" y="279"/>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79"/>
          <p:cNvSpPr/>
          <p:nvPr/>
        </p:nvSpPr>
        <p:spPr>
          <a:xfrm>
            <a:off x="3437450" y="1188950"/>
            <a:ext cx="330525" cy="332700"/>
          </a:xfrm>
          <a:custGeom>
            <a:rect b="b" l="l" r="r" t="t"/>
            <a:pathLst>
              <a:path extrusionOk="0" h="4436" w="4407">
                <a:moveTo>
                  <a:pt x="2207" y="415"/>
                </a:moveTo>
                <a:cubicBezTo>
                  <a:pt x="2126" y="415"/>
                  <a:pt x="2066" y="474"/>
                  <a:pt x="2066" y="556"/>
                </a:cubicBezTo>
                <a:cubicBezTo>
                  <a:pt x="1992" y="563"/>
                  <a:pt x="1918" y="593"/>
                  <a:pt x="1859" y="645"/>
                </a:cubicBezTo>
                <a:cubicBezTo>
                  <a:pt x="1785" y="696"/>
                  <a:pt x="1741" y="778"/>
                  <a:pt x="1726" y="867"/>
                </a:cubicBezTo>
                <a:cubicBezTo>
                  <a:pt x="1704" y="956"/>
                  <a:pt x="1718" y="1052"/>
                  <a:pt x="1763" y="1126"/>
                </a:cubicBezTo>
                <a:cubicBezTo>
                  <a:pt x="1807" y="1207"/>
                  <a:pt x="1874" y="1267"/>
                  <a:pt x="1963" y="1304"/>
                </a:cubicBezTo>
                <a:lnTo>
                  <a:pt x="2340" y="1452"/>
                </a:lnTo>
                <a:cubicBezTo>
                  <a:pt x="2363" y="1467"/>
                  <a:pt x="2385" y="1481"/>
                  <a:pt x="2400" y="1504"/>
                </a:cubicBezTo>
                <a:cubicBezTo>
                  <a:pt x="2407" y="1526"/>
                  <a:pt x="2414" y="1548"/>
                  <a:pt x="2407" y="1578"/>
                </a:cubicBezTo>
                <a:cubicBezTo>
                  <a:pt x="2407" y="1600"/>
                  <a:pt x="2392" y="1622"/>
                  <a:pt x="2370" y="1637"/>
                </a:cubicBezTo>
                <a:cubicBezTo>
                  <a:pt x="2355" y="1659"/>
                  <a:pt x="2326" y="1666"/>
                  <a:pt x="2303" y="1666"/>
                </a:cubicBezTo>
                <a:lnTo>
                  <a:pt x="1926" y="1666"/>
                </a:lnTo>
                <a:cubicBezTo>
                  <a:pt x="1852" y="1666"/>
                  <a:pt x="1785" y="1726"/>
                  <a:pt x="1785" y="1800"/>
                </a:cubicBezTo>
                <a:cubicBezTo>
                  <a:pt x="1785" y="1881"/>
                  <a:pt x="1852" y="1940"/>
                  <a:pt x="1926" y="1940"/>
                </a:cubicBezTo>
                <a:lnTo>
                  <a:pt x="2066" y="1940"/>
                </a:lnTo>
                <a:cubicBezTo>
                  <a:pt x="2066" y="2021"/>
                  <a:pt x="2124" y="2079"/>
                  <a:pt x="2203" y="2081"/>
                </a:cubicBezTo>
                <a:lnTo>
                  <a:pt x="2203" y="2081"/>
                </a:lnTo>
                <a:cubicBezTo>
                  <a:pt x="2283" y="2079"/>
                  <a:pt x="2340" y="2021"/>
                  <a:pt x="2340" y="1940"/>
                </a:cubicBezTo>
                <a:cubicBezTo>
                  <a:pt x="2414" y="1933"/>
                  <a:pt x="2488" y="1903"/>
                  <a:pt x="2548" y="1852"/>
                </a:cubicBezTo>
                <a:cubicBezTo>
                  <a:pt x="2614" y="1800"/>
                  <a:pt x="2666" y="1718"/>
                  <a:pt x="2681" y="1629"/>
                </a:cubicBezTo>
                <a:cubicBezTo>
                  <a:pt x="2696" y="1541"/>
                  <a:pt x="2688" y="1452"/>
                  <a:pt x="2644" y="1370"/>
                </a:cubicBezTo>
                <a:cubicBezTo>
                  <a:pt x="2600" y="1289"/>
                  <a:pt x="2526" y="1230"/>
                  <a:pt x="2444" y="1193"/>
                </a:cubicBezTo>
                <a:lnTo>
                  <a:pt x="2066" y="1044"/>
                </a:lnTo>
                <a:cubicBezTo>
                  <a:pt x="2037" y="1037"/>
                  <a:pt x="2022" y="1015"/>
                  <a:pt x="2007" y="993"/>
                </a:cubicBezTo>
                <a:cubicBezTo>
                  <a:pt x="2000" y="970"/>
                  <a:pt x="1992" y="948"/>
                  <a:pt x="2000" y="919"/>
                </a:cubicBezTo>
                <a:cubicBezTo>
                  <a:pt x="2000" y="896"/>
                  <a:pt x="2015" y="874"/>
                  <a:pt x="2037" y="859"/>
                </a:cubicBezTo>
                <a:cubicBezTo>
                  <a:pt x="2052" y="837"/>
                  <a:pt x="2081" y="830"/>
                  <a:pt x="2103" y="830"/>
                </a:cubicBezTo>
                <a:lnTo>
                  <a:pt x="2481" y="830"/>
                </a:lnTo>
                <a:cubicBezTo>
                  <a:pt x="2555" y="830"/>
                  <a:pt x="2622" y="770"/>
                  <a:pt x="2622" y="689"/>
                </a:cubicBezTo>
                <a:cubicBezTo>
                  <a:pt x="2622" y="615"/>
                  <a:pt x="2555" y="556"/>
                  <a:pt x="2481" y="556"/>
                </a:cubicBezTo>
                <a:lnTo>
                  <a:pt x="2340" y="556"/>
                </a:lnTo>
                <a:cubicBezTo>
                  <a:pt x="2340" y="474"/>
                  <a:pt x="2281" y="415"/>
                  <a:pt x="2207" y="415"/>
                </a:cubicBezTo>
                <a:close/>
                <a:moveTo>
                  <a:pt x="2203" y="2081"/>
                </a:moveTo>
                <a:cubicBezTo>
                  <a:pt x="2202" y="2081"/>
                  <a:pt x="2201" y="2081"/>
                  <a:pt x="2200" y="2081"/>
                </a:cubicBezTo>
                <a:lnTo>
                  <a:pt x="2207" y="2081"/>
                </a:lnTo>
                <a:cubicBezTo>
                  <a:pt x="2206" y="2081"/>
                  <a:pt x="2205" y="2081"/>
                  <a:pt x="2203" y="2081"/>
                </a:cubicBezTo>
                <a:close/>
                <a:moveTo>
                  <a:pt x="2207" y="274"/>
                </a:moveTo>
                <a:cubicBezTo>
                  <a:pt x="2459" y="274"/>
                  <a:pt x="2711" y="378"/>
                  <a:pt x="2888" y="563"/>
                </a:cubicBezTo>
                <a:cubicBezTo>
                  <a:pt x="3073" y="741"/>
                  <a:pt x="3177" y="985"/>
                  <a:pt x="3177" y="1244"/>
                </a:cubicBezTo>
                <a:cubicBezTo>
                  <a:pt x="3177" y="1504"/>
                  <a:pt x="3073" y="1755"/>
                  <a:pt x="2888" y="1933"/>
                </a:cubicBezTo>
                <a:cubicBezTo>
                  <a:pt x="2711" y="2118"/>
                  <a:pt x="2466" y="2222"/>
                  <a:pt x="2207" y="2222"/>
                </a:cubicBezTo>
                <a:cubicBezTo>
                  <a:pt x="1948" y="2222"/>
                  <a:pt x="1704" y="2118"/>
                  <a:pt x="1518" y="1933"/>
                </a:cubicBezTo>
                <a:cubicBezTo>
                  <a:pt x="1333" y="1755"/>
                  <a:pt x="1230" y="1511"/>
                  <a:pt x="1230" y="1244"/>
                </a:cubicBezTo>
                <a:cubicBezTo>
                  <a:pt x="1230" y="985"/>
                  <a:pt x="1333" y="741"/>
                  <a:pt x="1518" y="563"/>
                </a:cubicBezTo>
                <a:cubicBezTo>
                  <a:pt x="1696" y="378"/>
                  <a:pt x="1948" y="274"/>
                  <a:pt x="2207" y="274"/>
                </a:cubicBezTo>
                <a:close/>
                <a:moveTo>
                  <a:pt x="788" y="2636"/>
                </a:moveTo>
                <a:cubicBezTo>
                  <a:pt x="959" y="2636"/>
                  <a:pt x="1123" y="2679"/>
                  <a:pt x="1281" y="2755"/>
                </a:cubicBezTo>
                <a:cubicBezTo>
                  <a:pt x="1400" y="2844"/>
                  <a:pt x="1474" y="2955"/>
                  <a:pt x="1474" y="3044"/>
                </a:cubicBezTo>
                <a:cubicBezTo>
                  <a:pt x="1474" y="3103"/>
                  <a:pt x="1437" y="3155"/>
                  <a:pt x="1393" y="3199"/>
                </a:cubicBezTo>
                <a:cubicBezTo>
                  <a:pt x="1304" y="3133"/>
                  <a:pt x="1215" y="3066"/>
                  <a:pt x="1111" y="3007"/>
                </a:cubicBezTo>
                <a:cubicBezTo>
                  <a:pt x="1087" y="2991"/>
                  <a:pt x="1060" y="2983"/>
                  <a:pt x="1033" y="2983"/>
                </a:cubicBezTo>
                <a:cubicBezTo>
                  <a:pt x="987" y="2983"/>
                  <a:pt x="942" y="3006"/>
                  <a:pt x="919" y="3044"/>
                </a:cubicBezTo>
                <a:cubicBezTo>
                  <a:pt x="874" y="3110"/>
                  <a:pt x="896" y="3199"/>
                  <a:pt x="963" y="3236"/>
                </a:cubicBezTo>
                <a:cubicBezTo>
                  <a:pt x="1044" y="3288"/>
                  <a:pt x="1119" y="3340"/>
                  <a:pt x="1193" y="3399"/>
                </a:cubicBezTo>
                <a:cubicBezTo>
                  <a:pt x="1156" y="3466"/>
                  <a:pt x="1096" y="3533"/>
                  <a:pt x="1022" y="3547"/>
                </a:cubicBezTo>
                <a:cubicBezTo>
                  <a:pt x="1017" y="3548"/>
                  <a:pt x="1012" y="3548"/>
                  <a:pt x="1006" y="3548"/>
                </a:cubicBezTo>
                <a:cubicBezTo>
                  <a:pt x="934" y="3548"/>
                  <a:pt x="846" y="3504"/>
                  <a:pt x="771" y="3422"/>
                </a:cubicBezTo>
                <a:cubicBezTo>
                  <a:pt x="682" y="3325"/>
                  <a:pt x="630" y="3214"/>
                  <a:pt x="578" y="3081"/>
                </a:cubicBezTo>
                <a:cubicBezTo>
                  <a:pt x="526" y="2962"/>
                  <a:pt x="467" y="2837"/>
                  <a:pt x="371" y="2703"/>
                </a:cubicBezTo>
                <a:cubicBezTo>
                  <a:pt x="489" y="2659"/>
                  <a:pt x="622" y="2637"/>
                  <a:pt x="748" y="2637"/>
                </a:cubicBezTo>
                <a:cubicBezTo>
                  <a:pt x="762" y="2636"/>
                  <a:pt x="775" y="2636"/>
                  <a:pt x="788" y="2636"/>
                </a:cubicBezTo>
                <a:close/>
                <a:moveTo>
                  <a:pt x="3618" y="2636"/>
                </a:moveTo>
                <a:cubicBezTo>
                  <a:pt x="3632" y="2636"/>
                  <a:pt x="3645" y="2636"/>
                  <a:pt x="3658" y="2637"/>
                </a:cubicBezTo>
                <a:cubicBezTo>
                  <a:pt x="3784" y="2637"/>
                  <a:pt x="3910" y="2659"/>
                  <a:pt x="4036" y="2703"/>
                </a:cubicBezTo>
                <a:cubicBezTo>
                  <a:pt x="3932" y="2837"/>
                  <a:pt x="3881" y="2962"/>
                  <a:pt x="3829" y="3081"/>
                </a:cubicBezTo>
                <a:cubicBezTo>
                  <a:pt x="3777" y="3214"/>
                  <a:pt x="3725" y="3325"/>
                  <a:pt x="3636" y="3422"/>
                </a:cubicBezTo>
                <a:cubicBezTo>
                  <a:pt x="3561" y="3504"/>
                  <a:pt x="3472" y="3548"/>
                  <a:pt x="3401" y="3548"/>
                </a:cubicBezTo>
                <a:cubicBezTo>
                  <a:pt x="3395" y="3548"/>
                  <a:pt x="3390" y="3548"/>
                  <a:pt x="3384" y="3547"/>
                </a:cubicBezTo>
                <a:cubicBezTo>
                  <a:pt x="3310" y="3533"/>
                  <a:pt x="3251" y="3466"/>
                  <a:pt x="3214" y="3399"/>
                </a:cubicBezTo>
                <a:cubicBezTo>
                  <a:pt x="3288" y="3347"/>
                  <a:pt x="3362" y="3288"/>
                  <a:pt x="3444" y="3236"/>
                </a:cubicBezTo>
                <a:cubicBezTo>
                  <a:pt x="3510" y="3199"/>
                  <a:pt x="3533" y="3110"/>
                  <a:pt x="3488" y="3044"/>
                </a:cubicBezTo>
                <a:cubicBezTo>
                  <a:pt x="3460" y="3006"/>
                  <a:pt x="3416" y="2983"/>
                  <a:pt x="3371" y="2983"/>
                </a:cubicBezTo>
                <a:cubicBezTo>
                  <a:pt x="3346" y="2983"/>
                  <a:pt x="3320" y="2991"/>
                  <a:pt x="3296" y="3007"/>
                </a:cubicBezTo>
                <a:cubicBezTo>
                  <a:pt x="3192" y="3066"/>
                  <a:pt x="3103" y="3133"/>
                  <a:pt x="3014" y="3199"/>
                </a:cubicBezTo>
                <a:cubicBezTo>
                  <a:pt x="2970" y="3155"/>
                  <a:pt x="2933" y="3103"/>
                  <a:pt x="2933" y="3044"/>
                </a:cubicBezTo>
                <a:cubicBezTo>
                  <a:pt x="2925" y="2955"/>
                  <a:pt x="2999" y="2844"/>
                  <a:pt x="3125" y="2755"/>
                </a:cubicBezTo>
                <a:cubicBezTo>
                  <a:pt x="3276" y="2679"/>
                  <a:pt x="3447" y="2636"/>
                  <a:pt x="3618" y="2636"/>
                </a:cubicBezTo>
                <a:close/>
                <a:moveTo>
                  <a:pt x="2207" y="0"/>
                </a:moveTo>
                <a:cubicBezTo>
                  <a:pt x="1874" y="0"/>
                  <a:pt x="1555" y="134"/>
                  <a:pt x="1318" y="363"/>
                </a:cubicBezTo>
                <a:cubicBezTo>
                  <a:pt x="1082" y="600"/>
                  <a:pt x="956" y="919"/>
                  <a:pt x="956" y="1252"/>
                </a:cubicBezTo>
                <a:cubicBezTo>
                  <a:pt x="956" y="1585"/>
                  <a:pt x="1082" y="1896"/>
                  <a:pt x="1318" y="2133"/>
                </a:cubicBezTo>
                <a:cubicBezTo>
                  <a:pt x="1526" y="2333"/>
                  <a:pt x="1785" y="2459"/>
                  <a:pt x="2066" y="2488"/>
                </a:cubicBezTo>
                <a:lnTo>
                  <a:pt x="2066" y="3829"/>
                </a:lnTo>
                <a:cubicBezTo>
                  <a:pt x="1955" y="3695"/>
                  <a:pt x="1815" y="3540"/>
                  <a:pt x="1615" y="3370"/>
                </a:cubicBezTo>
                <a:cubicBezTo>
                  <a:pt x="1718" y="3259"/>
                  <a:pt x="1748" y="3140"/>
                  <a:pt x="1755" y="3059"/>
                </a:cubicBezTo>
                <a:cubicBezTo>
                  <a:pt x="1763" y="2866"/>
                  <a:pt x="1637" y="2666"/>
                  <a:pt x="1430" y="2518"/>
                </a:cubicBezTo>
                <a:cubicBezTo>
                  <a:pt x="1422" y="2518"/>
                  <a:pt x="1415" y="2511"/>
                  <a:pt x="1407" y="2511"/>
                </a:cubicBezTo>
                <a:cubicBezTo>
                  <a:pt x="1213" y="2414"/>
                  <a:pt x="999" y="2362"/>
                  <a:pt x="784" y="2362"/>
                </a:cubicBezTo>
                <a:cubicBezTo>
                  <a:pt x="770" y="2362"/>
                  <a:pt x="755" y="2362"/>
                  <a:pt x="741" y="2363"/>
                </a:cubicBezTo>
                <a:cubicBezTo>
                  <a:pt x="511" y="2363"/>
                  <a:pt x="282" y="2422"/>
                  <a:pt x="82" y="2525"/>
                </a:cubicBezTo>
                <a:cubicBezTo>
                  <a:pt x="37" y="2548"/>
                  <a:pt x="15" y="2585"/>
                  <a:pt x="8" y="2629"/>
                </a:cubicBezTo>
                <a:cubicBezTo>
                  <a:pt x="0" y="2674"/>
                  <a:pt x="15" y="2718"/>
                  <a:pt x="45" y="2748"/>
                </a:cubicBezTo>
                <a:cubicBezTo>
                  <a:pt x="193" y="2896"/>
                  <a:pt x="260" y="3036"/>
                  <a:pt x="326" y="3192"/>
                </a:cubicBezTo>
                <a:cubicBezTo>
                  <a:pt x="385" y="3333"/>
                  <a:pt x="445" y="3473"/>
                  <a:pt x="571" y="3607"/>
                </a:cubicBezTo>
                <a:cubicBezTo>
                  <a:pt x="696" y="3747"/>
                  <a:pt x="852" y="3829"/>
                  <a:pt x="1000" y="3829"/>
                </a:cubicBezTo>
                <a:cubicBezTo>
                  <a:pt x="1022" y="3829"/>
                  <a:pt x="1044" y="3821"/>
                  <a:pt x="1067" y="3821"/>
                </a:cubicBezTo>
                <a:cubicBezTo>
                  <a:pt x="1163" y="3807"/>
                  <a:pt x="1304" y="3747"/>
                  <a:pt x="1415" y="3570"/>
                </a:cubicBezTo>
                <a:cubicBezTo>
                  <a:pt x="1933" y="3999"/>
                  <a:pt x="2074" y="4347"/>
                  <a:pt x="2074" y="4355"/>
                </a:cubicBezTo>
                <a:cubicBezTo>
                  <a:pt x="2074" y="4355"/>
                  <a:pt x="2074" y="4355"/>
                  <a:pt x="2081" y="4362"/>
                </a:cubicBezTo>
                <a:cubicBezTo>
                  <a:pt x="2081" y="4369"/>
                  <a:pt x="2089" y="4377"/>
                  <a:pt x="2089" y="4384"/>
                </a:cubicBezTo>
                <a:cubicBezTo>
                  <a:pt x="2096" y="4384"/>
                  <a:pt x="2096" y="4392"/>
                  <a:pt x="2096" y="4392"/>
                </a:cubicBezTo>
                <a:cubicBezTo>
                  <a:pt x="2103" y="4392"/>
                  <a:pt x="2103" y="4399"/>
                  <a:pt x="2111" y="4399"/>
                </a:cubicBezTo>
                <a:cubicBezTo>
                  <a:pt x="2111" y="4399"/>
                  <a:pt x="2111" y="4399"/>
                  <a:pt x="2111" y="4406"/>
                </a:cubicBezTo>
                <a:cubicBezTo>
                  <a:pt x="2111" y="4406"/>
                  <a:pt x="2118" y="4414"/>
                  <a:pt x="2126" y="4414"/>
                </a:cubicBezTo>
                <a:cubicBezTo>
                  <a:pt x="2126" y="4414"/>
                  <a:pt x="2126" y="4414"/>
                  <a:pt x="2133" y="4421"/>
                </a:cubicBezTo>
                <a:cubicBezTo>
                  <a:pt x="2140" y="4421"/>
                  <a:pt x="2148" y="4429"/>
                  <a:pt x="2155" y="4429"/>
                </a:cubicBezTo>
                <a:cubicBezTo>
                  <a:pt x="2163" y="4429"/>
                  <a:pt x="2163" y="4436"/>
                  <a:pt x="2163" y="4436"/>
                </a:cubicBezTo>
                <a:lnTo>
                  <a:pt x="2252" y="4436"/>
                </a:lnTo>
                <a:cubicBezTo>
                  <a:pt x="2252" y="4436"/>
                  <a:pt x="2252" y="4429"/>
                  <a:pt x="2252" y="4429"/>
                </a:cubicBezTo>
                <a:cubicBezTo>
                  <a:pt x="2259" y="4429"/>
                  <a:pt x="2259" y="4429"/>
                  <a:pt x="2266" y="4421"/>
                </a:cubicBezTo>
                <a:lnTo>
                  <a:pt x="2274" y="4421"/>
                </a:lnTo>
                <a:cubicBezTo>
                  <a:pt x="2281" y="4414"/>
                  <a:pt x="2281" y="4414"/>
                  <a:pt x="2289" y="4406"/>
                </a:cubicBezTo>
                <a:cubicBezTo>
                  <a:pt x="2289" y="4406"/>
                  <a:pt x="2296" y="4406"/>
                  <a:pt x="2296" y="4399"/>
                </a:cubicBezTo>
                <a:cubicBezTo>
                  <a:pt x="2303" y="4399"/>
                  <a:pt x="2303" y="4399"/>
                  <a:pt x="2303" y="4392"/>
                </a:cubicBezTo>
                <a:lnTo>
                  <a:pt x="2311" y="4392"/>
                </a:lnTo>
                <a:cubicBezTo>
                  <a:pt x="2311" y="4392"/>
                  <a:pt x="2311" y="4384"/>
                  <a:pt x="2311" y="4384"/>
                </a:cubicBezTo>
                <a:cubicBezTo>
                  <a:pt x="2318" y="4377"/>
                  <a:pt x="2318" y="4369"/>
                  <a:pt x="2318" y="4369"/>
                </a:cubicBezTo>
                <a:cubicBezTo>
                  <a:pt x="2326" y="4362"/>
                  <a:pt x="2326" y="4362"/>
                  <a:pt x="2326" y="4355"/>
                </a:cubicBezTo>
                <a:lnTo>
                  <a:pt x="2333" y="4355"/>
                </a:lnTo>
                <a:cubicBezTo>
                  <a:pt x="2333" y="4355"/>
                  <a:pt x="2333" y="4347"/>
                  <a:pt x="2333" y="4347"/>
                </a:cubicBezTo>
                <a:cubicBezTo>
                  <a:pt x="2333" y="4347"/>
                  <a:pt x="2474" y="3999"/>
                  <a:pt x="2992" y="3562"/>
                </a:cubicBezTo>
                <a:cubicBezTo>
                  <a:pt x="3103" y="3747"/>
                  <a:pt x="3236" y="3807"/>
                  <a:pt x="3340" y="3821"/>
                </a:cubicBezTo>
                <a:lnTo>
                  <a:pt x="3407" y="3821"/>
                </a:lnTo>
                <a:cubicBezTo>
                  <a:pt x="3555" y="3821"/>
                  <a:pt x="3710" y="3747"/>
                  <a:pt x="3836" y="3607"/>
                </a:cubicBezTo>
                <a:cubicBezTo>
                  <a:pt x="3962" y="3473"/>
                  <a:pt x="4021" y="3333"/>
                  <a:pt x="4081" y="3192"/>
                </a:cubicBezTo>
                <a:cubicBezTo>
                  <a:pt x="4147" y="3036"/>
                  <a:pt x="4214" y="2888"/>
                  <a:pt x="4355" y="2748"/>
                </a:cubicBezTo>
                <a:cubicBezTo>
                  <a:pt x="4392" y="2718"/>
                  <a:pt x="4406" y="2674"/>
                  <a:pt x="4399" y="2629"/>
                </a:cubicBezTo>
                <a:lnTo>
                  <a:pt x="4406" y="2629"/>
                </a:lnTo>
                <a:cubicBezTo>
                  <a:pt x="4399" y="2585"/>
                  <a:pt x="4369" y="2548"/>
                  <a:pt x="4332" y="2525"/>
                </a:cubicBezTo>
                <a:cubicBezTo>
                  <a:pt x="4125" y="2422"/>
                  <a:pt x="3895" y="2363"/>
                  <a:pt x="3666" y="2363"/>
                </a:cubicBezTo>
                <a:cubicBezTo>
                  <a:pt x="3651" y="2362"/>
                  <a:pt x="3637" y="2362"/>
                  <a:pt x="3623" y="2362"/>
                </a:cubicBezTo>
                <a:cubicBezTo>
                  <a:pt x="3408" y="2362"/>
                  <a:pt x="3194" y="2414"/>
                  <a:pt x="2999" y="2511"/>
                </a:cubicBezTo>
                <a:cubicBezTo>
                  <a:pt x="2992" y="2511"/>
                  <a:pt x="2985" y="2518"/>
                  <a:pt x="2977" y="2518"/>
                </a:cubicBezTo>
                <a:cubicBezTo>
                  <a:pt x="2770" y="2666"/>
                  <a:pt x="2651" y="2866"/>
                  <a:pt x="2659" y="3059"/>
                </a:cubicBezTo>
                <a:cubicBezTo>
                  <a:pt x="2659" y="3140"/>
                  <a:pt x="2688" y="3259"/>
                  <a:pt x="2792" y="3370"/>
                </a:cubicBezTo>
                <a:cubicBezTo>
                  <a:pt x="2600" y="3540"/>
                  <a:pt x="2451" y="3695"/>
                  <a:pt x="2340" y="3829"/>
                </a:cubicBezTo>
                <a:lnTo>
                  <a:pt x="2340" y="2488"/>
                </a:lnTo>
                <a:cubicBezTo>
                  <a:pt x="2622" y="2459"/>
                  <a:pt x="2888" y="2333"/>
                  <a:pt x="3088" y="2133"/>
                </a:cubicBezTo>
                <a:cubicBezTo>
                  <a:pt x="3325" y="1896"/>
                  <a:pt x="3451" y="1585"/>
                  <a:pt x="3451" y="1252"/>
                </a:cubicBezTo>
                <a:cubicBezTo>
                  <a:pt x="3451" y="919"/>
                  <a:pt x="3325" y="600"/>
                  <a:pt x="3088" y="363"/>
                </a:cubicBezTo>
                <a:cubicBezTo>
                  <a:pt x="2859" y="134"/>
                  <a:pt x="2533" y="0"/>
                  <a:pt x="2207"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79"/>
          <p:cNvSpPr/>
          <p:nvPr/>
        </p:nvSpPr>
        <p:spPr>
          <a:xfrm>
            <a:off x="3435200" y="2160500"/>
            <a:ext cx="336075" cy="333300"/>
          </a:xfrm>
          <a:custGeom>
            <a:rect b="b" l="l" r="r" t="t"/>
            <a:pathLst>
              <a:path extrusionOk="0" h="4444" w="4481">
                <a:moveTo>
                  <a:pt x="882" y="275"/>
                </a:moveTo>
                <a:cubicBezTo>
                  <a:pt x="1037" y="275"/>
                  <a:pt x="1163" y="401"/>
                  <a:pt x="1163" y="556"/>
                </a:cubicBezTo>
                <a:cubicBezTo>
                  <a:pt x="1163" y="704"/>
                  <a:pt x="1037" y="830"/>
                  <a:pt x="882" y="830"/>
                </a:cubicBezTo>
                <a:cubicBezTo>
                  <a:pt x="734" y="830"/>
                  <a:pt x="608" y="704"/>
                  <a:pt x="608" y="556"/>
                </a:cubicBezTo>
                <a:cubicBezTo>
                  <a:pt x="608" y="401"/>
                  <a:pt x="734" y="275"/>
                  <a:pt x="882" y="275"/>
                </a:cubicBezTo>
                <a:close/>
                <a:moveTo>
                  <a:pt x="2244" y="275"/>
                </a:moveTo>
                <a:cubicBezTo>
                  <a:pt x="2400" y="275"/>
                  <a:pt x="2518" y="401"/>
                  <a:pt x="2518" y="556"/>
                </a:cubicBezTo>
                <a:cubicBezTo>
                  <a:pt x="2518" y="704"/>
                  <a:pt x="2400" y="830"/>
                  <a:pt x="2244" y="830"/>
                </a:cubicBezTo>
                <a:cubicBezTo>
                  <a:pt x="2089" y="830"/>
                  <a:pt x="1963" y="704"/>
                  <a:pt x="1963" y="556"/>
                </a:cubicBezTo>
                <a:cubicBezTo>
                  <a:pt x="1963" y="401"/>
                  <a:pt x="2089" y="275"/>
                  <a:pt x="2244" y="275"/>
                </a:cubicBezTo>
                <a:close/>
                <a:moveTo>
                  <a:pt x="3607" y="275"/>
                </a:moveTo>
                <a:cubicBezTo>
                  <a:pt x="3755" y="275"/>
                  <a:pt x="3881" y="401"/>
                  <a:pt x="3881" y="556"/>
                </a:cubicBezTo>
                <a:cubicBezTo>
                  <a:pt x="3881" y="704"/>
                  <a:pt x="3755" y="830"/>
                  <a:pt x="3607" y="830"/>
                </a:cubicBezTo>
                <a:cubicBezTo>
                  <a:pt x="3452" y="830"/>
                  <a:pt x="3326" y="704"/>
                  <a:pt x="3326" y="556"/>
                </a:cubicBezTo>
                <a:cubicBezTo>
                  <a:pt x="3326" y="401"/>
                  <a:pt x="3452" y="275"/>
                  <a:pt x="3607" y="275"/>
                </a:cubicBezTo>
                <a:close/>
                <a:moveTo>
                  <a:pt x="882" y="1"/>
                </a:moveTo>
                <a:cubicBezTo>
                  <a:pt x="578" y="1"/>
                  <a:pt x="327" y="253"/>
                  <a:pt x="327" y="556"/>
                </a:cubicBezTo>
                <a:cubicBezTo>
                  <a:pt x="327" y="749"/>
                  <a:pt x="430" y="927"/>
                  <a:pt x="586" y="1023"/>
                </a:cubicBezTo>
                <a:cubicBezTo>
                  <a:pt x="519" y="1045"/>
                  <a:pt x="460" y="1067"/>
                  <a:pt x="393" y="1104"/>
                </a:cubicBezTo>
                <a:cubicBezTo>
                  <a:pt x="253" y="1186"/>
                  <a:pt x="127" y="1312"/>
                  <a:pt x="38" y="1460"/>
                </a:cubicBezTo>
                <a:cubicBezTo>
                  <a:pt x="1" y="1526"/>
                  <a:pt x="23" y="1608"/>
                  <a:pt x="90" y="1645"/>
                </a:cubicBezTo>
                <a:cubicBezTo>
                  <a:pt x="112" y="1660"/>
                  <a:pt x="137" y="1666"/>
                  <a:pt x="161" y="1666"/>
                </a:cubicBezTo>
                <a:cubicBezTo>
                  <a:pt x="210" y="1666"/>
                  <a:pt x="257" y="1640"/>
                  <a:pt x="282" y="1600"/>
                </a:cubicBezTo>
                <a:cubicBezTo>
                  <a:pt x="341" y="1489"/>
                  <a:pt x="430" y="1400"/>
                  <a:pt x="534" y="1341"/>
                </a:cubicBezTo>
                <a:cubicBezTo>
                  <a:pt x="641" y="1282"/>
                  <a:pt x="762" y="1252"/>
                  <a:pt x="882" y="1252"/>
                </a:cubicBezTo>
                <a:cubicBezTo>
                  <a:pt x="1002" y="1252"/>
                  <a:pt x="1123" y="1282"/>
                  <a:pt x="1230" y="1341"/>
                </a:cubicBezTo>
                <a:cubicBezTo>
                  <a:pt x="1334" y="1408"/>
                  <a:pt x="1423" y="1489"/>
                  <a:pt x="1482" y="1600"/>
                </a:cubicBezTo>
                <a:cubicBezTo>
                  <a:pt x="1511" y="1645"/>
                  <a:pt x="1556" y="1667"/>
                  <a:pt x="1600" y="1667"/>
                </a:cubicBezTo>
                <a:cubicBezTo>
                  <a:pt x="1630" y="1667"/>
                  <a:pt x="1652" y="1660"/>
                  <a:pt x="1674" y="1652"/>
                </a:cubicBezTo>
                <a:cubicBezTo>
                  <a:pt x="1734" y="1615"/>
                  <a:pt x="1756" y="1541"/>
                  <a:pt x="1734" y="1475"/>
                </a:cubicBezTo>
                <a:cubicBezTo>
                  <a:pt x="1785" y="1415"/>
                  <a:pt x="1852" y="1371"/>
                  <a:pt x="1926" y="1334"/>
                </a:cubicBezTo>
                <a:cubicBezTo>
                  <a:pt x="2022" y="1282"/>
                  <a:pt x="2132" y="1256"/>
                  <a:pt x="2242" y="1256"/>
                </a:cubicBezTo>
                <a:cubicBezTo>
                  <a:pt x="2352" y="1256"/>
                  <a:pt x="2463" y="1282"/>
                  <a:pt x="2563" y="1334"/>
                </a:cubicBezTo>
                <a:cubicBezTo>
                  <a:pt x="2637" y="1371"/>
                  <a:pt x="2704" y="1415"/>
                  <a:pt x="2755" y="1475"/>
                </a:cubicBezTo>
                <a:cubicBezTo>
                  <a:pt x="2733" y="1541"/>
                  <a:pt x="2755" y="1615"/>
                  <a:pt x="2815" y="1652"/>
                </a:cubicBezTo>
                <a:cubicBezTo>
                  <a:pt x="2837" y="1660"/>
                  <a:pt x="2859" y="1667"/>
                  <a:pt x="2881" y="1667"/>
                </a:cubicBezTo>
                <a:cubicBezTo>
                  <a:pt x="2933" y="1667"/>
                  <a:pt x="2978" y="1645"/>
                  <a:pt x="3000" y="1600"/>
                </a:cubicBezTo>
                <a:cubicBezTo>
                  <a:pt x="3066" y="1489"/>
                  <a:pt x="3155" y="1408"/>
                  <a:pt x="3259" y="1341"/>
                </a:cubicBezTo>
                <a:cubicBezTo>
                  <a:pt x="3363" y="1282"/>
                  <a:pt x="3483" y="1252"/>
                  <a:pt x="3603" y="1252"/>
                </a:cubicBezTo>
                <a:cubicBezTo>
                  <a:pt x="3724" y="1252"/>
                  <a:pt x="3844" y="1282"/>
                  <a:pt x="3948" y="1341"/>
                </a:cubicBezTo>
                <a:cubicBezTo>
                  <a:pt x="4059" y="1408"/>
                  <a:pt x="4140" y="1489"/>
                  <a:pt x="4207" y="1600"/>
                </a:cubicBezTo>
                <a:cubicBezTo>
                  <a:pt x="4231" y="1643"/>
                  <a:pt x="4273" y="1668"/>
                  <a:pt x="4318" y="1668"/>
                </a:cubicBezTo>
                <a:cubicBezTo>
                  <a:pt x="4343" y="1668"/>
                  <a:pt x="4368" y="1661"/>
                  <a:pt x="4392" y="1645"/>
                </a:cubicBezTo>
                <a:cubicBezTo>
                  <a:pt x="4459" y="1608"/>
                  <a:pt x="4481" y="1526"/>
                  <a:pt x="4444" y="1460"/>
                </a:cubicBezTo>
                <a:cubicBezTo>
                  <a:pt x="4362" y="1312"/>
                  <a:pt x="4236" y="1186"/>
                  <a:pt x="4088" y="1104"/>
                </a:cubicBezTo>
                <a:cubicBezTo>
                  <a:pt x="4029" y="1067"/>
                  <a:pt x="3970" y="1045"/>
                  <a:pt x="3903" y="1023"/>
                </a:cubicBezTo>
                <a:cubicBezTo>
                  <a:pt x="4059" y="927"/>
                  <a:pt x="4162" y="749"/>
                  <a:pt x="4162" y="556"/>
                </a:cubicBezTo>
                <a:cubicBezTo>
                  <a:pt x="4162" y="245"/>
                  <a:pt x="3911" y="1"/>
                  <a:pt x="3607" y="1"/>
                </a:cubicBezTo>
                <a:cubicBezTo>
                  <a:pt x="3296" y="1"/>
                  <a:pt x="3052" y="245"/>
                  <a:pt x="3052" y="556"/>
                </a:cubicBezTo>
                <a:cubicBezTo>
                  <a:pt x="3052" y="749"/>
                  <a:pt x="3155" y="927"/>
                  <a:pt x="3303" y="1023"/>
                </a:cubicBezTo>
                <a:cubicBezTo>
                  <a:pt x="3244" y="1045"/>
                  <a:pt x="3178" y="1067"/>
                  <a:pt x="3118" y="1104"/>
                </a:cubicBezTo>
                <a:cubicBezTo>
                  <a:pt x="3052" y="1141"/>
                  <a:pt x="2985" y="1193"/>
                  <a:pt x="2926" y="1252"/>
                </a:cubicBezTo>
                <a:cubicBezTo>
                  <a:pt x="2852" y="1186"/>
                  <a:pt x="2778" y="1126"/>
                  <a:pt x="2689" y="1082"/>
                </a:cubicBezTo>
                <a:cubicBezTo>
                  <a:pt x="2644" y="1060"/>
                  <a:pt x="2593" y="1038"/>
                  <a:pt x="2541" y="1023"/>
                </a:cubicBezTo>
                <a:cubicBezTo>
                  <a:pt x="2696" y="919"/>
                  <a:pt x="2800" y="749"/>
                  <a:pt x="2800" y="556"/>
                </a:cubicBezTo>
                <a:cubicBezTo>
                  <a:pt x="2800" y="245"/>
                  <a:pt x="2548" y="1"/>
                  <a:pt x="2244" y="1"/>
                </a:cubicBezTo>
                <a:cubicBezTo>
                  <a:pt x="1933" y="1"/>
                  <a:pt x="1689" y="245"/>
                  <a:pt x="1689" y="556"/>
                </a:cubicBezTo>
                <a:cubicBezTo>
                  <a:pt x="1689" y="749"/>
                  <a:pt x="1793" y="919"/>
                  <a:pt x="1941" y="1023"/>
                </a:cubicBezTo>
                <a:cubicBezTo>
                  <a:pt x="1889" y="1038"/>
                  <a:pt x="1845" y="1060"/>
                  <a:pt x="1793" y="1082"/>
                </a:cubicBezTo>
                <a:cubicBezTo>
                  <a:pt x="1711" y="1126"/>
                  <a:pt x="1630" y="1186"/>
                  <a:pt x="1563" y="1252"/>
                </a:cubicBezTo>
                <a:cubicBezTo>
                  <a:pt x="1504" y="1193"/>
                  <a:pt x="1437" y="1141"/>
                  <a:pt x="1371" y="1104"/>
                </a:cubicBezTo>
                <a:cubicBezTo>
                  <a:pt x="1311" y="1067"/>
                  <a:pt x="1245" y="1045"/>
                  <a:pt x="1178" y="1023"/>
                </a:cubicBezTo>
                <a:cubicBezTo>
                  <a:pt x="1334" y="927"/>
                  <a:pt x="1437" y="749"/>
                  <a:pt x="1437" y="556"/>
                </a:cubicBezTo>
                <a:cubicBezTo>
                  <a:pt x="1437" y="253"/>
                  <a:pt x="1193" y="1"/>
                  <a:pt x="882" y="1"/>
                </a:cubicBezTo>
                <a:close/>
                <a:moveTo>
                  <a:pt x="3770" y="3237"/>
                </a:moveTo>
                <a:lnTo>
                  <a:pt x="3770" y="3474"/>
                </a:lnTo>
                <a:cubicBezTo>
                  <a:pt x="3770" y="3511"/>
                  <a:pt x="3755" y="3541"/>
                  <a:pt x="3733" y="3570"/>
                </a:cubicBezTo>
                <a:cubicBezTo>
                  <a:pt x="3703" y="3592"/>
                  <a:pt x="3674" y="3607"/>
                  <a:pt x="3637" y="3607"/>
                </a:cubicBezTo>
                <a:lnTo>
                  <a:pt x="860" y="3607"/>
                </a:lnTo>
                <a:cubicBezTo>
                  <a:pt x="815" y="3607"/>
                  <a:pt x="786" y="3592"/>
                  <a:pt x="756" y="3570"/>
                </a:cubicBezTo>
                <a:cubicBezTo>
                  <a:pt x="734" y="3541"/>
                  <a:pt x="719" y="3511"/>
                  <a:pt x="719" y="3474"/>
                </a:cubicBezTo>
                <a:lnTo>
                  <a:pt x="719" y="3237"/>
                </a:lnTo>
                <a:close/>
                <a:moveTo>
                  <a:pt x="578" y="1808"/>
                </a:moveTo>
                <a:cubicBezTo>
                  <a:pt x="504" y="1808"/>
                  <a:pt x="438" y="1867"/>
                  <a:pt x="438" y="1941"/>
                </a:cubicBezTo>
                <a:lnTo>
                  <a:pt x="438" y="3474"/>
                </a:lnTo>
                <a:cubicBezTo>
                  <a:pt x="438" y="3585"/>
                  <a:pt x="482" y="3689"/>
                  <a:pt x="564" y="3763"/>
                </a:cubicBezTo>
                <a:cubicBezTo>
                  <a:pt x="638" y="3844"/>
                  <a:pt x="741" y="3889"/>
                  <a:pt x="860" y="3889"/>
                </a:cubicBezTo>
                <a:lnTo>
                  <a:pt x="2104" y="3889"/>
                </a:lnTo>
                <a:lnTo>
                  <a:pt x="2104" y="4163"/>
                </a:lnTo>
                <a:lnTo>
                  <a:pt x="1274" y="4163"/>
                </a:lnTo>
                <a:cubicBezTo>
                  <a:pt x="1193" y="4163"/>
                  <a:pt x="1134" y="4229"/>
                  <a:pt x="1134" y="4303"/>
                </a:cubicBezTo>
                <a:cubicBezTo>
                  <a:pt x="1134" y="4377"/>
                  <a:pt x="1193" y="4444"/>
                  <a:pt x="1274" y="4444"/>
                </a:cubicBezTo>
                <a:lnTo>
                  <a:pt x="3215" y="4444"/>
                </a:lnTo>
                <a:cubicBezTo>
                  <a:pt x="3296" y="4444"/>
                  <a:pt x="3355" y="4377"/>
                  <a:pt x="3355" y="4303"/>
                </a:cubicBezTo>
                <a:cubicBezTo>
                  <a:pt x="3355" y="4229"/>
                  <a:pt x="3296" y="4163"/>
                  <a:pt x="3215" y="4163"/>
                </a:cubicBezTo>
                <a:lnTo>
                  <a:pt x="2385" y="4163"/>
                </a:lnTo>
                <a:lnTo>
                  <a:pt x="2385" y="3889"/>
                </a:lnTo>
                <a:lnTo>
                  <a:pt x="3637" y="3889"/>
                </a:lnTo>
                <a:cubicBezTo>
                  <a:pt x="3748" y="3889"/>
                  <a:pt x="3851" y="3844"/>
                  <a:pt x="3925" y="3763"/>
                </a:cubicBezTo>
                <a:cubicBezTo>
                  <a:pt x="4007" y="3689"/>
                  <a:pt x="4051" y="3578"/>
                  <a:pt x="4051" y="3474"/>
                </a:cubicBezTo>
                <a:lnTo>
                  <a:pt x="4051" y="1941"/>
                </a:lnTo>
                <a:cubicBezTo>
                  <a:pt x="4051" y="1867"/>
                  <a:pt x="3985" y="1808"/>
                  <a:pt x="3911" y="1808"/>
                </a:cubicBezTo>
                <a:cubicBezTo>
                  <a:pt x="3837" y="1808"/>
                  <a:pt x="3770" y="1867"/>
                  <a:pt x="3770" y="1941"/>
                </a:cubicBezTo>
                <a:lnTo>
                  <a:pt x="3770" y="2963"/>
                </a:lnTo>
                <a:lnTo>
                  <a:pt x="719" y="2963"/>
                </a:lnTo>
                <a:lnTo>
                  <a:pt x="719" y="1941"/>
                </a:lnTo>
                <a:cubicBezTo>
                  <a:pt x="719" y="1867"/>
                  <a:pt x="652" y="1808"/>
                  <a:pt x="578" y="1808"/>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79"/>
          <p:cNvSpPr/>
          <p:nvPr/>
        </p:nvSpPr>
        <p:spPr>
          <a:xfrm>
            <a:off x="3476300" y="3140975"/>
            <a:ext cx="255600" cy="315600"/>
          </a:xfrm>
          <a:custGeom>
            <a:rect b="b" l="l" r="r" t="t"/>
            <a:pathLst>
              <a:path extrusionOk="0" h="4208" w="3408">
                <a:moveTo>
                  <a:pt x="845" y="1489"/>
                </a:moveTo>
                <a:cubicBezTo>
                  <a:pt x="882" y="1489"/>
                  <a:pt x="912" y="1497"/>
                  <a:pt x="934" y="1526"/>
                </a:cubicBezTo>
                <a:cubicBezTo>
                  <a:pt x="956" y="1549"/>
                  <a:pt x="971" y="1578"/>
                  <a:pt x="971" y="1615"/>
                </a:cubicBezTo>
                <a:cubicBezTo>
                  <a:pt x="971" y="1645"/>
                  <a:pt x="956" y="1682"/>
                  <a:pt x="934" y="1704"/>
                </a:cubicBezTo>
                <a:cubicBezTo>
                  <a:pt x="912" y="1726"/>
                  <a:pt x="878" y="1737"/>
                  <a:pt x="845" y="1737"/>
                </a:cubicBezTo>
                <a:cubicBezTo>
                  <a:pt x="812" y="1737"/>
                  <a:pt x="778" y="1726"/>
                  <a:pt x="756" y="1704"/>
                </a:cubicBezTo>
                <a:cubicBezTo>
                  <a:pt x="734" y="1674"/>
                  <a:pt x="719" y="1645"/>
                  <a:pt x="719" y="1615"/>
                </a:cubicBezTo>
                <a:cubicBezTo>
                  <a:pt x="719" y="1578"/>
                  <a:pt x="734" y="1549"/>
                  <a:pt x="756" y="1526"/>
                </a:cubicBezTo>
                <a:cubicBezTo>
                  <a:pt x="778" y="1497"/>
                  <a:pt x="815" y="1489"/>
                  <a:pt x="845" y="1489"/>
                </a:cubicBezTo>
                <a:close/>
                <a:moveTo>
                  <a:pt x="2785" y="1489"/>
                </a:moveTo>
                <a:cubicBezTo>
                  <a:pt x="2822" y="1489"/>
                  <a:pt x="2852" y="1497"/>
                  <a:pt x="2874" y="1526"/>
                </a:cubicBezTo>
                <a:cubicBezTo>
                  <a:pt x="2904" y="1549"/>
                  <a:pt x="2911" y="1578"/>
                  <a:pt x="2911" y="1615"/>
                </a:cubicBezTo>
                <a:cubicBezTo>
                  <a:pt x="2911" y="1645"/>
                  <a:pt x="2904" y="1682"/>
                  <a:pt x="2874" y="1704"/>
                </a:cubicBezTo>
                <a:cubicBezTo>
                  <a:pt x="2852" y="1726"/>
                  <a:pt x="2820" y="1737"/>
                  <a:pt x="2788" y="1737"/>
                </a:cubicBezTo>
                <a:cubicBezTo>
                  <a:pt x="2755" y="1737"/>
                  <a:pt x="2722" y="1726"/>
                  <a:pt x="2696" y="1704"/>
                </a:cubicBezTo>
                <a:cubicBezTo>
                  <a:pt x="2674" y="1674"/>
                  <a:pt x="2659" y="1645"/>
                  <a:pt x="2659" y="1615"/>
                </a:cubicBezTo>
                <a:cubicBezTo>
                  <a:pt x="2659" y="1578"/>
                  <a:pt x="2674" y="1549"/>
                  <a:pt x="2696" y="1526"/>
                </a:cubicBezTo>
                <a:cubicBezTo>
                  <a:pt x="2726" y="1497"/>
                  <a:pt x="2755" y="1489"/>
                  <a:pt x="2785" y="1489"/>
                </a:cubicBezTo>
                <a:close/>
                <a:moveTo>
                  <a:pt x="1815" y="1689"/>
                </a:moveTo>
                <a:cubicBezTo>
                  <a:pt x="1874" y="1689"/>
                  <a:pt x="1926" y="1712"/>
                  <a:pt x="1970" y="1756"/>
                </a:cubicBezTo>
                <a:cubicBezTo>
                  <a:pt x="2008" y="1793"/>
                  <a:pt x="2030" y="1845"/>
                  <a:pt x="2030" y="1904"/>
                </a:cubicBezTo>
                <a:cubicBezTo>
                  <a:pt x="2030" y="1963"/>
                  <a:pt x="2008" y="2015"/>
                  <a:pt x="1970" y="2060"/>
                </a:cubicBezTo>
                <a:cubicBezTo>
                  <a:pt x="1930" y="2097"/>
                  <a:pt x="1872" y="2115"/>
                  <a:pt x="1816" y="2115"/>
                </a:cubicBezTo>
                <a:cubicBezTo>
                  <a:pt x="1759" y="2115"/>
                  <a:pt x="1704" y="2097"/>
                  <a:pt x="1667" y="2060"/>
                </a:cubicBezTo>
                <a:cubicBezTo>
                  <a:pt x="1622" y="2015"/>
                  <a:pt x="1600" y="1963"/>
                  <a:pt x="1600" y="1904"/>
                </a:cubicBezTo>
                <a:cubicBezTo>
                  <a:pt x="1600" y="1852"/>
                  <a:pt x="1622" y="1793"/>
                  <a:pt x="1667" y="1756"/>
                </a:cubicBezTo>
                <a:cubicBezTo>
                  <a:pt x="1704" y="1712"/>
                  <a:pt x="1763" y="1689"/>
                  <a:pt x="1815" y="1689"/>
                </a:cubicBezTo>
                <a:close/>
                <a:moveTo>
                  <a:pt x="1815" y="1"/>
                </a:moveTo>
                <a:cubicBezTo>
                  <a:pt x="1741" y="1"/>
                  <a:pt x="1682" y="60"/>
                  <a:pt x="1682" y="142"/>
                </a:cubicBezTo>
                <a:lnTo>
                  <a:pt x="1682" y="504"/>
                </a:lnTo>
                <a:lnTo>
                  <a:pt x="1622" y="504"/>
                </a:lnTo>
                <a:cubicBezTo>
                  <a:pt x="1604" y="503"/>
                  <a:pt x="1586" y="503"/>
                  <a:pt x="1568" y="503"/>
                </a:cubicBezTo>
                <a:cubicBezTo>
                  <a:pt x="1351" y="503"/>
                  <a:pt x="1150" y="584"/>
                  <a:pt x="993" y="734"/>
                </a:cubicBezTo>
                <a:cubicBezTo>
                  <a:pt x="845" y="867"/>
                  <a:pt x="749" y="1038"/>
                  <a:pt x="719" y="1230"/>
                </a:cubicBezTo>
                <a:cubicBezTo>
                  <a:pt x="660" y="1245"/>
                  <a:pt x="608" y="1282"/>
                  <a:pt x="556" y="1326"/>
                </a:cubicBezTo>
                <a:cubicBezTo>
                  <a:pt x="482" y="1400"/>
                  <a:pt x="445" y="1504"/>
                  <a:pt x="445" y="1615"/>
                </a:cubicBezTo>
                <a:cubicBezTo>
                  <a:pt x="445" y="1719"/>
                  <a:pt x="482" y="1823"/>
                  <a:pt x="556" y="1897"/>
                </a:cubicBezTo>
                <a:cubicBezTo>
                  <a:pt x="638" y="1971"/>
                  <a:pt x="734" y="2015"/>
                  <a:pt x="845" y="2015"/>
                </a:cubicBezTo>
                <a:cubicBezTo>
                  <a:pt x="956" y="2015"/>
                  <a:pt x="1052" y="1971"/>
                  <a:pt x="1134" y="1897"/>
                </a:cubicBezTo>
                <a:cubicBezTo>
                  <a:pt x="1208" y="1823"/>
                  <a:pt x="1252" y="1719"/>
                  <a:pt x="1252" y="1615"/>
                </a:cubicBezTo>
                <a:cubicBezTo>
                  <a:pt x="1252" y="1504"/>
                  <a:pt x="1208" y="1400"/>
                  <a:pt x="1134" y="1326"/>
                </a:cubicBezTo>
                <a:cubicBezTo>
                  <a:pt x="1097" y="1289"/>
                  <a:pt x="1052" y="1260"/>
                  <a:pt x="1000" y="1238"/>
                </a:cubicBezTo>
                <a:cubicBezTo>
                  <a:pt x="1030" y="1126"/>
                  <a:pt x="1089" y="1015"/>
                  <a:pt x="1178" y="934"/>
                </a:cubicBezTo>
                <a:cubicBezTo>
                  <a:pt x="1290" y="836"/>
                  <a:pt x="1435" y="778"/>
                  <a:pt x="1588" y="778"/>
                </a:cubicBezTo>
                <a:cubicBezTo>
                  <a:pt x="1597" y="778"/>
                  <a:pt x="1606" y="778"/>
                  <a:pt x="1615" y="778"/>
                </a:cubicBezTo>
                <a:lnTo>
                  <a:pt x="1682" y="778"/>
                </a:lnTo>
                <a:lnTo>
                  <a:pt x="1682" y="1438"/>
                </a:lnTo>
                <a:cubicBezTo>
                  <a:pt x="1600" y="1460"/>
                  <a:pt x="1526" y="1497"/>
                  <a:pt x="1467" y="1556"/>
                </a:cubicBezTo>
                <a:cubicBezTo>
                  <a:pt x="1378" y="1652"/>
                  <a:pt x="1326" y="1771"/>
                  <a:pt x="1326" y="1904"/>
                </a:cubicBezTo>
                <a:cubicBezTo>
                  <a:pt x="1326" y="2037"/>
                  <a:pt x="1378" y="2163"/>
                  <a:pt x="1467" y="2252"/>
                </a:cubicBezTo>
                <a:cubicBezTo>
                  <a:pt x="1563" y="2348"/>
                  <a:pt x="1689" y="2400"/>
                  <a:pt x="1815" y="2400"/>
                </a:cubicBezTo>
                <a:cubicBezTo>
                  <a:pt x="1948" y="2400"/>
                  <a:pt x="2074" y="2348"/>
                  <a:pt x="2163" y="2252"/>
                </a:cubicBezTo>
                <a:cubicBezTo>
                  <a:pt x="2259" y="2163"/>
                  <a:pt x="2311" y="2037"/>
                  <a:pt x="2311" y="1904"/>
                </a:cubicBezTo>
                <a:cubicBezTo>
                  <a:pt x="2311" y="1778"/>
                  <a:pt x="2259" y="1652"/>
                  <a:pt x="2163" y="1556"/>
                </a:cubicBezTo>
                <a:cubicBezTo>
                  <a:pt x="2104" y="1497"/>
                  <a:pt x="2037" y="1460"/>
                  <a:pt x="1956" y="1438"/>
                </a:cubicBezTo>
                <a:lnTo>
                  <a:pt x="1956" y="778"/>
                </a:lnTo>
                <a:lnTo>
                  <a:pt x="2022" y="778"/>
                </a:lnTo>
                <a:cubicBezTo>
                  <a:pt x="2031" y="778"/>
                  <a:pt x="2041" y="778"/>
                  <a:pt x="2050" y="778"/>
                </a:cubicBezTo>
                <a:cubicBezTo>
                  <a:pt x="2202" y="778"/>
                  <a:pt x="2347" y="837"/>
                  <a:pt x="2452" y="941"/>
                </a:cubicBezTo>
                <a:cubicBezTo>
                  <a:pt x="2541" y="1015"/>
                  <a:pt x="2607" y="1126"/>
                  <a:pt x="2630" y="1238"/>
                </a:cubicBezTo>
                <a:cubicBezTo>
                  <a:pt x="2585" y="1260"/>
                  <a:pt x="2541" y="1289"/>
                  <a:pt x="2504" y="1326"/>
                </a:cubicBezTo>
                <a:cubicBezTo>
                  <a:pt x="2430" y="1408"/>
                  <a:pt x="2385" y="1504"/>
                  <a:pt x="2385" y="1615"/>
                </a:cubicBezTo>
                <a:cubicBezTo>
                  <a:pt x="2385" y="1719"/>
                  <a:pt x="2430" y="1823"/>
                  <a:pt x="2504" y="1897"/>
                </a:cubicBezTo>
                <a:cubicBezTo>
                  <a:pt x="2578" y="1978"/>
                  <a:pt x="2681" y="2015"/>
                  <a:pt x="2792" y="2015"/>
                </a:cubicBezTo>
                <a:cubicBezTo>
                  <a:pt x="2896" y="2015"/>
                  <a:pt x="3000" y="1978"/>
                  <a:pt x="3074" y="1897"/>
                </a:cubicBezTo>
                <a:cubicBezTo>
                  <a:pt x="3148" y="1823"/>
                  <a:pt x="3192" y="1719"/>
                  <a:pt x="3192" y="1615"/>
                </a:cubicBezTo>
                <a:cubicBezTo>
                  <a:pt x="3192" y="1504"/>
                  <a:pt x="3148" y="1400"/>
                  <a:pt x="3074" y="1326"/>
                </a:cubicBezTo>
                <a:cubicBezTo>
                  <a:pt x="3029" y="1282"/>
                  <a:pt x="2978" y="1252"/>
                  <a:pt x="2918" y="1230"/>
                </a:cubicBezTo>
                <a:cubicBezTo>
                  <a:pt x="2881" y="1038"/>
                  <a:pt x="2785" y="867"/>
                  <a:pt x="2644" y="734"/>
                </a:cubicBezTo>
                <a:cubicBezTo>
                  <a:pt x="2487" y="584"/>
                  <a:pt x="2280" y="503"/>
                  <a:pt x="2068" y="503"/>
                </a:cubicBezTo>
                <a:cubicBezTo>
                  <a:pt x="2050" y="503"/>
                  <a:pt x="2033" y="503"/>
                  <a:pt x="2015" y="504"/>
                </a:cubicBezTo>
                <a:lnTo>
                  <a:pt x="1956" y="504"/>
                </a:lnTo>
                <a:lnTo>
                  <a:pt x="1956" y="142"/>
                </a:lnTo>
                <a:cubicBezTo>
                  <a:pt x="1956" y="60"/>
                  <a:pt x="1896" y="1"/>
                  <a:pt x="1815" y="1"/>
                </a:cubicBezTo>
                <a:close/>
                <a:moveTo>
                  <a:pt x="313" y="1989"/>
                </a:moveTo>
                <a:cubicBezTo>
                  <a:pt x="258" y="1989"/>
                  <a:pt x="208" y="2019"/>
                  <a:pt x="186" y="2074"/>
                </a:cubicBezTo>
                <a:cubicBezTo>
                  <a:pt x="149" y="2163"/>
                  <a:pt x="134" y="2200"/>
                  <a:pt x="119" y="2230"/>
                </a:cubicBezTo>
                <a:cubicBezTo>
                  <a:pt x="97" y="2282"/>
                  <a:pt x="82" y="2304"/>
                  <a:pt x="23" y="2474"/>
                </a:cubicBezTo>
                <a:cubicBezTo>
                  <a:pt x="8" y="2511"/>
                  <a:pt x="1" y="2556"/>
                  <a:pt x="8" y="2593"/>
                </a:cubicBezTo>
                <a:cubicBezTo>
                  <a:pt x="8" y="2637"/>
                  <a:pt x="23" y="2674"/>
                  <a:pt x="53" y="2711"/>
                </a:cubicBezTo>
                <a:cubicBezTo>
                  <a:pt x="75" y="2748"/>
                  <a:pt x="104" y="2770"/>
                  <a:pt x="134" y="2785"/>
                </a:cubicBezTo>
                <a:cubicBezTo>
                  <a:pt x="171" y="2807"/>
                  <a:pt x="215" y="2822"/>
                  <a:pt x="260" y="2822"/>
                </a:cubicBezTo>
                <a:lnTo>
                  <a:pt x="415" y="2822"/>
                </a:lnTo>
                <a:lnTo>
                  <a:pt x="415" y="3141"/>
                </a:lnTo>
                <a:cubicBezTo>
                  <a:pt x="415" y="3304"/>
                  <a:pt x="475" y="3452"/>
                  <a:pt x="586" y="3563"/>
                </a:cubicBezTo>
                <a:cubicBezTo>
                  <a:pt x="704" y="3681"/>
                  <a:pt x="852" y="3741"/>
                  <a:pt x="1015" y="3741"/>
                </a:cubicBezTo>
                <a:lnTo>
                  <a:pt x="1104" y="3741"/>
                </a:lnTo>
                <a:lnTo>
                  <a:pt x="1104" y="4066"/>
                </a:lnTo>
                <a:cubicBezTo>
                  <a:pt x="1104" y="4140"/>
                  <a:pt x="1163" y="4207"/>
                  <a:pt x="1245" y="4207"/>
                </a:cubicBezTo>
                <a:cubicBezTo>
                  <a:pt x="1319" y="4207"/>
                  <a:pt x="1385" y="4140"/>
                  <a:pt x="1385" y="4066"/>
                </a:cubicBezTo>
                <a:lnTo>
                  <a:pt x="1385" y="3600"/>
                </a:lnTo>
                <a:lnTo>
                  <a:pt x="1378" y="3600"/>
                </a:lnTo>
                <a:cubicBezTo>
                  <a:pt x="1378" y="3526"/>
                  <a:pt x="1319" y="3467"/>
                  <a:pt x="1245" y="3467"/>
                </a:cubicBezTo>
                <a:lnTo>
                  <a:pt x="1008" y="3467"/>
                </a:lnTo>
                <a:cubicBezTo>
                  <a:pt x="926" y="3467"/>
                  <a:pt x="845" y="3429"/>
                  <a:pt x="786" y="3370"/>
                </a:cubicBezTo>
                <a:cubicBezTo>
                  <a:pt x="726" y="3311"/>
                  <a:pt x="689" y="3230"/>
                  <a:pt x="689" y="3141"/>
                </a:cubicBezTo>
                <a:lnTo>
                  <a:pt x="689" y="2682"/>
                </a:lnTo>
                <a:cubicBezTo>
                  <a:pt x="689" y="2600"/>
                  <a:pt x="630" y="2541"/>
                  <a:pt x="549" y="2541"/>
                </a:cubicBezTo>
                <a:lnTo>
                  <a:pt x="290" y="2541"/>
                </a:lnTo>
                <a:cubicBezTo>
                  <a:pt x="341" y="2408"/>
                  <a:pt x="356" y="2385"/>
                  <a:pt x="371" y="2348"/>
                </a:cubicBezTo>
                <a:cubicBezTo>
                  <a:pt x="386" y="2319"/>
                  <a:pt x="408" y="2274"/>
                  <a:pt x="445" y="2178"/>
                </a:cubicBezTo>
                <a:cubicBezTo>
                  <a:pt x="475" y="2111"/>
                  <a:pt x="438" y="2030"/>
                  <a:pt x="371" y="2000"/>
                </a:cubicBezTo>
                <a:cubicBezTo>
                  <a:pt x="352" y="1993"/>
                  <a:pt x="332" y="1989"/>
                  <a:pt x="313" y="1989"/>
                </a:cubicBezTo>
                <a:close/>
                <a:moveTo>
                  <a:pt x="3252" y="2349"/>
                </a:moveTo>
                <a:cubicBezTo>
                  <a:pt x="3192" y="2349"/>
                  <a:pt x="3136" y="2385"/>
                  <a:pt x="3118" y="2445"/>
                </a:cubicBezTo>
                <a:cubicBezTo>
                  <a:pt x="3052" y="2659"/>
                  <a:pt x="2926" y="2852"/>
                  <a:pt x="2763" y="3000"/>
                </a:cubicBezTo>
                <a:cubicBezTo>
                  <a:pt x="2733" y="3022"/>
                  <a:pt x="2718" y="3059"/>
                  <a:pt x="2718" y="3104"/>
                </a:cubicBezTo>
                <a:lnTo>
                  <a:pt x="2718" y="4066"/>
                </a:lnTo>
                <a:cubicBezTo>
                  <a:pt x="2718" y="4140"/>
                  <a:pt x="2778" y="4207"/>
                  <a:pt x="2859" y="4207"/>
                </a:cubicBezTo>
                <a:cubicBezTo>
                  <a:pt x="2933" y="4207"/>
                  <a:pt x="3000" y="4140"/>
                  <a:pt x="3000" y="4066"/>
                </a:cubicBezTo>
                <a:lnTo>
                  <a:pt x="3000" y="3163"/>
                </a:lnTo>
                <a:cubicBezTo>
                  <a:pt x="3170" y="2985"/>
                  <a:pt x="3303" y="2770"/>
                  <a:pt x="3385" y="2526"/>
                </a:cubicBezTo>
                <a:cubicBezTo>
                  <a:pt x="3407" y="2459"/>
                  <a:pt x="3363" y="2378"/>
                  <a:pt x="3296" y="2356"/>
                </a:cubicBezTo>
                <a:cubicBezTo>
                  <a:pt x="3282" y="2351"/>
                  <a:pt x="3267" y="2349"/>
                  <a:pt x="3252" y="2349"/>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79"/>
          <p:cNvSpPr/>
          <p:nvPr/>
        </p:nvSpPr>
        <p:spPr>
          <a:xfrm>
            <a:off x="4402550" y="1188950"/>
            <a:ext cx="333300" cy="333300"/>
          </a:xfrm>
          <a:custGeom>
            <a:rect b="b" l="l" r="r" t="t"/>
            <a:pathLst>
              <a:path extrusionOk="0" h="4444" w="4444">
                <a:moveTo>
                  <a:pt x="3415" y="556"/>
                </a:moveTo>
                <a:cubicBezTo>
                  <a:pt x="3422" y="556"/>
                  <a:pt x="3422" y="556"/>
                  <a:pt x="3422" y="563"/>
                </a:cubicBezTo>
                <a:cubicBezTo>
                  <a:pt x="3422" y="556"/>
                  <a:pt x="3415" y="556"/>
                  <a:pt x="3407" y="556"/>
                </a:cubicBezTo>
                <a:close/>
                <a:moveTo>
                  <a:pt x="1089" y="571"/>
                </a:moveTo>
                <a:lnTo>
                  <a:pt x="1089" y="571"/>
                </a:lnTo>
                <a:cubicBezTo>
                  <a:pt x="1089" y="571"/>
                  <a:pt x="1097" y="571"/>
                  <a:pt x="1097" y="578"/>
                </a:cubicBezTo>
                <a:cubicBezTo>
                  <a:pt x="1097" y="578"/>
                  <a:pt x="1089" y="571"/>
                  <a:pt x="1089" y="571"/>
                </a:cubicBezTo>
                <a:close/>
                <a:moveTo>
                  <a:pt x="3355" y="576"/>
                </a:moveTo>
                <a:cubicBezTo>
                  <a:pt x="3353" y="577"/>
                  <a:pt x="3350" y="578"/>
                  <a:pt x="3348" y="578"/>
                </a:cubicBezTo>
                <a:cubicBezTo>
                  <a:pt x="3348" y="578"/>
                  <a:pt x="3351" y="578"/>
                  <a:pt x="3355" y="576"/>
                </a:cubicBezTo>
                <a:close/>
                <a:moveTo>
                  <a:pt x="3452" y="578"/>
                </a:moveTo>
                <a:cubicBezTo>
                  <a:pt x="3459" y="585"/>
                  <a:pt x="3466" y="593"/>
                  <a:pt x="3466" y="600"/>
                </a:cubicBezTo>
                <a:cubicBezTo>
                  <a:pt x="3459" y="593"/>
                  <a:pt x="3459" y="585"/>
                  <a:pt x="3452" y="578"/>
                </a:cubicBezTo>
                <a:close/>
                <a:moveTo>
                  <a:pt x="986" y="600"/>
                </a:moveTo>
                <a:cubicBezTo>
                  <a:pt x="978" y="608"/>
                  <a:pt x="978" y="615"/>
                  <a:pt x="978" y="622"/>
                </a:cubicBezTo>
                <a:lnTo>
                  <a:pt x="978" y="608"/>
                </a:lnTo>
                <a:cubicBezTo>
                  <a:pt x="978" y="608"/>
                  <a:pt x="985" y="601"/>
                  <a:pt x="986" y="600"/>
                </a:cubicBezTo>
                <a:close/>
                <a:moveTo>
                  <a:pt x="3470" y="611"/>
                </a:moveTo>
                <a:cubicBezTo>
                  <a:pt x="3471" y="612"/>
                  <a:pt x="3472" y="613"/>
                  <a:pt x="3474" y="615"/>
                </a:cubicBezTo>
                <a:lnTo>
                  <a:pt x="3474" y="622"/>
                </a:lnTo>
                <a:cubicBezTo>
                  <a:pt x="3474" y="619"/>
                  <a:pt x="3472" y="615"/>
                  <a:pt x="3470" y="611"/>
                </a:cubicBezTo>
                <a:close/>
                <a:moveTo>
                  <a:pt x="3474" y="630"/>
                </a:moveTo>
                <a:cubicBezTo>
                  <a:pt x="3474" y="630"/>
                  <a:pt x="3474" y="637"/>
                  <a:pt x="3466" y="637"/>
                </a:cubicBezTo>
                <a:cubicBezTo>
                  <a:pt x="3466" y="637"/>
                  <a:pt x="3474" y="630"/>
                  <a:pt x="3474" y="630"/>
                </a:cubicBezTo>
                <a:close/>
                <a:moveTo>
                  <a:pt x="1048" y="415"/>
                </a:moveTo>
                <a:cubicBezTo>
                  <a:pt x="995" y="415"/>
                  <a:pt x="942" y="436"/>
                  <a:pt x="904" y="474"/>
                </a:cubicBezTo>
                <a:cubicBezTo>
                  <a:pt x="860" y="519"/>
                  <a:pt x="838" y="571"/>
                  <a:pt x="838" y="622"/>
                </a:cubicBezTo>
                <a:cubicBezTo>
                  <a:pt x="838" y="667"/>
                  <a:pt x="852" y="704"/>
                  <a:pt x="882" y="748"/>
                </a:cubicBezTo>
                <a:cubicBezTo>
                  <a:pt x="904" y="778"/>
                  <a:pt x="934" y="800"/>
                  <a:pt x="971" y="822"/>
                </a:cubicBezTo>
                <a:cubicBezTo>
                  <a:pt x="1000" y="830"/>
                  <a:pt x="1023" y="830"/>
                  <a:pt x="1045" y="830"/>
                </a:cubicBezTo>
                <a:lnTo>
                  <a:pt x="1089" y="830"/>
                </a:lnTo>
                <a:cubicBezTo>
                  <a:pt x="1126" y="822"/>
                  <a:pt x="1163" y="800"/>
                  <a:pt x="1193" y="770"/>
                </a:cubicBezTo>
                <a:cubicBezTo>
                  <a:pt x="1223" y="741"/>
                  <a:pt x="1245" y="704"/>
                  <a:pt x="1252" y="667"/>
                </a:cubicBezTo>
                <a:cubicBezTo>
                  <a:pt x="1260" y="622"/>
                  <a:pt x="1252" y="578"/>
                  <a:pt x="1237" y="541"/>
                </a:cubicBezTo>
                <a:cubicBezTo>
                  <a:pt x="1223" y="504"/>
                  <a:pt x="1193" y="474"/>
                  <a:pt x="1163" y="452"/>
                </a:cubicBezTo>
                <a:cubicBezTo>
                  <a:pt x="1129" y="427"/>
                  <a:pt x="1088" y="415"/>
                  <a:pt x="1048" y="415"/>
                </a:cubicBezTo>
                <a:close/>
                <a:moveTo>
                  <a:pt x="3399" y="417"/>
                </a:moveTo>
                <a:cubicBezTo>
                  <a:pt x="3360" y="417"/>
                  <a:pt x="3324" y="426"/>
                  <a:pt x="3296" y="445"/>
                </a:cubicBezTo>
                <a:cubicBezTo>
                  <a:pt x="3259" y="467"/>
                  <a:pt x="3229" y="504"/>
                  <a:pt x="3215" y="541"/>
                </a:cubicBezTo>
                <a:cubicBezTo>
                  <a:pt x="3192" y="578"/>
                  <a:pt x="3192" y="622"/>
                  <a:pt x="3200" y="667"/>
                </a:cubicBezTo>
                <a:cubicBezTo>
                  <a:pt x="3207" y="704"/>
                  <a:pt x="3229" y="741"/>
                  <a:pt x="3259" y="770"/>
                </a:cubicBezTo>
                <a:lnTo>
                  <a:pt x="3252" y="770"/>
                </a:lnTo>
                <a:cubicBezTo>
                  <a:pt x="3281" y="800"/>
                  <a:pt x="3318" y="822"/>
                  <a:pt x="3363" y="830"/>
                </a:cubicBezTo>
                <a:lnTo>
                  <a:pt x="3400" y="830"/>
                </a:lnTo>
                <a:cubicBezTo>
                  <a:pt x="3429" y="830"/>
                  <a:pt x="3452" y="830"/>
                  <a:pt x="3481" y="815"/>
                </a:cubicBezTo>
                <a:cubicBezTo>
                  <a:pt x="3518" y="800"/>
                  <a:pt x="3548" y="778"/>
                  <a:pt x="3577" y="741"/>
                </a:cubicBezTo>
                <a:cubicBezTo>
                  <a:pt x="3600" y="704"/>
                  <a:pt x="3614" y="667"/>
                  <a:pt x="3614" y="622"/>
                </a:cubicBezTo>
                <a:cubicBezTo>
                  <a:pt x="3614" y="571"/>
                  <a:pt x="3592" y="511"/>
                  <a:pt x="3548" y="474"/>
                </a:cubicBezTo>
                <a:cubicBezTo>
                  <a:pt x="3509" y="435"/>
                  <a:pt x="3452" y="417"/>
                  <a:pt x="3399" y="417"/>
                </a:cubicBezTo>
                <a:close/>
                <a:moveTo>
                  <a:pt x="630" y="0"/>
                </a:moveTo>
                <a:cubicBezTo>
                  <a:pt x="460" y="0"/>
                  <a:pt x="304" y="67"/>
                  <a:pt x="186" y="178"/>
                </a:cubicBezTo>
                <a:cubicBezTo>
                  <a:pt x="67" y="297"/>
                  <a:pt x="8" y="452"/>
                  <a:pt x="1" y="622"/>
                </a:cubicBezTo>
                <a:cubicBezTo>
                  <a:pt x="8" y="793"/>
                  <a:pt x="75" y="948"/>
                  <a:pt x="186" y="1067"/>
                </a:cubicBezTo>
                <a:cubicBezTo>
                  <a:pt x="304" y="1178"/>
                  <a:pt x="467" y="1244"/>
                  <a:pt x="630" y="1244"/>
                </a:cubicBezTo>
                <a:lnTo>
                  <a:pt x="1252" y="1244"/>
                </a:lnTo>
                <a:cubicBezTo>
                  <a:pt x="1334" y="1244"/>
                  <a:pt x="1393" y="1185"/>
                  <a:pt x="1393" y="1111"/>
                </a:cubicBezTo>
                <a:cubicBezTo>
                  <a:pt x="1393" y="1030"/>
                  <a:pt x="1334" y="970"/>
                  <a:pt x="1252" y="970"/>
                </a:cubicBezTo>
                <a:lnTo>
                  <a:pt x="630" y="970"/>
                </a:lnTo>
                <a:cubicBezTo>
                  <a:pt x="541" y="970"/>
                  <a:pt x="452" y="933"/>
                  <a:pt x="386" y="867"/>
                </a:cubicBezTo>
                <a:cubicBezTo>
                  <a:pt x="319" y="800"/>
                  <a:pt x="282" y="711"/>
                  <a:pt x="282" y="622"/>
                </a:cubicBezTo>
                <a:cubicBezTo>
                  <a:pt x="282" y="534"/>
                  <a:pt x="319" y="445"/>
                  <a:pt x="386" y="378"/>
                </a:cubicBezTo>
                <a:cubicBezTo>
                  <a:pt x="452" y="311"/>
                  <a:pt x="534" y="274"/>
                  <a:pt x="630" y="274"/>
                </a:cubicBezTo>
                <a:lnTo>
                  <a:pt x="3822" y="274"/>
                </a:lnTo>
                <a:cubicBezTo>
                  <a:pt x="3918" y="274"/>
                  <a:pt x="4000" y="311"/>
                  <a:pt x="4066" y="378"/>
                </a:cubicBezTo>
                <a:cubicBezTo>
                  <a:pt x="4133" y="445"/>
                  <a:pt x="4170" y="534"/>
                  <a:pt x="4170" y="622"/>
                </a:cubicBezTo>
                <a:cubicBezTo>
                  <a:pt x="4170" y="719"/>
                  <a:pt x="4133" y="807"/>
                  <a:pt x="4066" y="867"/>
                </a:cubicBezTo>
                <a:cubicBezTo>
                  <a:pt x="4000" y="933"/>
                  <a:pt x="3918" y="970"/>
                  <a:pt x="3822" y="970"/>
                </a:cubicBezTo>
                <a:lnTo>
                  <a:pt x="3200" y="970"/>
                </a:lnTo>
                <a:cubicBezTo>
                  <a:pt x="3118" y="970"/>
                  <a:pt x="3059" y="1030"/>
                  <a:pt x="3059" y="1111"/>
                </a:cubicBezTo>
                <a:cubicBezTo>
                  <a:pt x="3059" y="1185"/>
                  <a:pt x="3118" y="1244"/>
                  <a:pt x="3200" y="1244"/>
                </a:cubicBezTo>
                <a:lnTo>
                  <a:pt x="3822" y="1244"/>
                </a:lnTo>
                <a:cubicBezTo>
                  <a:pt x="3992" y="1244"/>
                  <a:pt x="4148" y="1185"/>
                  <a:pt x="4266" y="1067"/>
                </a:cubicBezTo>
                <a:cubicBezTo>
                  <a:pt x="4377" y="948"/>
                  <a:pt x="4444" y="785"/>
                  <a:pt x="4444" y="622"/>
                </a:cubicBezTo>
                <a:cubicBezTo>
                  <a:pt x="4444" y="452"/>
                  <a:pt x="4385" y="297"/>
                  <a:pt x="4266" y="185"/>
                </a:cubicBezTo>
                <a:cubicBezTo>
                  <a:pt x="4148" y="67"/>
                  <a:pt x="3992" y="0"/>
                  <a:pt x="3822" y="0"/>
                </a:cubicBezTo>
                <a:close/>
                <a:moveTo>
                  <a:pt x="2226" y="830"/>
                </a:moveTo>
                <a:cubicBezTo>
                  <a:pt x="2250" y="830"/>
                  <a:pt x="2274" y="837"/>
                  <a:pt x="2296" y="852"/>
                </a:cubicBezTo>
                <a:cubicBezTo>
                  <a:pt x="2319" y="867"/>
                  <a:pt x="2333" y="889"/>
                  <a:pt x="2341" y="911"/>
                </a:cubicBezTo>
                <a:lnTo>
                  <a:pt x="2630" y="1666"/>
                </a:lnTo>
                <a:lnTo>
                  <a:pt x="1822" y="1666"/>
                </a:lnTo>
                <a:lnTo>
                  <a:pt x="2111" y="911"/>
                </a:lnTo>
                <a:cubicBezTo>
                  <a:pt x="2119" y="889"/>
                  <a:pt x="2133" y="867"/>
                  <a:pt x="2156" y="852"/>
                </a:cubicBezTo>
                <a:cubicBezTo>
                  <a:pt x="2178" y="837"/>
                  <a:pt x="2202" y="830"/>
                  <a:pt x="2226" y="830"/>
                </a:cubicBezTo>
                <a:close/>
                <a:moveTo>
                  <a:pt x="3392" y="1940"/>
                </a:moveTo>
                <a:cubicBezTo>
                  <a:pt x="3407" y="1940"/>
                  <a:pt x="3422" y="1948"/>
                  <a:pt x="3437" y="1955"/>
                </a:cubicBezTo>
                <a:cubicBezTo>
                  <a:pt x="3444" y="1970"/>
                  <a:pt x="3452" y="1978"/>
                  <a:pt x="3452" y="1992"/>
                </a:cubicBezTo>
                <a:lnTo>
                  <a:pt x="3592" y="3473"/>
                </a:lnTo>
                <a:lnTo>
                  <a:pt x="860" y="3473"/>
                </a:lnTo>
                <a:lnTo>
                  <a:pt x="1000" y="1992"/>
                </a:lnTo>
                <a:cubicBezTo>
                  <a:pt x="1000" y="1985"/>
                  <a:pt x="1008" y="1970"/>
                  <a:pt x="1015" y="1963"/>
                </a:cubicBezTo>
                <a:lnTo>
                  <a:pt x="1015" y="1955"/>
                </a:lnTo>
                <a:cubicBezTo>
                  <a:pt x="1030" y="1948"/>
                  <a:pt x="1045" y="1940"/>
                  <a:pt x="1060" y="1940"/>
                </a:cubicBezTo>
                <a:lnTo>
                  <a:pt x="1423" y="1940"/>
                </a:lnTo>
                <a:lnTo>
                  <a:pt x="1282" y="2311"/>
                </a:lnTo>
                <a:cubicBezTo>
                  <a:pt x="1252" y="2377"/>
                  <a:pt x="1289" y="2459"/>
                  <a:pt x="1363" y="2488"/>
                </a:cubicBezTo>
                <a:cubicBezTo>
                  <a:pt x="1378" y="2496"/>
                  <a:pt x="1393" y="2496"/>
                  <a:pt x="1408" y="2496"/>
                </a:cubicBezTo>
                <a:cubicBezTo>
                  <a:pt x="1467" y="2496"/>
                  <a:pt x="1519" y="2466"/>
                  <a:pt x="1541" y="2407"/>
                </a:cubicBezTo>
                <a:lnTo>
                  <a:pt x="1719" y="1940"/>
                </a:lnTo>
                <a:lnTo>
                  <a:pt x="2733" y="1940"/>
                </a:lnTo>
                <a:lnTo>
                  <a:pt x="2911" y="2407"/>
                </a:lnTo>
                <a:cubicBezTo>
                  <a:pt x="2934" y="2464"/>
                  <a:pt x="2987" y="2499"/>
                  <a:pt x="3040" y="2499"/>
                </a:cubicBezTo>
                <a:cubicBezTo>
                  <a:pt x="3057" y="2499"/>
                  <a:pt x="3073" y="2495"/>
                  <a:pt x="3089" y="2488"/>
                </a:cubicBezTo>
                <a:cubicBezTo>
                  <a:pt x="3163" y="2459"/>
                  <a:pt x="3200" y="2377"/>
                  <a:pt x="3170" y="2311"/>
                </a:cubicBezTo>
                <a:lnTo>
                  <a:pt x="3029" y="1940"/>
                </a:lnTo>
                <a:close/>
                <a:moveTo>
                  <a:pt x="3614" y="3747"/>
                </a:moveTo>
                <a:lnTo>
                  <a:pt x="3614" y="3770"/>
                </a:lnTo>
                <a:cubicBezTo>
                  <a:pt x="3614" y="3821"/>
                  <a:pt x="3600" y="3873"/>
                  <a:pt x="3585" y="3918"/>
                </a:cubicBezTo>
                <a:cubicBezTo>
                  <a:pt x="3563" y="3969"/>
                  <a:pt x="3533" y="4014"/>
                  <a:pt x="3496" y="4051"/>
                </a:cubicBezTo>
                <a:cubicBezTo>
                  <a:pt x="3459" y="4088"/>
                  <a:pt x="3415" y="4118"/>
                  <a:pt x="3370" y="4132"/>
                </a:cubicBezTo>
                <a:cubicBezTo>
                  <a:pt x="3318" y="4155"/>
                  <a:pt x="3266" y="4162"/>
                  <a:pt x="3215" y="4162"/>
                </a:cubicBezTo>
                <a:lnTo>
                  <a:pt x="1237" y="4162"/>
                </a:lnTo>
                <a:cubicBezTo>
                  <a:pt x="1186" y="4162"/>
                  <a:pt x="1134" y="4155"/>
                  <a:pt x="1082" y="4132"/>
                </a:cubicBezTo>
                <a:cubicBezTo>
                  <a:pt x="1037" y="4110"/>
                  <a:pt x="993" y="4088"/>
                  <a:pt x="956" y="4051"/>
                </a:cubicBezTo>
                <a:cubicBezTo>
                  <a:pt x="919" y="4014"/>
                  <a:pt x="889" y="3969"/>
                  <a:pt x="867" y="3918"/>
                </a:cubicBezTo>
                <a:cubicBezTo>
                  <a:pt x="845" y="3873"/>
                  <a:pt x="838" y="3821"/>
                  <a:pt x="838" y="3770"/>
                </a:cubicBezTo>
                <a:lnTo>
                  <a:pt x="838" y="3747"/>
                </a:lnTo>
                <a:close/>
                <a:moveTo>
                  <a:pt x="2219" y="557"/>
                </a:moveTo>
                <a:cubicBezTo>
                  <a:pt x="2140" y="557"/>
                  <a:pt x="2062" y="579"/>
                  <a:pt x="2000" y="622"/>
                </a:cubicBezTo>
                <a:cubicBezTo>
                  <a:pt x="1926" y="674"/>
                  <a:pt x="1874" y="741"/>
                  <a:pt x="1852" y="815"/>
                </a:cubicBezTo>
                <a:lnTo>
                  <a:pt x="1526" y="1666"/>
                </a:lnTo>
                <a:lnTo>
                  <a:pt x="1060" y="1666"/>
                </a:lnTo>
                <a:cubicBezTo>
                  <a:pt x="978" y="1666"/>
                  <a:pt x="897" y="1696"/>
                  <a:pt x="830" y="1748"/>
                </a:cubicBezTo>
                <a:cubicBezTo>
                  <a:pt x="771" y="1807"/>
                  <a:pt x="726" y="1881"/>
                  <a:pt x="719" y="1970"/>
                </a:cubicBezTo>
                <a:lnTo>
                  <a:pt x="571" y="3577"/>
                </a:lnTo>
                <a:cubicBezTo>
                  <a:pt x="571" y="3584"/>
                  <a:pt x="571" y="3592"/>
                  <a:pt x="564" y="3599"/>
                </a:cubicBezTo>
                <a:lnTo>
                  <a:pt x="564" y="3607"/>
                </a:lnTo>
                <a:cubicBezTo>
                  <a:pt x="564" y="3666"/>
                  <a:pt x="556" y="3718"/>
                  <a:pt x="556" y="3770"/>
                </a:cubicBezTo>
                <a:cubicBezTo>
                  <a:pt x="564" y="3858"/>
                  <a:pt x="578" y="3947"/>
                  <a:pt x="615" y="4029"/>
                </a:cubicBezTo>
                <a:cubicBezTo>
                  <a:pt x="645" y="4110"/>
                  <a:pt x="697" y="4184"/>
                  <a:pt x="756" y="4243"/>
                </a:cubicBezTo>
                <a:cubicBezTo>
                  <a:pt x="823" y="4310"/>
                  <a:pt x="897" y="4355"/>
                  <a:pt x="978" y="4392"/>
                </a:cubicBezTo>
                <a:cubicBezTo>
                  <a:pt x="1060" y="4421"/>
                  <a:pt x="1149" y="4443"/>
                  <a:pt x="1230" y="4443"/>
                </a:cubicBezTo>
                <a:lnTo>
                  <a:pt x="3215" y="4443"/>
                </a:lnTo>
                <a:cubicBezTo>
                  <a:pt x="3296" y="4443"/>
                  <a:pt x="3392" y="4421"/>
                  <a:pt x="3474" y="4392"/>
                </a:cubicBezTo>
                <a:cubicBezTo>
                  <a:pt x="3555" y="4355"/>
                  <a:pt x="3629" y="4310"/>
                  <a:pt x="3696" y="4243"/>
                </a:cubicBezTo>
                <a:cubicBezTo>
                  <a:pt x="3755" y="4184"/>
                  <a:pt x="3807" y="4110"/>
                  <a:pt x="3844" y="4029"/>
                </a:cubicBezTo>
                <a:cubicBezTo>
                  <a:pt x="3874" y="3940"/>
                  <a:pt x="3888" y="3858"/>
                  <a:pt x="3888" y="3770"/>
                </a:cubicBezTo>
                <a:cubicBezTo>
                  <a:pt x="3888" y="3710"/>
                  <a:pt x="3888" y="3644"/>
                  <a:pt x="3881" y="3577"/>
                </a:cubicBezTo>
                <a:lnTo>
                  <a:pt x="3733" y="1970"/>
                </a:lnTo>
                <a:cubicBezTo>
                  <a:pt x="3726" y="1881"/>
                  <a:pt x="3681" y="1807"/>
                  <a:pt x="3622" y="1748"/>
                </a:cubicBezTo>
                <a:cubicBezTo>
                  <a:pt x="3555" y="1696"/>
                  <a:pt x="3474" y="1666"/>
                  <a:pt x="3392" y="1666"/>
                </a:cubicBezTo>
                <a:lnTo>
                  <a:pt x="2926" y="1666"/>
                </a:lnTo>
                <a:lnTo>
                  <a:pt x="2600" y="815"/>
                </a:lnTo>
                <a:cubicBezTo>
                  <a:pt x="2578" y="741"/>
                  <a:pt x="2526" y="674"/>
                  <a:pt x="2459" y="630"/>
                </a:cubicBezTo>
                <a:cubicBezTo>
                  <a:pt x="2387" y="581"/>
                  <a:pt x="2302" y="557"/>
                  <a:pt x="2219" y="557"/>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79"/>
          <p:cNvSpPr txBox="1"/>
          <p:nvPr/>
        </p:nvSpPr>
        <p:spPr>
          <a:xfrm>
            <a:off x="250300" y="1534950"/>
            <a:ext cx="8697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detective</a:t>
            </a:r>
            <a:endParaRPr sz="1600">
              <a:latin typeface="Public Sans SemiBold"/>
              <a:ea typeface="Public Sans SemiBold"/>
              <a:cs typeface="Public Sans SemiBold"/>
              <a:sym typeface="Public Sans SemiBold"/>
            </a:endParaRPr>
          </a:p>
        </p:txBody>
      </p:sp>
      <p:sp>
        <p:nvSpPr>
          <p:cNvPr id="1018" name="Google Shape;1018;p79"/>
          <p:cNvSpPr txBox="1"/>
          <p:nvPr/>
        </p:nvSpPr>
        <p:spPr>
          <a:xfrm>
            <a:off x="1325588" y="1534938"/>
            <a:ext cx="6603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monitor-node</a:t>
            </a:r>
            <a:endParaRPr sz="1600">
              <a:latin typeface="Public Sans SemiBold"/>
              <a:ea typeface="Public Sans SemiBold"/>
              <a:cs typeface="Public Sans SemiBold"/>
              <a:sym typeface="Public Sans SemiBold"/>
            </a:endParaRPr>
          </a:p>
        </p:txBody>
      </p:sp>
      <p:sp>
        <p:nvSpPr>
          <p:cNvPr id="1019" name="Google Shape;1019;p79"/>
          <p:cNvSpPr txBox="1"/>
          <p:nvPr/>
        </p:nvSpPr>
        <p:spPr>
          <a:xfrm>
            <a:off x="2223326" y="1534950"/>
            <a:ext cx="8061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db-connect</a:t>
            </a:r>
            <a:endParaRPr sz="1600">
              <a:latin typeface="Public Sans SemiBold"/>
              <a:ea typeface="Public Sans SemiBold"/>
              <a:cs typeface="Public Sans SemiBold"/>
              <a:sym typeface="Public Sans SemiBold"/>
            </a:endParaRPr>
          </a:p>
        </p:txBody>
      </p:sp>
      <p:sp>
        <p:nvSpPr>
          <p:cNvPr id="1020" name="Google Shape;1020;p79"/>
          <p:cNvSpPr txBox="1"/>
          <p:nvPr/>
        </p:nvSpPr>
        <p:spPr>
          <a:xfrm>
            <a:off x="3055950" y="1534950"/>
            <a:ext cx="10821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money-flower</a:t>
            </a:r>
            <a:endParaRPr sz="1600">
              <a:latin typeface="Public Sans SemiBold"/>
              <a:ea typeface="Public Sans SemiBold"/>
              <a:cs typeface="Public Sans SemiBold"/>
              <a:sym typeface="Public Sans SemiBold"/>
            </a:endParaRPr>
          </a:p>
        </p:txBody>
      </p:sp>
      <p:sp>
        <p:nvSpPr>
          <p:cNvPr id="1021" name="Google Shape;1021;p79"/>
          <p:cNvSpPr txBox="1"/>
          <p:nvPr/>
        </p:nvSpPr>
        <p:spPr>
          <a:xfrm>
            <a:off x="4078950" y="1534950"/>
            <a:ext cx="9774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shopping-bag</a:t>
            </a:r>
            <a:endParaRPr sz="1600">
              <a:latin typeface="Public Sans SemiBold"/>
              <a:ea typeface="Public Sans SemiBold"/>
              <a:cs typeface="Public Sans SemiBold"/>
              <a:sym typeface="Public Sans SemiBold"/>
            </a:endParaRPr>
          </a:p>
        </p:txBody>
      </p:sp>
      <p:sp>
        <p:nvSpPr>
          <p:cNvPr id="1022" name="Google Shape;1022;p79"/>
          <p:cNvSpPr txBox="1"/>
          <p:nvPr/>
        </p:nvSpPr>
        <p:spPr>
          <a:xfrm>
            <a:off x="250300" y="2531650"/>
            <a:ext cx="8697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user-network</a:t>
            </a:r>
            <a:endParaRPr sz="1600">
              <a:latin typeface="Public Sans SemiBold"/>
              <a:ea typeface="Public Sans SemiBold"/>
              <a:cs typeface="Public Sans SemiBold"/>
              <a:sym typeface="Public Sans SemiBold"/>
            </a:endParaRPr>
          </a:p>
        </p:txBody>
      </p:sp>
      <p:sp>
        <p:nvSpPr>
          <p:cNvPr id="1023" name="Google Shape;1023;p79"/>
          <p:cNvSpPr txBox="1"/>
          <p:nvPr/>
        </p:nvSpPr>
        <p:spPr>
          <a:xfrm>
            <a:off x="1325588" y="2531638"/>
            <a:ext cx="6603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building</a:t>
            </a:r>
            <a:endParaRPr sz="1600">
              <a:latin typeface="Public Sans SemiBold"/>
              <a:ea typeface="Public Sans SemiBold"/>
              <a:cs typeface="Public Sans SemiBold"/>
              <a:sym typeface="Public Sans SemiBold"/>
            </a:endParaRPr>
          </a:p>
        </p:txBody>
      </p:sp>
      <p:sp>
        <p:nvSpPr>
          <p:cNvPr id="1024" name="Google Shape;1024;p79"/>
          <p:cNvSpPr txBox="1"/>
          <p:nvPr/>
        </p:nvSpPr>
        <p:spPr>
          <a:xfrm>
            <a:off x="2223326" y="2531650"/>
            <a:ext cx="8061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wifi-signal</a:t>
            </a:r>
            <a:endParaRPr sz="1600">
              <a:latin typeface="Public Sans SemiBold"/>
              <a:ea typeface="Public Sans SemiBold"/>
              <a:cs typeface="Public Sans SemiBold"/>
              <a:sym typeface="Public Sans SemiBold"/>
            </a:endParaRPr>
          </a:p>
        </p:txBody>
      </p:sp>
      <p:sp>
        <p:nvSpPr>
          <p:cNvPr id="1025" name="Google Shape;1025;p79"/>
          <p:cNvSpPr txBox="1"/>
          <p:nvPr/>
        </p:nvSpPr>
        <p:spPr>
          <a:xfrm>
            <a:off x="3055950" y="2531650"/>
            <a:ext cx="10821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monitor-team</a:t>
            </a:r>
            <a:endParaRPr sz="1600">
              <a:latin typeface="Public Sans SemiBold"/>
              <a:ea typeface="Public Sans SemiBold"/>
              <a:cs typeface="Public Sans SemiBold"/>
              <a:sym typeface="Public Sans SemiBold"/>
            </a:endParaRPr>
          </a:p>
        </p:txBody>
      </p:sp>
      <p:sp>
        <p:nvSpPr>
          <p:cNvPr id="1026" name="Google Shape;1026;p79"/>
          <p:cNvSpPr txBox="1"/>
          <p:nvPr/>
        </p:nvSpPr>
        <p:spPr>
          <a:xfrm>
            <a:off x="250300" y="3528350"/>
            <a:ext cx="8697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monitor-heart</a:t>
            </a:r>
            <a:endParaRPr sz="1600">
              <a:latin typeface="Public Sans SemiBold"/>
              <a:ea typeface="Public Sans SemiBold"/>
              <a:cs typeface="Public Sans SemiBold"/>
              <a:sym typeface="Public Sans SemiBold"/>
            </a:endParaRPr>
          </a:p>
        </p:txBody>
      </p:sp>
      <p:sp>
        <p:nvSpPr>
          <p:cNvPr id="1027" name="Google Shape;1027;p79"/>
          <p:cNvSpPr txBox="1"/>
          <p:nvPr/>
        </p:nvSpPr>
        <p:spPr>
          <a:xfrm>
            <a:off x="1325588" y="3528338"/>
            <a:ext cx="6603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face-id</a:t>
            </a:r>
            <a:endParaRPr sz="1600">
              <a:latin typeface="Public Sans SemiBold"/>
              <a:ea typeface="Public Sans SemiBold"/>
              <a:cs typeface="Public Sans SemiBold"/>
              <a:sym typeface="Public Sans SemiBold"/>
            </a:endParaRPr>
          </a:p>
        </p:txBody>
      </p:sp>
      <p:sp>
        <p:nvSpPr>
          <p:cNvPr id="1028" name="Google Shape;1028;p79"/>
          <p:cNvSpPr txBox="1"/>
          <p:nvPr/>
        </p:nvSpPr>
        <p:spPr>
          <a:xfrm>
            <a:off x="2223326" y="3528350"/>
            <a:ext cx="8061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beaker</a:t>
            </a:r>
            <a:endParaRPr sz="1600">
              <a:latin typeface="Public Sans SemiBold"/>
              <a:ea typeface="Public Sans SemiBold"/>
              <a:cs typeface="Public Sans SemiBold"/>
              <a:sym typeface="Public Sans SemiBold"/>
            </a:endParaRPr>
          </a:p>
        </p:txBody>
      </p:sp>
      <p:sp>
        <p:nvSpPr>
          <p:cNvPr id="1029" name="Google Shape;1029;p79"/>
          <p:cNvSpPr txBox="1"/>
          <p:nvPr/>
        </p:nvSpPr>
        <p:spPr>
          <a:xfrm>
            <a:off x="3055950" y="3528350"/>
            <a:ext cx="10821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user-node</a:t>
            </a:r>
            <a:endParaRPr sz="1600">
              <a:latin typeface="Public Sans SemiBold"/>
              <a:ea typeface="Public Sans SemiBold"/>
              <a:cs typeface="Public Sans SemiBold"/>
              <a:sym typeface="Public Sans SemiBold"/>
            </a:endParaRPr>
          </a:p>
        </p:txBody>
      </p:sp>
      <p:sp>
        <p:nvSpPr>
          <p:cNvPr id="1030" name="Google Shape;1030;p79"/>
          <p:cNvSpPr txBox="1"/>
          <p:nvPr/>
        </p:nvSpPr>
        <p:spPr>
          <a:xfrm>
            <a:off x="4653200" y="4510275"/>
            <a:ext cx="4126200" cy="2463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 sz="1600">
                <a:latin typeface="Public Sans Light"/>
                <a:ea typeface="Public Sans Light"/>
                <a:cs typeface="Public Sans Light"/>
                <a:sym typeface="Public Sans Light"/>
              </a:rPr>
              <a:t>All vectors. You can color them as you need.</a:t>
            </a:r>
            <a:endParaRPr sz="1600">
              <a:latin typeface="Public Sans Light"/>
              <a:ea typeface="Public Sans Light"/>
              <a:cs typeface="Public Sans Light"/>
              <a:sym typeface="Public Sans Light"/>
            </a:endParaRPr>
          </a:p>
        </p:txBody>
      </p:sp>
      <p:sp>
        <p:nvSpPr>
          <p:cNvPr id="1031" name="Google Shape;1031;p79"/>
          <p:cNvSpPr/>
          <p:nvPr/>
        </p:nvSpPr>
        <p:spPr>
          <a:xfrm>
            <a:off x="3349200" y="4419925"/>
            <a:ext cx="249975" cy="333300"/>
          </a:xfrm>
          <a:custGeom>
            <a:rect b="b" l="l" r="r" t="t"/>
            <a:pathLst>
              <a:path extrusionOk="0" h="4444" w="3333">
                <a:moveTo>
                  <a:pt x="1666" y="274"/>
                </a:moveTo>
                <a:cubicBezTo>
                  <a:pt x="1889" y="274"/>
                  <a:pt x="2096" y="363"/>
                  <a:pt x="2259" y="519"/>
                </a:cubicBezTo>
                <a:cubicBezTo>
                  <a:pt x="2414" y="682"/>
                  <a:pt x="2503" y="889"/>
                  <a:pt x="2503" y="1111"/>
                </a:cubicBezTo>
                <a:lnTo>
                  <a:pt x="2503" y="1667"/>
                </a:lnTo>
                <a:lnTo>
                  <a:pt x="837" y="1667"/>
                </a:lnTo>
                <a:lnTo>
                  <a:pt x="837" y="1111"/>
                </a:lnTo>
                <a:cubicBezTo>
                  <a:pt x="837" y="889"/>
                  <a:pt x="919" y="682"/>
                  <a:pt x="1081" y="519"/>
                </a:cubicBezTo>
                <a:cubicBezTo>
                  <a:pt x="1237" y="363"/>
                  <a:pt x="1444" y="274"/>
                  <a:pt x="1666" y="274"/>
                </a:cubicBezTo>
                <a:close/>
                <a:moveTo>
                  <a:pt x="1666" y="2725"/>
                </a:moveTo>
                <a:cubicBezTo>
                  <a:pt x="1489" y="2725"/>
                  <a:pt x="1341" y="2874"/>
                  <a:pt x="1341" y="3051"/>
                </a:cubicBezTo>
                <a:cubicBezTo>
                  <a:pt x="1341" y="3229"/>
                  <a:pt x="1489" y="3377"/>
                  <a:pt x="1666" y="3377"/>
                </a:cubicBezTo>
                <a:cubicBezTo>
                  <a:pt x="1844" y="3377"/>
                  <a:pt x="1992" y="3229"/>
                  <a:pt x="1992" y="3051"/>
                </a:cubicBezTo>
                <a:cubicBezTo>
                  <a:pt x="1992" y="2874"/>
                  <a:pt x="1844" y="2725"/>
                  <a:pt x="1666" y="2725"/>
                </a:cubicBezTo>
                <a:close/>
                <a:moveTo>
                  <a:pt x="2918" y="1941"/>
                </a:moveTo>
                <a:cubicBezTo>
                  <a:pt x="2992" y="1941"/>
                  <a:pt x="3059" y="2007"/>
                  <a:pt x="3059" y="2081"/>
                </a:cubicBezTo>
                <a:lnTo>
                  <a:pt x="3059" y="4029"/>
                </a:lnTo>
                <a:cubicBezTo>
                  <a:pt x="3059" y="4103"/>
                  <a:pt x="2992" y="4162"/>
                  <a:pt x="2918" y="4162"/>
                </a:cubicBezTo>
                <a:lnTo>
                  <a:pt x="415" y="4162"/>
                </a:lnTo>
                <a:cubicBezTo>
                  <a:pt x="341" y="4162"/>
                  <a:pt x="282" y="4103"/>
                  <a:pt x="282" y="4029"/>
                </a:cubicBezTo>
                <a:lnTo>
                  <a:pt x="282" y="2081"/>
                </a:lnTo>
                <a:cubicBezTo>
                  <a:pt x="282" y="2007"/>
                  <a:pt x="341" y="1941"/>
                  <a:pt x="415" y="1941"/>
                </a:cubicBezTo>
                <a:close/>
                <a:moveTo>
                  <a:pt x="1666" y="0"/>
                </a:moveTo>
                <a:cubicBezTo>
                  <a:pt x="1370" y="0"/>
                  <a:pt x="1089" y="111"/>
                  <a:pt x="882" y="326"/>
                </a:cubicBezTo>
                <a:cubicBezTo>
                  <a:pt x="674" y="534"/>
                  <a:pt x="556" y="815"/>
                  <a:pt x="556" y="1111"/>
                </a:cubicBezTo>
                <a:lnTo>
                  <a:pt x="556" y="1667"/>
                </a:lnTo>
                <a:lnTo>
                  <a:pt x="415" y="1667"/>
                </a:lnTo>
                <a:cubicBezTo>
                  <a:pt x="185" y="1667"/>
                  <a:pt x="0" y="1852"/>
                  <a:pt x="0" y="2081"/>
                </a:cubicBezTo>
                <a:lnTo>
                  <a:pt x="0" y="4029"/>
                </a:lnTo>
                <a:cubicBezTo>
                  <a:pt x="0" y="4258"/>
                  <a:pt x="185" y="4443"/>
                  <a:pt x="415" y="4443"/>
                </a:cubicBezTo>
                <a:lnTo>
                  <a:pt x="2918" y="4443"/>
                </a:lnTo>
                <a:cubicBezTo>
                  <a:pt x="3147" y="4443"/>
                  <a:pt x="3333" y="4258"/>
                  <a:pt x="3333" y="4029"/>
                </a:cubicBezTo>
                <a:lnTo>
                  <a:pt x="3333" y="2081"/>
                </a:lnTo>
                <a:cubicBezTo>
                  <a:pt x="3333" y="1852"/>
                  <a:pt x="3147" y="1667"/>
                  <a:pt x="2918" y="1667"/>
                </a:cubicBezTo>
                <a:lnTo>
                  <a:pt x="2777" y="1667"/>
                </a:lnTo>
                <a:lnTo>
                  <a:pt x="2777" y="1111"/>
                </a:lnTo>
                <a:cubicBezTo>
                  <a:pt x="2777" y="815"/>
                  <a:pt x="2666" y="534"/>
                  <a:pt x="2451" y="326"/>
                </a:cubicBezTo>
                <a:cubicBezTo>
                  <a:pt x="2244" y="111"/>
                  <a:pt x="1963" y="0"/>
                  <a:pt x="166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79"/>
          <p:cNvSpPr/>
          <p:nvPr/>
        </p:nvSpPr>
        <p:spPr>
          <a:xfrm>
            <a:off x="3675833" y="4419925"/>
            <a:ext cx="249975" cy="333300"/>
          </a:xfrm>
          <a:custGeom>
            <a:rect b="b" l="l" r="r" t="t"/>
            <a:pathLst>
              <a:path extrusionOk="0" h="4444" w="3333">
                <a:moveTo>
                  <a:pt x="1666" y="274"/>
                </a:moveTo>
                <a:cubicBezTo>
                  <a:pt x="1889" y="274"/>
                  <a:pt x="2096" y="363"/>
                  <a:pt x="2259" y="519"/>
                </a:cubicBezTo>
                <a:cubicBezTo>
                  <a:pt x="2414" y="682"/>
                  <a:pt x="2503" y="889"/>
                  <a:pt x="2503" y="1111"/>
                </a:cubicBezTo>
                <a:lnTo>
                  <a:pt x="2503" y="1667"/>
                </a:lnTo>
                <a:lnTo>
                  <a:pt x="837" y="1667"/>
                </a:lnTo>
                <a:lnTo>
                  <a:pt x="837" y="1111"/>
                </a:lnTo>
                <a:cubicBezTo>
                  <a:pt x="837" y="889"/>
                  <a:pt x="919" y="682"/>
                  <a:pt x="1081" y="519"/>
                </a:cubicBezTo>
                <a:cubicBezTo>
                  <a:pt x="1237" y="363"/>
                  <a:pt x="1444" y="274"/>
                  <a:pt x="1666" y="274"/>
                </a:cubicBezTo>
                <a:close/>
                <a:moveTo>
                  <a:pt x="1666" y="2725"/>
                </a:moveTo>
                <a:cubicBezTo>
                  <a:pt x="1489" y="2725"/>
                  <a:pt x="1341" y="2874"/>
                  <a:pt x="1341" y="3051"/>
                </a:cubicBezTo>
                <a:cubicBezTo>
                  <a:pt x="1341" y="3229"/>
                  <a:pt x="1489" y="3377"/>
                  <a:pt x="1666" y="3377"/>
                </a:cubicBezTo>
                <a:cubicBezTo>
                  <a:pt x="1844" y="3377"/>
                  <a:pt x="1992" y="3229"/>
                  <a:pt x="1992" y="3051"/>
                </a:cubicBezTo>
                <a:cubicBezTo>
                  <a:pt x="1992" y="2874"/>
                  <a:pt x="1844" y="2725"/>
                  <a:pt x="1666" y="2725"/>
                </a:cubicBezTo>
                <a:close/>
                <a:moveTo>
                  <a:pt x="2918" y="1941"/>
                </a:moveTo>
                <a:cubicBezTo>
                  <a:pt x="2992" y="1941"/>
                  <a:pt x="3059" y="2007"/>
                  <a:pt x="3059" y="2081"/>
                </a:cubicBezTo>
                <a:lnTo>
                  <a:pt x="3059" y="4029"/>
                </a:lnTo>
                <a:cubicBezTo>
                  <a:pt x="3059" y="4103"/>
                  <a:pt x="2992" y="4162"/>
                  <a:pt x="2918" y="4162"/>
                </a:cubicBezTo>
                <a:lnTo>
                  <a:pt x="415" y="4162"/>
                </a:lnTo>
                <a:cubicBezTo>
                  <a:pt x="341" y="4162"/>
                  <a:pt x="282" y="4103"/>
                  <a:pt x="282" y="4029"/>
                </a:cubicBezTo>
                <a:lnTo>
                  <a:pt x="282" y="2081"/>
                </a:lnTo>
                <a:cubicBezTo>
                  <a:pt x="282" y="2007"/>
                  <a:pt x="341" y="1941"/>
                  <a:pt x="415" y="1941"/>
                </a:cubicBezTo>
                <a:close/>
                <a:moveTo>
                  <a:pt x="1666" y="0"/>
                </a:moveTo>
                <a:cubicBezTo>
                  <a:pt x="1370" y="0"/>
                  <a:pt x="1089" y="111"/>
                  <a:pt x="882" y="326"/>
                </a:cubicBezTo>
                <a:cubicBezTo>
                  <a:pt x="674" y="534"/>
                  <a:pt x="556" y="815"/>
                  <a:pt x="556" y="1111"/>
                </a:cubicBezTo>
                <a:lnTo>
                  <a:pt x="556" y="1667"/>
                </a:lnTo>
                <a:lnTo>
                  <a:pt x="415" y="1667"/>
                </a:lnTo>
                <a:cubicBezTo>
                  <a:pt x="185" y="1667"/>
                  <a:pt x="0" y="1852"/>
                  <a:pt x="0" y="2081"/>
                </a:cubicBezTo>
                <a:lnTo>
                  <a:pt x="0" y="4029"/>
                </a:lnTo>
                <a:cubicBezTo>
                  <a:pt x="0" y="4258"/>
                  <a:pt x="185" y="4443"/>
                  <a:pt x="415" y="4443"/>
                </a:cubicBezTo>
                <a:lnTo>
                  <a:pt x="2918" y="4443"/>
                </a:lnTo>
                <a:cubicBezTo>
                  <a:pt x="3147" y="4443"/>
                  <a:pt x="3333" y="4258"/>
                  <a:pt x="3333" y="4029"/>
                </a:cubicBezTo>
                <a:lnTo>
                  <a:pt x="3333" y="2081"/>
                </a:lnTo>
                <a:cubicBezTo>
                  <a:pt x="3333" y="1852"/>
                  <a:pt x="3147" y="1667"/>
                  <a:pt x="2918" y="1667"/>
                </a:cubicBezTo>
                <a:lnTo>
                  <a:pt x="2777" y="1667"/>
                </a:lnTo>
                <a:lnTo>
                  <a:pt x="2777" y="1111"/>
                </a:lnTo>
                <a:cubicBezTo>
                  <a:pt x="2777" y="815"/>
                  <a:pt x="2666" y="534"/>
                  <a:pt x="2451" y="326"/>
                </a:cubicBezTo>
                <a:cubicBezTo>
                  <a:pt x="2244" y="111"/>
                  <a:pt x="1963" y="0"/>
                  <a:pt x="1666" y="0"/>
                </a:cubicBezTo>
                <a:close/>
              </a:path>
            </a:pathLst>
          </a:custGeom>
          <a:solidFill>
            <a:srgbClr val="D433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79"/>
          <p:cNvSpPr/>
          <p:nvPr/>
        </p:nvSpPr>
        <p:spPr>
          <a:xfrm>
            <a:off x="4002467" y="4419925"/>
            <a:ext cx="249975" cy="333300"/>
          </a:xfrm>
          <a:custGeom>
            <a:rect b="b" l="l" r="r" t="t"/>
            <a:pathLst>
              <a:path extrusionOk="0" h="4444" w="3333">
                <a:moveTo>
                  <a:pt x="1666" y="274"/>
                </a:moveTo>
                <a:cubicBezTo>
                  <a:pt x="1889" y="274"/>
                  <a:pt x="2096" y="363"/>
                  <a:pt x="2259" y="519"/>
                </a:cubicBezTo>
                <a:cubicBezTo>
                  <a:pt x="2414" y="682"/>
                  <a:pt x="2503" y="889"/>
                  <a:pt x="2503" y="1111"/>
                </a:cubicBezTo>
                <a:lnTo>
                  <a:pt x="2503" y="1667"/>
                </a:lnTo>
                <a:lnTo>
                  <a:pt x="837" y="1667"/>
                </a:lnTo>
                <a:lnTo>
                  <a:pt x="837" y="1111"/>
                </a:lnTo>
                <a:cubicBezTo>
                  <a:pt x="837" y="889"/>
                  <a:pt x="919" y="682"/>
                  <a:pt x="1081" y="519"/>
                </a:cubicBezTo>
                <a:cubicBezTo>
                  <a:pt x="1237" y="363"/>
                  <a:pt x="1444" y="274"/>
                  <a:pt x="1666" y="274"/>
                </a:cubicBezTo>
                <a:close/>
                <a:moveTo>
                  <a:pt x="1666" y="2725"/>
                </a:moveTo>
                <a:cubicBezTo>
                  <a:pt x="1489" y="2725"/>
                  <a:pt x="1341" y="2874"/>
                  <a:pt x="1341" y="3051"/>
                </a:cubicBezTo>
                <a:cubicBezTo>
                  <a:pt x="1341" y="3229"/>
                  <a:pt x="1489" y="3377"/>
                  <a:pt x="1666" y="3377"/>
                </a:cubicBezTo>
                <a:cubicBezTo>
                  <a:pt x="1844" y="3377"/>
                  <a:pt x="1992" y="3229"/>
                  <a:pt x="1992" y="3051"/>
                </a:cubicBezTo>
                <a:cubicBezTo>
                  <a:pt x="1992" y="2874"/>
                  <a:pt x="1844" y="2725"/>
                  <a:pt x="1666" y="2725"/>
                </a:cubicBezTo>
                <a:close/>
                <a:moveTo>
                  <a:pt x="2918" y="1941"/>
                </a:moveTo>
                <a:cubicBezTo>
                  <a:pt x="2992" y="1941"/>
                  <a:pt x="3059" y="2007"/>
                  <a:pt x="3059" y="2081"/>
                </a:cubicBezTo>
                <a:lnTo>
                  <a:pt x="3059" y="4029"/>
                </a:lnTo>
                <a:cubicBezTo>
                  <a:pt x="3059" y="4103"/>
                  <a:pt x="2992" y="4162"/>
                  <a:pt x="2918" y="4162"/>
                </a:cubicBezTo>
                <a:lnTo>
                  <a:pt x="415" y="4162"/>
                </a:lnTo>
                <a:cubicBezTo>
                  <a:pt x="341" y="4162"/>
                  <a:pt x="282" y="4103"/>
                  <a:pt x="282" y="4029"/>
                </a:cubicBezTo>
                <a:lnTo>
                  <a:pt x="282" y="2081"/>
                </a:lnTo>
                <a:cubicBezTo>
                  <a:pt x="282" y="2007"/>
                  <a:pt x="341" y="1941"/>
                  <a:pt x="415" y="1941"/>
                </a:cubicBezTo>
                <a:close/>
                <a:moveTo>
                  <a:pt x="1666" y="0"/>
                </a:moveTo>
                <a:cubicBezTo>
                  <a:pt x="1370" y="0"/>
                  <a:pt x="1089" y="111"/>
                  <a:pt x="882" y="326"/>
                </a:cubicBezTo>
                <a:cubicBezTo>
                  <a:pt x="674" y="534"/>
                  <a:pt x="556" y="815"/>
                  <a:pt x="556" y="1111"/>
                </a:cubicBezTo>
                <a:lnTo>
                  <a:pt x="556" y="1667"/>
                </a:lnTo>
                <a:lnTo>
                  <a:pt x="415" y="1667"/>
                </a:lnTo>
                <a:cubicBezTo>
                  <a:pt x="185" y="1667"/>
                  <a:pt x="0" y="1852"/>
                  <a:pt x="0" y="2081"/>
                </a:cubicBezTo>
                <a:lnTo>
                  <a:pt x="0" y="4029"/>
                </a:lnTo>
                <a:cubicBezTo>
                  <a:pt x="0" y="4258"/>
                  <a:pt x="185" y="4443"/>
                  <a:pt x="415" y="4443"/>
                </a:cubicBezTo>
                <a:lnTo>
                  <a:pt x="2918" y="4443"/>
                </a:lnTo>
                <a:cubicBezTo>
                  <a:pt x="3147" y="4443"/>
                  <a:pt x="3333" y="4258"/>
                  <a:pt x="3333" y="4029"/>
                </a:cubicBezTo>
                <a:lnTo>
                  <a:pt x="3333" y="2081"/>
                </a:lnTo>
                <a:cubicBezTo>
                  <a:pt x="3333" y="1852"/>
                  <a:pt x="3147" y="1667"/>
                  <a:pt x="2918" y="1667"/>
                </a:cubicBezTo>
                <a:lnTo>
                  <a:pt x="2777" y="1667"/>
                </a:lnTo>
                <a:lnTo>
                  <a:pt x="2777" y="1111"/>
                </a:lnTo>
                <a:cubicBezTo>
                  <a:pt x="2777" y="815"/>
                  <a:pt x="2666" y="534"/>
                  <a:pt x="2451" y="326"/>
                </a:cubicBezTo>
                <a:cubicBezTo>
                  <a:pt x="2244" y="111"/>
                  <a:pt x="1963" y="0"/>
                  <a:pt x="16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79"/>
          <p:cNvSpPr/>
          <p:nvPr/>
        </p:nvSpPr>
        <p:spPr>
          <a:xfrm>
            <a:off x="4329100" y="4419925"/>
            <a:ext cx="249975" cy="333300"/>
          </a:xfrm>
          <a:custGeom>
            <a:rect b="b" l="l" r="r" t="t"/>
            <a:pathLst>
              <a:path extrusionOk="0" h="4444" w="3333">
                <a:moveTo>
                  <a:pt x="1666" y="274"/>
                </a:moveTo>
                <a:cubicBezTo>
                  <a:pt x="1889" y="274"/>
                  <a:pt x="2096" y="363"/>
                  <a:pt x="2259" y="519"/>
                </a:cubicBezTo>
                <a:cubicBezTo>
                  <a:pt x="2414" y="682"/>
                  <a:pt x="2503" y="889"/>
                  <a:pt x="2503" y="1111"/>
                </a:cubicBezTo>
                <a:lnTo>
                  <a:pt x="2503" y="1667"/>
                </a:lnTo>
                <a:lnTo>
                  <a:pt x="837" y="1667"/>
                </a:lnTo>
                <a:lnTo>
                  <a:pt x="837" y="1111"/>
                </a:lnTo>
                <a:cubicBezTo>
                  <a:pt x="837" y="889"/>
                  <a:pt x="919" y="682"/>
                  <a:pt x="1081" y="519"/>
                </a:cubicBezTo>
                <a:cubicBezTo>
                  <a:pt x="1237" y="363"/>
                  <a:pt x="1444" y="274"/>
                  <a:pt x="1666" y="274"/>
                </a:cubicBezTo>
                <a:close/>
                <a:moveTo>
                  <a:pt x="1666" y="2725"/>
                </a:moveTo>
                <a:cubicBezTo>
                  <a:pt x="1489" y="2725"/>
                  <a:pt x="1341" y="2874"/>
                  <a:pt x="1341" y="3051"/>
                </a:cubicBezTo>
                <a:cubicBezTo>
                  <a:pt x="1341" y="3229"/>
                  <a:pt x="1489" y="3377"/>
                  <a:pt x="1666" y="3377"/>
                </a:cubicBezTo>
                <a:cubicBezTo>
                  <a:pt x="1844" y="3377"/>
                  <a:pt x="1992" y="3229"/>
                  <a:pt x="1992" y="3051"/>
                </a:cubicBezTo>
                <a:cubicBezTo>
                  <a:pt x="1992" y="2874"/>
                  <a:pt x="1844" y="2725"/>
                  <a:pt x="1666" y="2725"/>
                </a:cubicBezTo>
                <a:close/>
                <a:moveTo>
                  <a:pt x="2918" y="1941"/>
                </a:moveTo>
                <a:cubicBezTo>
                  <a:pt x="2992" y="1941"/>
                  <a:pt x="3059" y="2007"/>
                  <a:pt x="3059" y="2081"/>
                </a:cubicBezTo>
                <a:lnTo>
                  <a:pt x="3059" y="4029"/>
                </a:lnTo>
                <a:cubicBezTo>
                  <a:pt x="3059" y="4103"/>
                  <a:pt x="2992" y="4162"/>
                  <a:pt x="2918" y="4162"/>
                </a:cubicBezTo>
                <a:lnTo>
                  <a:pt x="415" y="4162"/>
                </a:lnTo>
                <a:cubicBezTo>
                  <a:pt x="341" y="4162"/>
                  <a:pt x="282" y="4103"/>
                  <a:pt x="282" y="4029"/>
                </a:cubicBezTo>
                <a:lnTo>
                  <a:pt x="282" y="2081"/>
                </a:lnTo>
                <a:cubicBezTo>
                  <a:pt x="282" y="2007"/>
                  <a:pt x="341" y="1941"/>
                  <a:pt x="415" y="1941"/>
                </a:cubicBezTo>
                <a:close/>
                <a:moveTo>
                  <a:pt x="1666" y="0"/>
                </a:moveTo>
                <a:cubicBezTo>
                  <a:pt x="1370" y="0"/>
                  <a:pt x="1089" y="111"/>
                  <a:pt x="882" y="326"/>
                </a:cubicBezTo>
                <a:cubicBezTo>
                  <a:pt x="674" y="534"/>
                  <a:pt x="556" y="815"/>
                  <a:pt x="556" y="1111"/>
                </a:cubicBezTo>
                <a:lnTo>
                  <a:pt x="556" y="1667"/>
                </a:lnTo>
                <a:lnTo>
                  <a:pt x="415" y="1667"/>
                </a:lnTo>
                <a:cubicBezTo>
                  <a:pt x="185" y="1667"/>
                  <a:pt x="0" y="1852"/>
                  <a:pt x="0" y="2081"/>
                </a:cubicBezTo>
                <a:lnTo>
                  <a:pt x="0" y="4029"/>
                </a:lnTo>
                <a:cubicBezTo>
                  <a:pt x="0" y="4258"/>
                  <a:pt x="185" y="4443"/>
                  <a:pt x="415" y="4443"/>
                </a:cubicBezTo>
                <a:lnTo>
                  <a:pt x="2918" y="4443"/>
                </a:lnTo>
                <a:cubicBezTo>
                  <a:pt x="3147" y="4443"/>
                  <a:pt x="3333" y="4258"/>
                  <a:pt x="3333" y="4029"/>
                </a:cubicBezTo>
                <a:lnTo>
                  <a:pt x="3333" y="2081"/>
                </a:lnTo>
                <a:cubicBezTo>
                  <a:pt x="3333" y="1852"/>
                  <a:pt x="3147" y="1667"/>
                  <a:pt x="2918" y="1667"/>
                </a:cubicBezTo>
                <a:lnTo>
                  <a:pt x="2777" y="1667"/>
                </a:lnTo>
                <a:lnTo>
                  <a:pt x="2777" y="1111"/>
                </a:lnTo>
                <a:cubicBezTo>
                  <a:pt x="2777" y="815"/>
                  <a:pt x="2666" y="534"/>
                  <a:pt x="2451" y="326"/>
                </a:cubicBezTo>
                <a:cubicBezTo>
                  <a:pt x="2244" y="111"/>
                  <a:pt x="1963" y="0"/>
                  <a:pt x="1666" y="0"/>
                </a:cubicBezTo>
                <a:close/>
              </a:path>
            </a:pathLst>
          </a:custGeom>
          <a:solidFill>
            <a:srgbClr val="90CB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8" name="Shape 1038"/>
        <p:cNvGrpSpPr/>
        <p:nvPr/>
      </p:nvGrpSpPr>
      <p:grpSpPr>
        <a:xfrm>
          <a:off x="0" y="0"/>
          <a:ext cx="0" cy="0"/>
          <a:chOff x="0" y="0"/>
          <a:chExt cx="0" cy="0"/>
        </a:xfrm>
      </p:grpSpPr>
      <p:sp>
        <p:nvSpPr>
          <p:cNvPr id="1039" name="Google Shape;1039;p80"/>
          <p:cNvSpPr txBox="1"/>
          <p:nvPr>
            <p:ph type="title"/>
          </p:nvPr>
        </p:nvSpPr>
        <p:spPr>
          <a:xfrm>
            <a:off x="365750" y="274325"/>
            <a:ext cx="8412600" cy="548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Social Media Icons</a:t>
            </a:r>
            <a:endParaRPr/>
          </a:p>
        </p:txBody>
      </p:sp>
      <p:sp>
        <p:nvSpPr>
          <p:cNvPr id="1040" name="Google Shape;1040;p80"/>
          <p:cNvSpPr txBox="1"/>
          <p:nvPr>
            <p:ph idx="12" type="sldNum"/>
          </p:nvPr>
        </p:nvSpPr>
        <p:spPr>
          <a:xfrm>
            <a:off x="360650" y="4880150"/>
            <a:ext cx="3667800" cy="2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Neo4j Inc. All rights reserved 2023	</a:t>
            </a:r>
            <a:endParaRPr/>
          </a:p>
        </p:txBody>
      </p:sp>
      <p:sp>
        <p:nvSpPr>
          <p:cNvPr id="1041" name="Google Shape;1041;p80"/>
          <p:cNvSpPr txBox="1"/>
          <p:nvPr>
            <p:ph idx="2" type="sldNum"/>
          </p:nvPr>
        </p:nvSpPr>
        <p:spPr>
          <a:xfrm>
            <a:off x="0" y="4880150"/>
            <a:ext cx="265200" cy="2697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042" name="Google Shape;1042;p80"/>
          <p:cNvSpPr/>
          <p:nvPr/>
        </p:nvSpPr>
        <p:spPr>
          <a:xfrm>
            <a:off x="600138" y="1198700"/>
            <a:ext cx="170025" cy="312750"/>
          </a:xfrm>
          <a:custGeom>
            <a:rect b="b" l="l" r="r" t="t"/>
            <a:pathLst>
              <a:path extrusionOk="0" h="4170" w="2267">
                <a:moveTo>
                  <a:pt x="1422" y="1"/>
                </a:moveTo>
                <a:cubicBezTo>
                  <a:pt x="689" y="1"/>
                  <a:pt x="556" y="556"/>
                  <a:pt x="556" y="904"/>
                </a:cubicBezTo>
                <a:lnTo>
                  <a:pt x="556" y="1304"/>
                </a:lnTo>
                <a:lnTo>
                  <a:pt x="0" y="1304"/>
                </a:lnTo>
                <a:lnTo>
                  <a:pt x="0" y="2045"/>
                </a:lnTo>
                <a:lnTo>
                  <a:pt x="556" y="2045"/>
                </a:lnTo>
                <a:lnTo>
                  <a:pt x="556" y="4170"/>
                </a:lnTo>
                <a:lnTo>
                  <a:pt x="1481" y="4170"/>
                </a:lnTo>
                <a:lnTo>
                  <a:pt x="1481" y="2045"/>
                </a:lnTo>
                <a:lnTo>
                  <a:pt x="2192" y="2045"/>
                </a:lnTo>
                <a:lnTo>
                  <a:pt x="2266" y="1304"/>
                </a:lnTo>
                <a:lnTo>
                  <a:pt x="1481" y="1304"/>
                </a:lnTo>
                <a:lnTo>
                  <a:pt x="1481" y="949"/>
                </a:lnTo>
                <a:cubicBezTo>
                  <a:pt x="1474" y="919"/>
                  <a:pt x="1481" y="897"/>
                  <a:pt x="1489" y="875"/>
                </a:cubicBezTo>
                <a:cubicBezTo>
                  <a:pt x="1496" y="845"/>
                  <a:pt x="1511" y="823"/>
                  <a:pt x="1526" y="808"/>
                </a:cubicBezTo>
                <a:cubicBezTo>
                  <a:pt x="1541" y="786"/>
                  <a:pt x="1563" y="771"/>
                  <a:pt x="1585" y="764"/>
                </a:cubicBezTo>
                <a:cubicBezTo>
                  <a:pt x="1615" y="749"/>
                  <a:pt x="1637" y="741"/>
                  <a:pt x="1666" y="741"/>
                </a:cubicBezTo>
                <a:lnTo>
                  <a:pt x="2222" y="741"/>
                </a:lnTo>
                <a:lnTo>
                  <a:pt x="2222" y="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80"/>
          <p:cNvSpPr/>
          <p:nvPr/>
        </p:nvSpPr>
        <p:spPr>
          <a:xfrm>
            <a:off x="2193475" y="1199300"/>
            <a:ext cx="333300" cy="333300"/>
          </a:xfrm>
          <a:custGeom>
            <a:rect b="b" l="l" r="r" t="t"/>
            <a:pathLst>
              <a:path extrusionOk="0" h="4444" w="4444">
                <a:moveTo>
                  <a:pt x="2037" y="1156"/>
                </a:moveTo>
                <a:cubicBezTo>
                  <a:pt x="2000" y="1156"/>
                  <a:pt x="1963" y="1170"/>
                  <a:pt x="1941" y="1200"/>
                </a:cubicBezTo>
                <a:cubicBezTo>
                  <a:pt x="1911" y="1222"/>
                  <a:pt x="1897" y="1259"/>
                  <a:pt x="1897" y="1296"/>
                </a:cubicBezTo>
                <a:lnTo>
                  <a:pt x="1897" y="2037"/>
                </a:lnTo>
                <a:cubicBezTo>
                  <a:pt x="1897" y="2074"/>
                  <a:pt x="1911" y="2103"/>
                  <a:pt x="1941" y="2133"/>
                </a:cubicBezTo>
                <a:cubicBezTo>
                  <a:pt x="1963" y="2155"/>
                  <a:pt x="2000" y="2170"/>
                  <a:pt x="2037" y="2170"/>
                </a:cubicBezTo>
                <a:cubicBezTo>
                  <a:pt x="2074" y="2170"/>
                  <a:pt x="2111" y="2155"/>
                  <a:pt x="2134" y="2133"/>
                </a:cubicBezTo>
                <a:cubicBezTo>
                  <a:pt x="2163" y="2103"/>
                  <a:pt x="2178" y="2074"/>
                  <a:pt x="2178" y="2037"/>
                </a:cubicBezTo>
                <a:lnTo>
                  <a:pt x="2178" y="1296"/>
                </a:lnTo>
                <a:cubicBezTo>
                  <a:pt x="2178" y="1259"/>
                  <a:pt x="2163" y="1222"/>
                  <a:pt x="2134" y="1200"/>
                </a:cubicBezTo>
                <a:cubicBezTo>
                  <a:pt x="2111" y="1170"/>
                  <a:pt x="2074" y="1156"/>
                  <a:pt x="2037" y="1156"/>
                </a:cubicBezTo>
                <a:close/>
                <a:moveTo>
                  <a:pt x="2963" y="1156"/>
                </a:moveTo>
                <a:cubicBezTo>
                  <a:pt x="2926" y="1156"/>
                  <a:pt x="2889" y="1170"/>
                  <a:pt x="2867" y="1200"/>
                </a:cubicBezTo>
                <a:cubicBezTo>
                  <a:pt x="2837" y="1222"/>
                  <a:pt x="2822" y="1259"/>
                  <a:pt x="2822" y="1296"/>
                </a:cubicBezTo>
                <a:lnTo>
                  <a:pt x="2822" y="2037"/>
                </a:lnTo>
                <a:cubicBezTo>
                  <a:pt x="2822" y="2074"/>
                  <a:pt x="2837" y="2103"/>
                  <a:pt x="2867" y="2133"/>
                </a:cubicBezTo>
                <a:cubicBezTo>
                  <a:pt x="2889" y="2155"/>
                  <a:pt x="2926" y="2170"/>
                  <a:pt x="2963" y="2170"/>
                </a:cubicBezTo>
                <a:cubicBezTo>
                  <a:pt x="3000" y="2170"/>
                  <a:pt x="3037" y="2155"/>
                  <a:pt x="3059" y="2133"/>
                </a:cubicBezTo>
                <a:cubicBezTo>
                  <a:pt x="3089" y="2103"/>
                  <a:pt x="3104" y="2074"/>
                  <a:pt x="3104" y="2037"/>
                </a:cubicBezTo>
                <a:lnTo>
                  <a:pt x="3104" y="1296"/>
                </a:lnTo>
                <a:cubicBezTo>
                  <a:pt x="3104" y="1259"/>
                  <a:pt x="3089" y="1222"/>
                  <a:pt x="3059" y="1200"/>
                </a:cubicBezTo>
                <a:cubicBezTo>
                  <a:pt x="3037" y="1170"/>
                  <a:pt x="3000" y="1156"/>
                  <a:pt x="2963" y="1156"/>
                </a:cubicBezTo>
                <a:close/>
                <a:moveTo>
                  <a:pt x="3800" y="556"/>
                </a:moveTo>
                <a:cubicBezTo>
                  <a:pt x="3822" y="556"/>
                  <a:pt x="3844" y="563"/>
                  <a:pt x="3859" y="578"/>
                </a:cubicBezTo>
                <a:cubicBezTo>
                  <a:pt x="3881" y="600"/>
                  <a:pt x="3889" y="622"/>
                  <a:pt x="3889" y="645"/>
                </a:cubicBezTo>
                <a:lnTo>
                  <a:pt x="3889" y="2326"/>
                </a:lnTo>
                <a:cubicBezTo>
                  <a:pt x="3889" y="2377"/>
                  <a:pt x="3866" y="2422"/>
                  <a:pt x="3837" y="2459"/>
                </a:cubicBezTo>
                <a:lnTo>
                  <a:pt x="3385" y="2903"/>
                </a:lnTo>
                <a:cubicBezTo>
                  <a:pt x="3355" y="2940"/>
                  <a:pt x="3304" y="2962"/>
                  <a:pt x="3259" y="2962"/>
                </a:cubicBezTo>
                <a:lnTo>
                  <a:pt x="1993" y="2962"/>
                </a:lnTo>
                <a:cubicBezTo>
                  <a:pt x="1978" y="2962"/>
                  <a:pt x="1963" y="2962"/>
                  <a:pt x="1948" y="2970"/>
                </a:cubicBezTo>
                <a:cubicBezTo>
                  <a:pt x="1941" y="2977"/>
                  <a:pt x="1926" y="2985"/>
                  <a:pt x="1919" y="2999"/>
                </a:cubicBezTo>
                <a:lnTo>
                  <a:pt x="1652" y="3384"/>
                </a:lnTo>
                <a:cubicBezTo>
                  <a:pt x="1637" y="3399"/>
                  <a:pt x="1630" y="3407"/>
                  <a:pt x="1615" y="3414"/>
                </a:cubicBezTo>
                <a:cubicBezTo>
                  <a:pt x="1600" y="3421"/>
                  <a:pt x="1586" y="3421"/>
                  <a:pt x="1571" y="3421"/>
                </a:cubicBezTo>
                <a:cubicBezTo>
                  <a:pt x="1563" y="3421"/>
                  <a:pt x="1549" y="3421"/>
                  <a:pt x="1541" y="3414"/>
                </a:cubicBezTo>
                <a:cubicBezTo>
                  <a:pt x="1526" y="3414"/>
                  <a:pt x="1519" y="3407"/>
                  <a:pt x="1512" y="3392"/>
                </a:cubicBezTo>
                <a:cubicBezTo>
                  <a:pt x="1497" y="3384"/>
                  <a:pt x="1497" y="3377"/>
                  <a:pt x="1489" y="3362"/>
                </a:cubicBezTo>
                <a:cubicBezTo>
                  <a:pt x="1482" y="3355"/>
                  <a:pt x="1482" y="3340"/>
                  <a:pt x="1482" y="3333"/>
                </a:cubicBezTo>
                <a:lnTo>
                  <a:pt x="1482" y="3051"/>
                </a:lnTo>
                <a:cubicBezTo>
                  <a:pt x="1482" y="3029"/>
                  <a:pt x="1475" y="3007"/>
                  <a:pt x="1452" y="2985"/>
                </a:cubicBezTo>
                <a:cubicBezTo>
                  <a:pt x="1437" y="2970"/>
                  <a:pt x="1415" y="2962"/>
                  <a:pt x="1393" y="2962"/>
                </a:cubicBezTo>
                <a:lnTo>
                  <a:pt x="1023" y="2962"/>
                </a:lnTo>
                <a:cubicBezTo>
                  <a:pt x="993" y="2962"/>
                  <a:pt x="971" y="2948"/>
                  <a:pt x="956" y="2933"/>
                </a:cubicBezTo>
                <a:cubicBezTo>
                  <a:pt x="934" y="2918"/>
                  <a:pt x="927" y="2888"/>
                  <a:pt x="927" y="2866"/>
                </a:cubicBezTo>
                <a:lnTo>
                  <a:pt x="927" y="645"/>
                </a:lnTo>
                <a:cubicBezTo>
                  <a:pt x="927" y="622"/>
                  <a:pt x="934" y="600"/>
                  <a:pt x="956" y="578"/>
                </a:cubicBezTo>
                <a:cubicBezTo>
                  <a:pt x="971" y="563"/>
                  <a:pt x="993" y="556"/>
                  <a:pt x="1023" y="556"/>
                </a:cubicBezTo>
                <a:close/>
                <a:moveTo>
                  <a:pt x="741" y="0"/>
                </a:moveTo>
                <a:cubicBezTo>
                  <a:pt x="704" y="0"/>
                  <a:pt x="667" y="8"/>
                  <a:pt x="638" y="23"/>
                </a:cubicBezTo>
                <a:cubicBezTo>
                  <a:pt x="601" y="45"/>
                  <a:pt x="578" y="67"/>
                  <a:pt x="556" y="97"/>
                </a:cubicBezTo>
                <a:lnTo>
                  <a:pt x="45" y="807"/>
                </a:lnTo>
                <a:cubicBezTo>
                  <a:pt x="16" y="859"/>
                  <a:pt x="1" y="911"/>
                  <a:pt x="1" y="970"/>
                </a:cubicBezTo>
                <a:lnTo>
                  <a:pt x="1" y="3281"/>
                </a:lnTo>
                <a:cubicBezTo>
                  <a:pt x="1" y="3347"/>
                  <a:pt x="23" y="3407"/>
                  <a:pt x="68" y="3444"/>
                </a:cubicBezTo>
                <a:cubicBezTo>
                  <a:pt x="112" y="3488"/>
                  <a:pt x="171" y="3518"/>
                  <a:pt x="230" y="3518"/>
                </a:cubicBezTo>
                <a:lnTo>
                  <a:pt x="838" y="3518"/>
                </a:lnTo>
                <a:cubicBezTo>
                  <a:pt x="860" y="3518"/>
                  <a:pt x="882" y="3525"/>
                  <a:pt x="897" y="3540"/>
                </a:cubicBezTo>
                <a:cubicBezTo>
                  <a:pt x="919" y="3562"/>
                  <a:pt x="927" y="3584"/>
                  <a:pt x="927" y="3607"/>
                </a:cubicBezTo>
                <a:lnTo>
                  <a:pt x="927" y="4258"/>
                </a:lnTo>
                <a:cubicBezTo>
                  <a:pt x="927" y="4303"/>
                  <a:pt x="949" y="4355"/>
                  <a:pt x="978" y="4384"/>
                </a:cubicBezTo>
                <a:cubicBezTo>
                  <a:pt x="1015" y="4421"/>
                  <a:pt x="1060" y="4443"/>
                  <a:pt x="1112" y="4443"/>
                </a:cubicBezTo>
                <a:lnTo>
                  <a:pt x="1504" y="4443"/>
                </a:lnTo>
                <a:cubicBezTo>
                  <a:pt x="1534" y="4443"/>
                  <a:pt x="1571" y="4436"/>
                  <a:pt x="1600" y="4414"/>
                </a:cubicBezTo>
                <a:cubicBezTo>
                  <a:pt x="1630" y="4399"/>
                  <a:pt x="1652" y="4377"/>
                  <a:pt x="1667" y="4347"/>
                </a:cubicBezTo>
                <a:lnTo>
                  <a:pt x="2119" y="3562"/>
                </a:lnTo>
                <a:cubicBezTo>
                  <a:pt x="2126" y="3547"/>
                  <a:pt x="2141" y="3533"/>
                  <a:pt x="2156" y="3525"/>
                </a:cubicBezTo>
                <a:cubicBezTo>
                  <a:pt x="2171" y="3518"/>
                  <a:pt x="2185" y="3518"/>
                  <a:pt x="2200" y="3518"/>
                </a:cubicBezTo>
                <a:lnTo>
                  <a:pt x="3400" y="3518"/>
                </a:lnTo>
                <a:cubicBezTo>
                  <a:pt x="3444" y="3518"/>
                  <a:pt x="3489" y="3503"/>
                  <a:pt x="3526" y="3488"/>
                </a:cubicBezTo>
                <a:cubicBezTo>
                  <a:pt x="3563" y="3473"/>
                  <a:pt x="3600" y="3451"/>
                  <a:pt x="3629" y="3421"/>
                </a:cubicBezTo>
                <a:lnTo>
                  <a:pt x="4355" y="2696"/>
                </a:lnTo>
                <a:cubicBezTo>
                  <a:pt x="4414" y="2637"/>
                  <a:pt x="4444" y="2555"/>
                  <a:pt x="4444" y="2466"/>
                </a:cubicBezTo>
                <a:lnTo>
                  <a:pt x="4444" y="230"/>
                </a:lnTo>
                <a:cubicBezTo>
                  <a:pt x="4444" y="200"/>
                  <a:pt x="4437" y="171"/>
                  <a:pt x="4429" y="141"/>
                </a:cubicBezTo>
                <a:cubicBezTo>
                  <a:pt x="4414" y="111"/>
                  <a:pt x="4400" y="89"/>
                  <a:pt x="4377" y="67"/>
                </a:cubicBezTo>
                <a:cubicBezTo>
                  <a:pt x="4355" y="45"/>
                  <a:pt x="4325" y="30"/>
                  <a:pt x="4303" y="15"/>
                </a:cubicBezTo>
                <a:cubicBezTo>
                  <a:pt x="4274" y="8"/>
                  <a:pt x="4244" y="0"/>
                  <a:pt x="4214"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80"/>
          <p:cNvSpPr/>
          <p:nvPr/>
        </p:nvSpPr>
        <p:spPr>
          <a:xfrm>
            <a:off x="3202850" y="1192625"/>
            <a:ext cx="341100" cy="325200"/>
          </a:xfrm>
          <a:custGeom>
            <a:rect b="b" l="l" r="r" t="t"/>
            <a:pathLst>
              <a:path extrusionOk="0" h="4336" w="4548">
                <a:moveTo>
                  <a:pt x="2281" y="0"/>
                </a:moveTo>
                <a:cubicBezTo>
                  <a:pt x="1756" y="0"/>
                  <a:pt x="1245" y="186"/>
                  <a:pt x="838" y="534"/>
                </a:cubicBezTo>
                <a:cubicBezTo>
                  <a:pt x="438" y="874"/>
                  <a:pt x="171" y="1348"/>
                  <a:pt x="90" y="1874"/>
                </a:cubicBezTo>
                <a:cubicBezTo>
                  <a:pt x="1" y="2392"/>
                  <a:pt x="112" y="2933"/>
                  <a:pt x="386" y="3385"/>
                </a:cubicBezTo>
                <a:cubicBezTo>
                  <a:pt x="660" y="3829"/>
                  <a:pt x="1089" y="4170"/>
                  <a:pt x="1593" y="4332"/>
                </a:cubicBezTo>
                <a:lnTo>
                  <a:pt x="1645" y="4332"/>
                </a:lnTo>
                <a:cubicBezTo>
                  <a:pt x="1689" y="4332"/>
                  <a:pt x="1741" y="4318"/>
                  <a:pt x="1771" y="4288"/>
                </a:cubicBezTo>
                <a:cubicBezTo>
                  <a:pt x="1793" y="4273"/>
                  <a:pt x="1815" y="4244"/>
                  <a:pt x="1822" y="4221"/>
                </a:cubicBezTo>
                <a:cubicBezTo>
                  <a:pt x="1837" y="4192"/>
                  <a:pt x="1837" y="4170"/>
                  <a:pt x="1837" y="4140"/>
                </a:cubicBezTo>
                <a:lnTo>
                  <a:pt x="1837" y="3896"/>
                </a:lnTo>
                <a:cubicBezTo>
                  <a:pt x="1837" y="3881"/>
                  <a:pt x="1837" y="3873"/>
                  <a:pt x="1830" y="3866"/>
                </a:cubicBezTo>
                <a:cubicBezTo>
                  <a:pt x="1822" y="3851"/>
                  <a:pt x="1815" y="3844"/>
                  <a:pt x="1808" y="3836"/>
                </a:cubicBezTo>
                <a:cubicBezTo>
                  <a:pt x="1793" y="3829"/>
                  <a:pt x="1785" y="3822"/>
                  <a:pt x="1771" y="3822"/>
                </a:cubicBezTo>
                <a:cubicBezTo>
                  <a:pt x="1763" y="3818"/>
                  <a:pt x="1756" y="3816"/>
                  <a:pt x="1748" y="3816"/>
                </a:cubicBezTo>
                <a:cubicBezTo>
                  <a:pt x="1741" y="3816"/>
                  <a:pt x="1734" y="3818"/>
                  <a:pt x="1726" y="3822"/>
                </a:cubicBezTo>
                <a:cubicBezTo>
                  <a:pt x="1656" y="3836"/>
                  <a:pt x="1593" y="3843"/>
                  <a:pt x="1537" y="3843"/>
                </a:cubicBezTo>
                <a:cubicBezTo>
                  <a:pt x="1202" y="3843"/>
                  <a:pt x="1125" y="3611"/>
                  <a:pt x="1119" y="3592"/>
                </a:cubicBezTo>
                <a:cubicBezTo>
                  <a:pt x="1060" y="3429"/>
                  <a:pt x="949" y="3288"/>
                  <a:pt x="800" y="3185"/>
                </a:cubicBezTo>
                <a:lnTo>
                  <a:pt x="771" y="3170"/>
                </a:lnTo>
                <a:cubicBezTo>
                  <a:pt x="793" y="3155"/>
                  <a:pt x="815" y="3155"/>
                  <a:pt x="845" y="3155"/>
                </a:cubicBezTo>
                <a:cubicBezTo>
                  <a:pt x="889" y="3162"/>
                  <a:pt x="934" y="3177"/>
                  <a:pt x="971" y="3207"/>
                </a:cubicBezTo>
                <a:cubicBezTo>
                  <a:pt x="1008" y="3236"/>
                  <a:pt x="1037" y="3274"/>
                  <a:pt x="1052" y="3318"/>
                </a:cubicBezTo>
                <a:cubicBezTo>
                  <a:pt x="1126" y="3444"/>
                  <a:pt x="1245" y="3533"/>
                  <a:pt x="1378" y="3577"/>
                </a:cubicBezTo>
                <a:cubicBezTo>
                  <a:pt x="1428" y="3590"/>
                  <a:pt x="1480" y="3597"/>
                  <a:pt x="1530" y="3597"/>
                </a:cubicBezTo>
                <a:cubicBezTo>
                  <a:pt x="1622" y="3597"/>
                  <a:pt x="1712" y="3576"/>
                  <a:pt x="1793" y="3533"/>
                </a:cubicBezTo>
                <a:cubicBezTo>
                  <a:pt x="1808" y="3525"/>
                  <a:pt x="1822" y="3518"/>
                  <a:pt x="1830" y="3503"/>
                </a:cubicBezTo>
                <a:cubicBezTo>
                  <a:pt x="1837" y="3496"/>
                  <a:pt x="1845" y="3481"/>
                  <a:pt x="1852" y="3466"/>
                </a:cubicBezTo>
                <a:cubicBezTo>
                  <a:pt x="1859" y="3377"/>
                  <a:pt x="1896" y="3303"/>
                  <a:pt x="1956" y="3236"/>
                </a:cubicBezTo>
                <a:cubicBezTo>
                  <a:pt x="1970" y="3229"/>
                  <a:pt x="1978" y="3214"/>
                  <a:pt x="1985" y="3192"/>
                </a:cubicBezTo>
                <a:cubicBezTo>
                  <a:pt x="1985" y="3177"/>
                  <a:pt x="1985" y="3162"/>
                  <a:pt x="1985" y="3140"/>
                </a:cubicBezTo>
                <a:cubicBezTo>
                  <a:pt x="1978" y="3125"/>
                  <a:pt x="1970" y="3111"/>
                  <a:pt x="1956" y="3096"/>
                </a:cubicBezTo>
                <a:cubicBezTo>
                  <a:pt x="1941" y="3088"/>
                  <a:pt x="1926" y="3081"/>
                  <a:pt x="1904" y="3074"/>
                </a:cubicBezTo>
                <a:cubicBezTo>
                  <a:pt x="1467" y="3029"/>
                  <a:pt x="1015" y="2874"/>
                  <a:pt x="1015" y="2118"/>
                </a:cubicBezTo>
                <a:cubicBezTo>
                  <a:pt x="1015" y="1926"/>
                  <a:pt x="1082" y="1741"/>
                  <a:pt x="1215" y="1600"/>
                </a:cubicBezTo>
                <a:cubicBezTo>
                  <a:pt x="1223" y="1585"/>
                  <a:pt x="1230" y="1570"/>
                  <a:pt x="1237" y="1556"/>
                </a:cubicBezTo>
                <a:cubicBezTo>
                  <a:pt x="1237" y="1541"/>
                  <a:pt x="1237" y="1519"/>
                  <a:pt x="1230" y="1504"/>
                </a:cubicBezTo>
                <a:cubicBezTo>
                  <a:pt x="1178" y="1363"/>
                  <a:pt x="1178" y="1200"/>
                  <a:pt x="1230" y="1059"/>
                </a:cubicBezTo>
                <a:cubicBezTo>
                  <a:pt x="1400" y="1089"/>
                  <a:pt x="1563" y="1163"/>
                  <a:pt x="1696" y="1274"/>
                </a:cubicBezTo>
                <a:cubicBezTo>
                  <a:pt x="1711" y="1282"/>
                  <a:pt x="1719" y="1282"/>
                  <a:pt x="1734" y="1289"/>
                </a:cubicBezTo>
                <a:cubicBezTo>
                  <a:pt x="1748" y="1289"/>
                  <a:pt x="1763" y="1289"/>
                  <a:pt x="1778" y="1282"/>
                </a:cubicBezTo>
                <a:cubicBezTo>
                  <a:pt x="1941" y="1237"/>
                  <a:pt x="2111" y="1215"/>
                  <a:pt x="2281" y="1215"/>
                </a:cubicBezTo>
                <a:cubicBezTo>
                  <a:pt x="2452" y="1215"/>
                  <a:pt x="2622" y="1237"/>
                  <a:pt x="2792" y="1282"/>
                </a:cubicBezTo>
                <a:cubicBezTo>
                  <a:pt x="2807" y="1289"/>
                  <a:pt x="2815" y="1289"/>
                  <a:pt x="2829" y="1289"/>
                </a:cubicBezTo>
                <a:cubicBezTo>
                  <a:pt x="2844" y="1282"/>
                  <a:pt x="2859" y="1282"/>
                  <a:pt x="2866" y="1274"/>
                </a:cubicBezTo>
                <a:cubicBezTo>
                  <a:pt x="3000" y="1163"/>
                  <a:pt x="3163" y="1089"/>
                  <a:pt x="3333" y="1059"/>
                </a:cubicBezTo>
                <a:cubicBezTo>
                  <a:pt x="3385" y="1200"/>
                  <a:pt x="3385" y="1356"/>
                  <a:pt x="3333" y="1496"/>
                </a:cubicBezTo>
                <a:cubicBezTo>
                  <a:pt x="3326" y="1519"/>
                  <a:pt x="3326" y="1533"/>
                  <a:pt x="3326" y="1548"/>
                </a:cubicBezTo>
                <a:cubicBezTo>
                  <a:pt x="3333" y="1570"/>
                  <a:pt x="3340" y="1585"/>
                  <a:pt x="3355" y="1593"/>
                </a:cubicBezTo>
                <a:cubicBezTo>
                  <a:pt x="3481" y="1733"/>
                  <a:pt x="3548" y="1918"/>
                  <a:pt x="3548" y="2104"/>
                </a:cubicBezTo>
                <a:cubicBezTo>
                  <a:pt x="3548" y="2866"/>
                  <a:pt x="3096" y="3014"/>
                  <a:pt x="2659" y="3066"/>
                </a:cubicBezTo>
                <a:cubicBezTo>
                  <a:pt x="2637" y="3066"/>
                  <a:pt x="2622" y="3074"/>
                  <a:pt x="2607" y="3081"/>
                </a:cubicBezTo>
                <a:cubicBezTo>
                  <a:pt x="2593" y="3096"/>
                  <a:pt x="2585" y="3111"/>
                  <a:pt x="2578" y="3125"/>
                </a:cubicBezTo>
                <a:cubicBezTo>
                  <a:pt x="2570" y="3148"/>
                  <a:pt x="2570" y="3162"/>
                  <a:pt x="2578" y="3185"/>
                </a:cubicBezTo>
                <a:cubicBezTo>
                  <a:pt x="2585" y="3199"/>
                  <a:pt x="2593" y="3214"/>
                  <a:pt x="2607" y="3222"/>
                </a:cubicBezTo>
                <a:cubicBezTo>
                  <a:pt x="2644" y="3266"/>
                  <a:pt x="2681" y="3318"/>
                  <a:pt x="2696" y="3377"/>
                </a:cubicBezTo>
                <a:cubicBezTo>
                  <a:pt x="2718" y="3429"/>
                  <a:pt x="2726" y="3488"/>
                  <a:pt x="2718" y="3548"/>
                </a:cubicBezTo>
                <a:lnTo>
                  <a:pt x="2718" y="4140"/>
                </a:lnTo>
                <a:cubicBezTo>
                  <a:pt x="2718" y="4170"/>
                  <a:pt x="2726" y="4192"/>
                  <a:pt x="2741" y="4221"/>
                </a:cubicBezTo>
                <a:cubicBezTo>
                  <a:pt x="2748" y="4251"/>
                  <a:pt x="2770" y="4273"/>
                  <a:pt x="2785" y="4288"/>
                </a:cubicBezTo>
                <a:cubicBezTo>
                  <a:pt x="2815" y="4310"/>
                  <a:pt x="2844" y="4325"/>
                  <a:pt x="2881" y="4332"/>
                </a:cubicBezTo>
                <a:cubicBezTo>
                  <a:pt x="2892" y="4335"/>
                  <a:pt x="2902" y="4336"/>
                  <a:pt x="2912" y="4336"/>
                </a:cubicBezTo>
                <a:cubicBezTo>
                  <a:pt x="2936" y="4336"/>
                  <a:pt x="2959" y="4330"/>
                  <a:pt x="2985" y="4325"/>
                </a:cubicBezTo>
                <a:cubicBezTo>
                  <a:pt x="3481" y="4155"/>
                  <a:pt x="3903" y="3814"/>
                  <a:pt x="4170" y="3362"/>
                </a:cubicBezTo>
                <a:cubicBezTo>
                  <a:pt x="4444" y="2918"/>
                  <a:pt x="4547" y="2385"/>
                  <a:pt x="4459" y="1867"/>
                </a:cubicBezTo>
                <a:cubicBezTo>
                  <a:pt x="4377" y="1348"/>
                  <a:pt x="4111" y="874"/>
                  <a:pt x="3711" y="534"/>
                </a:cubicBezTo>
                <a:cubicBezTo>
                  <a:pt x="3318" y="193"/>
                  <a:pt x="2807" y="0"/>
                  <a:pt x="228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80"/>
          <p:cNvSpPr/>
          <p:nvPr/>
        </p:nvSpPr>
        <p:spPr>
          <a:xfrm>
            <a:off x="4296225" y="1207625"/>
            <a:ext cx="313275" cy="295500"/>
          </a:xfrm>
          <a:custGeom>
            <a:rect b="b" l="l" r="r" t="t"/>
            <a:pathLst>
              <a:path extrusionOk="0" h="3940" w="4177">
                <a:moveTo>
                  <a:pt x="474" y="0"/>
                </a:moveTo>
                <a:cubicBezTo>
                  <a:pt x="378" y="0"/>
                  <a:pt x="289" y="30"/>
                  <a:pt x="215" y="82"/>
                </a:cubicBezTo>
                <a:cubicBezTo>
                  <a:pt x="141" y="134"/>
                  <a:pt x="82" y="208"/>
                  <a:pt x="45" y="289"/>
                </a:cubicBezTo>
                <a:cubicBezTo>
                  <a:pt x="8" y="371"/>
                  <a:pt x="0" y="467"/>
                  <a:pt x="15" y="556"/>
                </a:cubicBezTo>
                <a:cubicBezTo>
                  <a:pt x="37" y="645"/>
                  <a:pt x="82" y="726"/>
                  <a:pt x="141" y="793"/>
                </a:cubicBezTo>
                <a:cubicBezTo>
                  <a:pt x="208" y="859"/>
                  <a:pt x="289" y="904"/>
                  <a:pt x="378" y="919"/>
                </a:cubicBezTo>
                <a:cubicBezTo>
                  <a:pt x="408" y="926"/>
                  <a:pt x="438" y="929"/>
                  <a:pt x="469" y="929"/>
                </a:cubicBezTo>
                <a:cubicBezTo>
                  <a:pt x="529" y="929"/>
                  <a:pt x="590" y="916"/>
                  <a:pt x="645" y="896"/>
                </a:cubicBezTo>
                <a:cubicBezTo>
                  <a:pt x="734" y="859"/>
                  <a:pt x="808" y="800"/>
                  <a:pt x="859" y="726"/>
                </a:cubicBezTo>
                <a:cubicBezTo>
                  <a:pt x="904" y="645"/>
                  <a:pt x="933" y="556"/>
                  <a:pt x="933" y="467"/>
                </a:cubicBezTo>
                <a:cubicBezTo>
                  <a:pt x="933" y="341"/>
                  <a:pt x="882" y="230"/>
                  <a:pt x="793" y="141"/>
                </a:cubicBezTo>
                <a:cubicBezTo>
                  <a:pt x="711" y="52"/>
                  <a:pt x="593" y="8"/>
                  <a:pt x="474" y="0"/>
                </a:cubicBezTo>
                <a:close/>
                <a:moveTo>
                  <a:pt x="15" y="1356"/>
                </a:moveTo>
                <a:lnTo>
                  <a:pt x="15" y="3940"/>
                </a:lnTo>
                <a:lnTo>
                  <a:pt x="919" y="3940"/>
                </a:lnTo>
                <a:lnTo>
                  <a:pt x="919" y="1356"/>
                </a:lnTo>
                <a:close/>
                <a:moveTo>
                  <a:pt x="1444" y="1356"/>
                </a:moveTo>
                <a:lnTo>
                  <a:pt x="1444" y="3940"/>
                </a:lnTo>
                <a:lnTo>
                  <a:pt x="2392" y="3940"/>
                </a:lnTo>
                <a:lnTo>
                  <a:pt x="2392" y="2592"/>
                </a:lnTo>
                <a:cubicBezTo>
                  <a:pt x="2392" y="2489"/>
                  <a:pt x="2429" y="2392"/>
                  <a:pt x="2503" y="2318"/>
                </a:cubicBezTo>
                <a:cubicBezTo>
                  <a:pt x="2577" y="2237"/>
                  <a:pt x="2681" y="2200"/>
                  <a:pt x="2785" y="2200"/>
                </a:cubicBezTo>
                <a:cubicBezTo>
                  <a:pt x="2837" y="2200"/>
                  <a:pt x="2888" y="2207"/>
                  <a:pt x="2940" y="2229"/>
                </a:cubicBezTo>
                <a:cubicBezTo>
                  <a:pt x="2985" y="2244"/>
                  <a:pt x="3029" y="2274"/>
                  <a:pt x="3066" y="2311"/>
                </a:cubicBezTo>
                <a:cubicBezTo>
                  <a:pt x="3103" y="2348"/>
                  <a:pt x="3133" y="2392"/>
                  <a:pt x="3148" y="2444"/>
                </a:cubicBezTo>
                <a:cubicBezTo>
                  <a:pt x="3170" y="2489"/>
                  <a:pt x="3185" y="2540"/>
                  <a:pt x="3185" y="2592"/>
                </a:cubicBezTo>
                <a:lnTo>
                  <a:pt x="3185" y="3940"/>
                </a:lnTo>
                <a:lnTo>
                  <a:pt x="4177" y="3940"/>
                </a:lnTo>
                <a:lnTo>
                  <a:pt x="4177" y="2614"/>
                </a:lnTo>
                <a:cubicBezTo>
                  <a:pt x="4177" y="1792"/>
                  <a:pt x="3770" y="1356"/>
                  <a:pt x="3185" y="1356"/>
                </a:cubicBezTo>
                <a:cubicBezTo>
                  <a:pt x="2888" y="1363"/>
                  <a:pt x="2614" y="1467"/>
                  <a:pt x="2392" y="1652"/>
                </a:cubicBezTo>
                <a:lnTo>
                  <a:pt x="2392" y="1356"/>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80"/>
          <p:cNvSpPr/>
          <p:nvPr/>
        </p:nvSpPr>
        <p:spPr>
          <a:xfrm>
            <a:off x="5361775" y="1237025"/>
            <a:ext cx="333300" cy="236175"/>
          </a:xfrm>
          <a:custGeom>
            <a:rect b="b" l="l" r="r" t="t"/>
            <a:pathLst>
              <a:path extrusionOk="0" h="3149" w="4444">
                <a:moveTo>
                  <a:pt x="1763" y="608"/>
                </a:moveTo>
                <a:cubicBezTo>
                  <a:pt x="1777" y="608"/>
                  <a:pt x="1792" y="615"/>
                  <a:pt x="1807" y="623"/>
                </a:cubicBezTo>
                <a:lnTo>
                  <a:pt x="3066" y="1423"/>
                </a:lnTo>
                <a:cubicBezTo>
                  <a:pt x="3073" y="1430"/>
                  <a:pt x="3088" y="1445"/>
                  <a:pt x="3096" y="1460"/>
                </a:cubicBezTo>
                <a:cubicBezTo>
                  <a:pt x="3103" y="1474"/>
                  <a:pt x="3103" y="1489"/>
                  <a:pt x="3103" y="1504"/>
                </a:cubicBezTo>
                <a:cubicBezTo>
                  <a:pt x="3103" y="1519"/>
                  <a:pt x="3103" y="1534"/>
                  <a:pt x="3096" y="1549"/>
                </a:cubicBezTo>
                <a:cubicBezTo>
                  <a:pt x="3088" y="1563"/>
                  <a:pt x="3073" y="1571"/>
                  <a:pt x="3066" y="1578"/>
                </a:cubicBezTo>
                <a:lnTo>
                  <a:pt x="1807" y="2385"/>
                </a:lnTo>
                <a:cubicBezTo>
                  <a:pt x="1792" y="2393"/>
                  <a:pt x="1777" y="2400"/>
                  <a:pt x="1763" y="2400"/>
                </a:cubicBezTo>
                <a:cubicBezTo>
                  <a:pt x="1740" y="2400"/>
                  <a:pt x="1726" y="2393"/>
                  <a:pt x="1718" y="2385"/>
                </a:cubicBezTo>
                <a:cubicBezTo>
                  <a:pt x="1703" y="2378"/>
                  <a:pt x="1689" y="2371"/>
                  <a:pt x="1681" y="2356"/>
                </a:cubicBezTo>
                <a:cubicBezTo>
                  <a:pt x="1674" y="2341"/>
                  <a:pt x="1666" y="2326"/>
                  <a:pt x="1666" y="2304"/>
                </a:cubicBezTo>
                <a:lnTo>
                  <a:pt x="1666" y="704"/>
                </a:lnTo>
                <a:cubicBezTo>
                  <a:pt x="1666" y="690"/>
                  <a:pt x="1674" y="675"/>
                  <a:pt x="1681" y="660"/>
                </a:cubicBezTo>
                <a:cubicBezTo>
                  <a:pt x="1689" y="645"/>
                  <a:pt x="1703" y="630"/>
                  <a:pt x="1718" y="623"/>
                </a:cubicBezTo>
                <a:cubicBezTo>
                  <a:pt x="1726" y="615"/>
                  <a:pt x="1748" y="608"/>
                  <a:pt x="1763" y="608"/>
                </a:cubicBezTo>
                <a:close/>
                <a:moveTo>
                  <a:pt x="733" y="1"/>
                </a:moveTo>
                <a:cubicBezTo>
                  <a:pt x="541" y="8"/>
                  <a:pt x="356" y="82"/>
                  <a:pt x="215" y="223"/>
                </a:cubicBezTo>
                <a:cubicBezTo>
                  <a:pt x="82" y="356"/>
                  <a:pt x="0" y="541"/>
                  <a:pt x="0" y="734"/>
                </a:cubicBezTo>
                <a:lnTo>
                  <a:pt x="0" y="2422"/>
                </a:lnTo>
                <a:cubicBezTo>
                  <a:pt x="0" y="2615"/>
                  <a:pt x="82" y="2800"/>
                  <a:pt x="215" y="2933"/>
                </a:cubicBezTo>
                <a:cubicBezTo>
                  <a:pt x="356" y="3074"/>
                  <a:pt x="541" y="3148"/>
                  <a:pt x="733" y="3148"/>
                </a:cubicBezTo>
                <a:lnTo>
                  <a:pt x="3718" y="3148"/>
                </a:lnTo>
                <a:cubicBezTo>
                  <a:pt x="3910" y="3148"/>
                  <a:pt x="4088" y="3074"/>
                  <a:pt x="4229" y="2933"/>
                </a:cubicBezTo>
                <a:cubicBezTo>
                  <a:pt x="4362" y="2800"/>
                  <a:pt x="4443" y="2615"/>
                  <a:pt x="4443" y="2422"/>
                </a:cubicBezTo>
                <a:lnTo>
                  <a:pt x="4443" y="734"/>
                </a:lnTo>
                <a:cubicBezTo>
                  <a:pt x="4443" y="541"/>
                  <a:pt x="4362" y="356"/>
                  <a:pt x="4229" y="223"/>
                </a:cubicBezTo>
                <a:cubicBezTo>
                  <a:pt x="4088" y="82"/>
                  <a:pt x="3910" y="8"/>
                  <a:pt x="371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80"/>
          <p:cNvSpPr/>
          <p:nvPr/>
        </p:nvSpPr>
        <p:spPr>
          <a:xfrm>
            <a:off x="6427925" y="1188725"/>
            <a:ext cx="333300" cy="333300"/>
          </a:xfrm>
          <a:custGeom>
            <a:rect b="b" l="l" r="r" t="t"/>
            <a:pathLst>
              <a:path extrusionOk="0" h="4444" w="4444">
                <a:moveTo>
                  <a:pt x="1770" y="2022"/>
                </a:moveTo>
                <a:cubicBezTo>
                  <a:pt x="1703" y="2022"/>
                  <a:pt x="1637" y="2052"/>
                  <a:pt x="1585" y="2104"/>
                </a:cubicBezTo>
                <a:cubicBezTo>
                  <a:pt x="1548" y="2141"/>
                  <a:pt x="1518" y="2193"/>
                  <a:pt x="1503" y="2244"/>
                </a:cubicBezTo>
                <a:cubicBezTo>
                  <a:pt x="1488" y="2304"/>
                  <a:pt x="1496" y="2363"/>
                  <a:pt x="1518" y="2415"/>
                </a:cubicBezTo>
                <a:cubicBezTo>
                  <a:pt x="1533" y="2467"/>
                  <a:pt x="1577" y="2511"/>
                  <a:pt x="1622" y="2548"/>
                </a:cubicBezTo>
                <a:cubicBezTo>
                  <a:pt x="1666" y="2578"/>
                  <a:pt x="1725" y="2592"/>
                  <a:pt x="1785" y="2592"/>
                </a:cubicBezTo>
                <a:cubicBezTo>
                  <a:pt x="1851" y="2585"/>
                  <a:pt x="1911" y="2555"/>
                  <a:pt x="1962" y="2511"/>
                </a:cubicBezTo>
                <a:cubicBezTo>
                  <a:pt x="1992" y="2489"/>
                  <a:pt x="2014" y="2452"/>
                  <a:pt x="2036" y="2415"/>
                </a:cubicBezTo>
                <a:cubicBezTo>
                  <a:pt x="2051" y="2385"/>
                  <a:pt x="2059" y="2341"/>
                  <a:pt x="2059" y="2304"/>
                </a:cubicBezTo>
                <a:cubicBezTo>
                  <a:pt x="2059" y="2259"/>
                  <a:pt x="2051" y="2222"/>
                  <a:pt x="2036" y="2185"/>
                </a:cubicBezTo>
                <a:cubicBezTo>
                  <a:pt x="2014" y="2148"/>
                  <a:pt x="1992" y="2118"/>
                  <a:pt x="1962" y="2096"/>
                </a:cubicBezTo>
                <a:cubicBezTo>
                  <a:pt x="1911" y="2044"/>
                  <a:pt x="1844" y="2022"/>
                  <a:pt x="1770" y="2022"/>
                </a:cubicBezTo>
                <a:close/>
                <a:moveTo>
                  <a:pt x="2655" y="2028"/>
                </a:moveTo>
                <a:cubicBezTo>
                  <a:pt x="2644" y="2028"/>
                  <a:pt x="2633" y="2028"/>
                  <a:pt x="2621" y="2030"/>
                </a:cubicBezTo>
                <a:cubicBezTo>
                  <a:pt x="2555" y="2037"/>
                  <a:pt x="2488" y="2067"/>
                  <a:pt x="2444" y="2118"/>
                </a:cubicBezTo>
                <a:cubicBezTo>
                  <a:pt x="2414" y="2148"/>
                  <a:pt x="2392" y="2178"/>
                  <a:pt x="2377" y="2215"/>
                </a:cubicBezTo>
                <a:cubicBezTo>
                  <a:pt x="2370" y="2259"/>
                  <a:pt x="2362" y="2296"/>
                  <a:pt x="2370" y="2333"/>
                </a:cubicBezTo>
                <a:cubicBezTo>
                  <a:pt x="2370" y="2370"/>
                  <a:pt x="2384" y="2415"/>
                  <a:pt x="2399" y="2444"/>
                </a:cubicBezTo>
                <a:cubicBezTo>
                  <a:pt x="2422" y="2481"/>
                  <a:pt x="2444" y="2511"/>
                  <a:pt x="2481" y="2533"/>
                </a:cubicBezTo>
                <a:cubicBezTo>
                  <a:pt x="2533" y="2570"/>
                  <a:pt x="2599" y="2592"/>
                  <a:pt x="2658" y="2592"/>
                </a:cubicBezTo>
                <a:cubicBezTo>
                  <a:pt x="2733" y="2592"/>
                  <a:pt x="2799" y="2563"/>
                  <a:pt x="2851" y="2518"/>
                </a:cubicBezTo>
                <a:cubicBezTo>
                  <a:pt x="2881" y="2489"/>
                  <a:pt x="2910" y="2459"/>
                  <a:pt x="2925" y="2422"/>
                </a:cubicBezTo>
                <a:cubicBezTo>
                  <a:pt x="2940" y="2385"/>
                  <a:pt x="2947" y="2348"/>
                  <a:pt x="2947" y="2311"/>
                </a:cubicBezTo>
                <a:cubicBezTo>
                  <a:pt x="2947" y="2274"/>
                  <a:pt x="2940" y="2230"/>
                  <a:pt x="2925" y="2200"/>
                </a:cubicBezTo>
                <a:cubicBezTo>
                  <a:pt x="2910" y="2163"/>
                  <a:pt x="2888" y="2126"/>
                  <a:pt x="2858" y="2104"/>
                </a:cubicBezTo>
                <a:cubicBezTo>
                  <a:pt x="2844" y="2089"/>
                  <a:pt x="2829" y="2081"/>
                  <a:pt x="2821" y="2074"/>
                </a:cubicBezTo>
                <a:cubicBezTo>
                  <a:pt x="2772" y="2043"/>
                  <a:pt x="2712" y="2028"/>
                  <a:pt x="2655" y="2028"/>
                </a:cubicBezTo>
                <a:close/>
                <a:moveTo>
                  <a:pt x="1878" y="1234"/>
                </a:moveTo>
                <a:cubicBezTo>
                  <a:pt x="1895" y="1234"/>
                  <a:pt x="1912" y="1239"/>
                  <a:pt x="1933" y="1245"/>
                </a:cubicBezTo>
                <a:cubicBezTo>
                  <a:pt x="1955" y="1259"/>
                  <a:pt x="1970" y="1282"/>
                  <a:pt x="1977" y="1304"/>
                </a:cubicBezTo>
                <a:lnTo>
                  <a:pt x="1992" y="1334"/>
                </a:lnTo>
                <a:cubicBezTo>
                  <a:pt x="1999" y="1341"/>
                  <a:pt x="2007" y="1341"/>
                  <a:pt x="2014" y="1348"/>
                </a:cubicBezTo>
                <a:cubicBezTo>
                  <a:pt x="2022" y="1356"/>
                  <a:pt x="2029" y="1356"/>
                  <a:pt x="2036" y="1356"/>
                </a:cubicBezTo>
                <a:lnTo>
                  <a:pt x="2133" y="1356"/>
                </a:lnTo>
                <a:cubicBezTo>
                  <a:pt x="2173" y="1352"/>
                  <a:pt x="2212" y="1350"/>
                  <a:pt x="2251" y="1350"/>
                </a:cubicBezTo>
                <a:cubicBezTo>
                  <a:pt x="2290" y="1350"/>
                  <a:pt x="2329" y="1352"/>
                  <a:pt x="2370" y="1356"/>
                </a:cubicBezTo>
                <a:lnTo>
                  <a:pt x="2414" y="1356"/>
                </a:lnTo>
                <a:cubicBezTo>
                  <a:pt x="2422" y="1356"/>
                  <a:pt x="2436" y="1356"/>
                  <a:pt x="2444" y="1348"/>
                </a:cubicBezTo>
                <a:cubicBezTo>
                  <a:pt x="2451" y="1341"/>
                  <a:pt x="2459" y="1334"/>
                  <a:pt x="2459" y="1326"/>
                </a:cubicBezTo>
                <a:lnTo>
                  <a:pt x="2488" y="1289"/>
                </a:lnTo>
                <a:cubicBezTo>
                  <a:pt x="2496" y="1267"/>
                  <a:pt x="2510" y="1252"/>
                  <a:pt x="2525" y="1245"/>
                </a:cubicBezTo>
                <a:cubicBezTo>
                  <a:pt x="2540" y="1237"/>
                  <a:pt x="2562" y="1237"/>
                  <a:pt x="2584" y="1237"/>
                </a:cubicBezTo>
                <a:cubicBezTo>
                  <a:pt x="2629" y="1237"/>
                  <a:pt x="2681" y="1245"/>
                  <a:pt x="2733" y="1259"/>
                </a:cubicBezTo>
                <a:cubicBezTo>
                  <a:pt x="2888" y="1304"/>
                  <a:pt x="3044" y="1371"/>
                  <a:pt x="3177" y="1467"/>
                </a:cubicBezTo>
                <a:cubicBezTo>
                  <a:pt x="3184" y="1482"/>
                  <a:pt x="3199" y="1496"/>
                  <a:pt x="3214" y="1504"/>
                </a:cubicBezTo>
                <a:cubicBezTo>
                  <a:pt x="3421" y="1889"/>
                  <a:pt x="3540" y="2318"/>
                  <a:pt x="3554" y="2755"/>
                </a:cubicBezTo>
                <a:cubicBezTo>
                  <a:pt x="3554" y="2770"/>
                  <a:pt x="3554" y="2792"/>
                  <a:pt x="3547" y="2807"/>
                </a:cubicBezTo>
                <a:cubicBezTo>
                  <a:pt x="3547" y="2829"/>
                  <a:pt x="3532" y="2844"/>
                  <a:pt x="3517" y="2859"/>
                </a:cubicBezTo>
                <a:cubicBezTo>
                  <a:pt x="3340" y="3052"/>
                  <a:pt x="3088" y="3177"/>
                  <a:pt x="2821" y="3207"/>
                </a:cubicBezTo>
                <a:lnTo>
                  <a:pt x="2747" y="3207"/>
                </a:lnTo>
                <a:cubicBezTo>
                  <a:pt x="2733" y="3207"/>
                  <a:pt x="2710" y="3207"/>
                  <a:pt x="2696" y="3200"/>
                </a:cubicBezTo>
                <a:cubicBezTo>
                  <a:pt x="2681" y="3192"/>
                  <a:pt x="2666" y="3185"/>
                  <a:pt x="2658" y="3170"/>
                </a:cubicBezTo>
                <a:lnTo>
                  <a:pt x="2555" y="3037"/>
                </a:lnTo>
                <a:cubicBezTo>
                  <a:pt x="2547" y="3029"/>
                  <a:pt x="2540" y="3022"/>
                  <a:pt x="2533" y="3022"/>
                </a:cubicBezTo>
                <a:cubicBezTo>
                  <a:pt x="2525" y="3015"/>
                  <a:pt x="2518" y="3015"/>
                  <a:pt x="2510" y="3015"/>
                </a:cubicBezTo>
                <a:cubicBezTo>
                  <a:pt x="2466" y="3015"/>
                  <a:pt x="2422" y="3029"/>
                  <a:pt x="2384" y="3029"/>
                </a:cubicBezTo>
                <a:cubicBezTo>
                  <a:pt x="2336" y="3033"/>
                  <a:pt x="2290" y="3035"/>
                  <a:pt x="2245" y="3035"/>
                </a:cubicBezTo>
                <a:cubicBezTo>
                  <a:pt x="2199" y="3035"/>
                  <a:pt x="2155" y="3033"/>
                  <a:pt x="2111" y="3029"/>
                </a:cubicBezTo>
                <a:cubicBezTo>
                  <a:pt x="2051" y="3029"/>
                  <a:pt x="1985" y="3022"/>
                  <a:pt x="1925" y="3015"/>
                </a:cubicBezTo>
                <a:cubicBezTo>
                  <a:pt x="1918" y="3015"/>
                  <a:pt x="1911" y="3015"/>
                  <a:pt x="1903" y="3022"/>
                </a:cubicBezTo>
                <a:cubicBezTo>
                  <a:pt x="1896" y="3022"/>
                  <a:pt x="1888" y="3029"/>
                  <a:pt x="1881" y="3037"/>
                </a:cubicBezTo>
                <a:lnTo>
                  <a:pt x="1785" y="3163"/>
                </a:lnTo>
                <a:cubicBezTo>
                  <a:pt x="1770" y="3185"/>
                  <a:pt x="1748" y="3192"/>
                  <a:pt x="1725" y="3200"/>
                </a:cubicBezTo>
                <a:cubicBezTo>
                  <a:pt x="1711" y="3203"/>
                  <a:pt x="1698" y="3205"/>
                  <a:pt x="1686" y="3205"/>
                </a:cubicBezTo>
                <a:cubicBezTo>
                  <a:pt x="1674" y="3205"/>
                  <a:pt x="1662" y="3203"/>
                  <a:pt x="1651" y="3200"/>
                </a:cubicBezTo>
                <a:cubicBezTo>
                  <a:pt x="1496" y="3185"/>
                  <a:pt x="1348" y="3148"/>
                  <a:pt x="1207" y="3074"/>
                </a:cubicBezTo>
                <a:cubicBezTo>
                  <a:pt x="1096" y="3015"/>
                  <a:pt x="1000" y="2940"/>
                  <a:pt x="911" y="2844"/>
                </a:cubicBezTo>
                <a:cubicBezTo>
                  <a:pt x="896" y="2822"/>
                  <a:pt x="889" y="2792"/>
                  <a:pt x="889" y="2763"/>
                </a:cubicBezTo>
                <a:cubicBezTo>
                  <a:pt x="903" y="2326"/>
                  <a:pt x="1022" y="1896"/>
                  <a:pt x="1244" y="1511"/>
                </a:cubicBezTo>
                <a:cubicBezTo>
                  <a:pt x="1252" y="1496"/>
                  <a:pt x="1259" y="1482"/>
                  <a:pt x="1274" y="1474"/>
                </a:cubicBezTo>
                <a:cubicBezTo>
                  <a:pt x="1370" y="1408"/>
                  <a:pt x="1466" y="1348"/>
                  <a:pt x="1570" y="1311"/>
                </a:cubicBezTo>
                <a:cubicBezTo>
                  <a:pt x="1666" y="1274"/>
                  <a:pt x="1755" y="1252"/>
                  <a:pt x="1859" y="1237"/>
                </a:cubicBezTo>
                <a:cubicBezTo>
                  <a:pt x="1865" y="1235"/>
                  <a:pt x="1872" y="1234"/>
                  <a:pt x="1878" y="1234"/>
                </a:cubicBezTo>
                <a:close/>
                <a:moveTo>
                  <a:pt x="963" y="1"/>
                </a:moveTo>
                <a:cubicBezTo>
                  <a:pt x="704" y="1"/>
                  <a:pt x="467" y="104"/>
                  <a:pt x="281" y="282"/>
                </a:cubicBezTo>
                <a:cubicBezTo>
                  <a:pt x="104" y="460"/>
                  <a:pt x="0" y="704"/>
                  <a:pt x="0" y="963"/>
                </a:cubicBezTo>
                <a:lnTo>
                  <a:pt x="0" y="3481"/>
                </a:lnTo>
                <a:cubicBezTo>
                  <a:pt x="0" y="3607"/>
                  <a:pt x="22" y="3733"/>
                  <a:pt x="74" y="3851"/>
                </a:cubicBezTo>
                <a:cubicBezTo>
                  <a:pt x="119" y="3962"/>
                  <a:pt x="193" y="4073"/>
                  <a:pt x="281" y="4162"/>
                </a:cubicBezTo>
                <a:cubicBezTo>
                  <a:pt x="459" y="4340"/>
                  <a:pt x="704" y="4444"/>
                  <a:pt x="963" y="4444"/>
                </a:cubicBezTo>
                <a:lnTo>
                  <a:pt x="3480" y="4444"/>
                </a:lnTo>
                <a:cubicBezTo>
                  <a:pt x="3606" y="4444"/>
                  <a:pt x="3732" y="4421"/>
                  <a:pt x="3851" y="4370"/>
                </a:cubicBezTo>
                <a:cubicBezTo>
                  <a:pt x="3962" y="4325"/>
                  <a:pt x="4073" y="4251"/>
                  <a:pt x="4162" y="4162"/>
                </a:cubicBezTo>
                <a:cubicBezTo>
                  <a:pt x="4251" y="4073"/>
                  <a:pt x="4325" y="3962"/>
                  <a:pt x="4369" y="3851"/>
                </a:cubicBezTo>
                <a:cubicBezTo>
                  <a:pt x="4421" y="3733"/>
                  <a:pt x="4443" y="3607"/>
                  <a:pt x="4443" y="3481"/>
                </a:cubicBezTo>
                <a:lnTo>
                  <a:pt x="4443" y="963"/>
                </a:lnTo>
                <a:cubicBezTo>
                  <a:pt x="4443" y="837"/>
                  <a:pt x="4421" y="712"/>
                  <a:pt x="4369" y="593"/>
                </a:cubicBezTo>
                <a:cubicBezTo>
                  <a:pt x="4325" y="475"/>
                  <a:pt x="4251" y="371"/>
                  <a:pt x="4162" y="282"/>
                </a:cubicBezTo>
                <a:cubicBezTo>
                  <a:pt x="4073" y="193"/>
                  <a:pt x="3962" y="119"/>
                  <a:pt x="3851" y="75"/>
                </a:cubicBezTo>
                <a:cubicBezTo>
                  <a:pt x="3732" y="23"/>
                  <a:pt x="3606" y="1"/>
                  <a:pt x="3480"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80"/>
          <p:cNvSpPr/>
          <p:nvPr/>
        </p:nvSpPr>
        <p:spPr>
          <a:xfrm>
            <a:off x="1364250" y="1225400"/>
            <a:ext cx="305550" cy="312750"/>
          </a:xfrm>
          <a:custGeom>
            <a:rect b="b" l="l" r="r" t="t"/>
            <a:pathLst>
              <a:path extrusionOk="0" h="4170" w="4074">
                <a:moveTo>
                  <a:pt x="1044" y="274"/>
                </a:moveTo>
                <a:lnTo>
                  <a:pt x="2074" y="1755"/>
                </a:lnTo>
                <a:lnTo>
                  <a:pt x="2237" y="1985"/>
                </a:lnTo>
                <a:lnTo>
                  <a:pt x="3584" y="3910"/>
                </a:lnTo>
                <a:lnTo>
                  <a:pt x="3029" y="3910"/>
                </a:lnTo>
                <a:lnTo>
                  <a:pt x="1933" y="2340"/>
                </a:lnTo>
                <a:lnTo>
                  <a:pt x="1770" y="2111"/>
                </a:lnTo>
                <a:lnTo>
                  <a:pt x="489" y="274"/>
                </a:lnTo>
                <a:close/>
                <a:moveTo>
                  <a:pt x="0" y="0"/>
                </a:moveTo>
                <a:lnTo>
                  <a:pt x="1592" y="2318"/>
                </a:lnTo>
                <a:lnTo>
                  <a:pt x="0" y="4169"/>
                </a:lnTo>
                <a:lnTo>
                  <a:pt x="356" y="4169"/>
                </a:lnTo>
                <a:lnTo>
                  <a:pt x="1748" y="2555"/>
                </a:lnTo>
                <a:lnTo>
                  <a:pt x="2859" y="4169"/>
                </a:lnTo>
                <a:lnTo>
                  <a:pt x="4073" y="4169"/>
                </a:lnTo>
                <a:lnTo>
                  <a:pt x="2422" y="1770"/>
                </a:lnTo>
                <a:lnTo>
                  <a:pt x="3940" y="0"/>
                </a:lnTo>
                <a:lnTo>
                  <a:pt x="3584" y="0"/>
                </a:lnTo>
                <a:lnTo>
                  <a:pt x="2266" y="1533"/>
                </a:lnTo>
                <a:lnTo>
                  <a:pt x="1215"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80"/>
          <p:cNvSpPr txBox="1"/>
          <p:nvPr/>
        </p:nvSpPr>
        <p:spPr>
          <a:xfrm>
            <a:off x="250300" y="1534950"/>
            <a:ext cx="8697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facebook</a:t>
            </a:r>
            <a:endParaRPr sz="1600">
              <a:latin typeface="Public Sans SemiBold"/>
              <a:ea typeface="Public Sans SemiBold"/>
              <a:cs typeface="Public Sans SemiBold"/>
              <a:sym typeface="Public Sans SemiBold"/>
            </a:endParaRPr>
          </a:p>
        </p:txBody>
      </p:sp>
      <p:sp>
        <p:nvSpPr>
          <p:cNvPr id="1050" name="Google Shape;1050;p80"/>
          <p:cNvSpPr txBox="1"/>
          <p:nvPr/>
        </p:nvSpPr>
        <p:spPr>
          <a:xfrm>
            <a:off x="1200429" y="1534938"/>
            <a:ext cx="6603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x</a:t>
            </a:r>
            <a:endParaRPr sz="1600">
              <a:latin typeface="Public Sans SemiBold"/>
              <a:ea typeface="Public Sans SemiBold"/>
              <a:cs typeface="Public Sans SemiBold"/>
              <a:sym typeface="Public Sans SemiBold"/>
            </a:endParaRPr>
          </a:p>
        </p:txBody>
      </p:sp>
      <p:sp>
        <p:nvSpPr>
          <p:cNvPr id="1051" name="Google Shape;1051;p80"/>
          <p:cNvSpPr txBox="1"/>
          <p:nvPr/>
        </p:nvSpPr>
        <p:spPr>
          <a:xfrm>
            <a:off x="1941158" y="1534950"/>
            <a:ext cx="8061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twitch</a:t>
            </a:r>
            <a:endParaRPr sz="1600">
              <a:latin typeface="Public Sans SemiBold"/>
              <a:ea typeface="Public Sans SemiBold"/>
              <a:cs typeface="Public Sans SemiBold"/>
              <a:sym typeface="Public Sans SemiBold"/>
            </a:endParaRPr>
          </a:p>
        </p:txBody>
      </p:sp>
      <p:sp>
        <p:nvSpPr>
          <p:cNvPr id="1052" name="Google Shape;1052;p80"/>
          <p:cNvSpPr txBox="1"/>
          <p:nvPr/>
        </p:nvSpPr>
        <p:spPr>
          <a:xfrm>
            <a:off x="2827688" y="1534950"/>
            <a:ext cx="10821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github</a:t>
            </a:r>
            <a:endParaRPr sz="1600">
              <a:latin typeface="Public Sans SemiBold"/>
              <a:ea typeface="Public Sans SemiBold"/>
              <a:cs typeface="Public Sans SemiBold"/>
              <a:sym typeface="Public Sans SemiBold"/>
            </a:endParaRPr>
          </a:p>
        </p:txBody>
      </p:sp>
      <p:sp>
        <p:nvSpPr>
          <p:cNvPr id="1053" name="Google Shape;1053;p80"/>
          <p:cNvSpPr txBox="1"/>
          <p:nvPr/>
        </p:nvSpPr>
        <p:spPr>
          <a:xfrm>
            <a:off x="3990217" y="1534950"/>
            <a:ext cx="9774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linkedin</a:t>
            </a:r>
            <a:endParaRPr sz="1600">
              <a:latin typeface="Public Sans SemiBold"/>
              <a:ea typeface="Public Sans SemiBold"/>
              <a:cs typeface="Public Sans SemiBold"/>
              <a:sym typeface="Public Sans SemiBold"/>
            </a:endParaRPr>
          </a:p>
        </p:txBody>
      </p:sp>
      <p:sp>
        <p:nvSpPr>
          <p:cNvPr id="1054" name="Google Shape;1054;p80"/>
          <p:cNvSpPr txBox="1"/>
          <p:nvPr/>
        </p:nvSpPr>
        <p:spPr>
          <a:xfrm>
            <a:off x="6105875" y="1534950"/>
            <a:ext cx="9774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discord</a:t>
            </a:r>
            <a:endParaRPr sz="1600">
              <a:latin typeface="Public Sans SemiBold"/>
              <a:ea typeface="Public Sans SemiBold"/>
              <a:cs typeface="Public Sans SemiBold"/>
              <a:sym typeface="Public Sans SemiBold"/>
            </a:endParaRPr>
          </a:p>
        </p:txBody>
      </p:sp>
      <p:sp>
        <p:nvSpPr>
          <p:cNvPr id="1055" name="Google Shape;1055;p80"/>
          <p:cNvSpPr txBox="1"/>
          <p:nvPr/>
        </p:nvSpPr>
        <p:spPr>
          <a:xfrm>
            <a:off x="5048046" y="1534950"/>
            <a:ext cx="9774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youtube</a:t>
            </a:r>
            <a:endParaRPr sz="1600">
              <a:latin typeface="Public Sans SemiBold"/>
              <a:ea typeface="Public Sans SemiBold"/>
              <a:cs typeface="Public Sans SemiBold"/>
              <a:sym typeface="Public Sans SemiBold"/>
            </a:endParaRPr>
          </a:p>
        </p:txBody>
      </p:sp>
      <p:sp>
        <p:nvSpPr>
          <p:cNvPr id="1056" name="Google Shape;1056;p80"/>
          <p:cNvSpPr txBox="1"/>
          <p:nvPr/>
        </p:nvSpPr>
        <p:spPr>
          <a:xfrm>
            <a:off x="4653200" y="4510275"/>
            <a:ext cx="4126200" cy="2463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 sz="1600">
                <a:latin typeface="Public Sans Light"/>
                <a:ea typeface="Public Sans Light"/>
                <a:cs typeface="Public Sans Light"/>
                <a:sym typeface="Public Sans Light"/>
              </a:rPr>
              <a:t>All vectors. You can color them as you need.</a:t>
            </a:r>
            <a:endParaRPr sz="1600">
              <a:latin typeface="Public Sans Light"/>
              <a:ea typeface="Public Sans Light"/>
              <a:cs typeface="Public Sans Light"/>
              <a:sym typeface="Public Sans Light"/>
            </a:endParaRPr>
          </a:p>
        </p:txBody>
      </p:sp>
      <p:sp>
        <p:nvSpPr>
          <p:cNvPr id="1057" name="Google Shape;1057;p80"/>
          <p:cNvSpPr/>
          <p:nvPr/>
        </p:nvSpPr>
        <p:spPr>
          <a:xfrm>
            <a:off x="3349200" y="4419925"/>
            <a:ext cx="249975" cy="333300"/>
          </a:xfrm>
          <a:custGeom>
            <a:rect b="b" l="l" r="r" t="t"/>
            <a:pathLst>
              <a:path extrusionOk="0" h="4444" w="3333">
                <a:moveTo>
                  <a:pt x="1666" y="274"/>
                </a:moveTo>
                <a:cubicBezTo>
                  <a:pt x="1889" y="274"/>
                  <a:pt x="2096" y="363"/>
                  <a:pt x="2259" y="519"/>
                </a:cubicBezTo>
                <a:cubicBezTo>
                  <a:pt x="2414" y="682"/>
                  <a:pt x="2503" y="889"/>
                  <a:pt x="2503" y="1111"/>
                </a:cubicBezTo>
                <a:lnTo>
                  <a:pt x="2503" y="1667"/>
                </a:lnTo>
                <a:lnTo>
                  <a:pt x="837" y="1667"/>
                </a:lnTo>
                <a:lnTo>
                  <a:pt x="837" y="1111"/>
                </a:lnTo>
                <a:cubicBezTo>
                  <a:pt x="837" y="889"/>
                  <a:pt x="919" y="682"/>
                  <a:pt x="1081" y="519"/>
                </a:cubicBezTo>
                <a:cubicBezTo>
                  <a:pt x="1237" y="363"/>
                  <a:pt x="1444" y="274"/>
                  <a:pt x="1666" y="274"/>
                </a:cubicBezTo>
                <a:close/>
                <a:moveTo>
                  <a:pt x="1666" y="2725"/>
                </a:moveTo>
                <a:cubicBezTo>
                  <a:pt x="1489" y="2725"/>
                  <a:pt x="1341" y="2874"/>
                  <a:pt x="1341" y="3051"/>
                </a:cubicBezTo>
                <a:cubicBezTo>
                  <a:pt x="1341" y="3229"/>
                  <a:pt x="1489" y="3377"/>
                  <a:pt x="1666" y="3377"/>
                </a:cubicBezTo>
                <a:cubicBezTo>
                  <a:pt x="1844" y="3377"/>
                  <a:pt x="1992" y="3229"/>
                  <a:pt x="1992" y="3051"/>
                </a:cubicBezTo>
                <a:cubicBezTo>
                  <a:pt x="1992" y="2874"/>
                  <a:pt x="1844" y="2725"/>
                  <a:pt x="1666" y="2725"/>
                </a:cubicBezTo>
                <a:close/>
                <a:moveTo>
                  <a:pt x="2918" y="1941"/>
                </a:moveTo>
                <a:cubicBezTo>
                  <a:pt x="2992" y="1941"/>
                  <a:pt x="3059" y="2007"/>
                  <a:pt x="3059" y="2081"/>
                </a:cubicBezTo>
                <a:lnTo>
                  <a:pt x="3059" y="4029"/>
                </a:lnTo>
                <a:cubicBezTo>
                  <a:pt x="3059" y="4103"/>
                  <a:pt x="2992" y="4162"/>
                  <a:pt x="2918" y="4162"/>
                </a:cubicBezTo>
                <a:lnTo>
                  <a:pt x="415" y="4162"/>
                </a:lnTo>
                <a:cubicBezTo>
                  <a:pt x="341" y="4162"/>
                  <a:pt x="282" y="4103"/>
                  <a:pt x="282" y="4029"/>
                </a:cubicBezTo>
                <a:lnTo>
                  <a:pt x="282" y="2081"/>
                </a:lnTo>
                <a:cubicBezTo>
                  <a:pt x="282" y="2007"/>
                  <a:pt x="341" y="1941"/>
                  <a:pt x="415" y="1941"/>
                </a:cubicBezTo>
                <a:close/>
                <a:moveTo>
                  <a:pt x="1666" y="0"/>
                </a:moveTo>
                <a:cubicBezTo>
                  <a:pt x="1370" y="0"/>
                  <a:pt x="1089" y="111"/>
                  <a:pt x="882" y="326"/>
                </a:cubicBezTo>
                <a:cubicBezTo>
                  <a:pt x="674" y="534"/>
                  <a:pt x="556" y="815"/>
                  <a:pt x="556" y="1111"/>
                </a:cubicBezTo>
                <a:lnTo>
                  <a:pt x="556" y="1667"/>
                </a:lnTo>
                <a:lnTo>
                  <a:pt x="415" y="1667"/>
                </a:lnTo>
                <a:cubicBezTo>
                  <a:pt x="185" y="1667"/>
                  <a:pt x="0" y="1852"/>
                  <a:pt x="0" y="2081"/>
                </a:cubicBezTo>
                <a:lnTo>
                  <a:pt x="0" y="4029"/>
                </a:lnTo>
                <a:cubicBezTo>
                  <a:pt x="0" y="4258"/>
                  <a:pt x="185" y="4443"/>
                  <a:pt x="415" y="4443"/>
                </a:cubicBezTo>
                <a:lnTo>
                  <a:pt x="2918" y="4443"/>
                </a:lnTo>
                <a:cubicBezTo>
                  <a:pt x="3147" y="4443"/>
                  <a:pt x="3333" y="4258"/>
                  <a:pt x="3333" y="4029"/>
                </a:cubicBezTo>
                <a:lnTo>
                  <a:pt x="3333" y="2081"/>
                </a:lnTo>
                <a:cubicBezTo>
                  <a:pt x="3333" y="1852"/>
                  <a:pt x="3147" y="1667"/>
                  <a:pt x="2918" y="1667"/>
                </a:cubicBezTo>
                <a:lnTo>
                  <a:pt x="2777" y="1667"/>
                </a:lnTo>
                <a:lnTo>
                  <a:pt x="2777" y="1111"/>
                </a:lnTo>
                <a:cubicBezTo>
                  <a:pt x="2777" y="815"/>
                  <a:pt x="2666" y="534"/>
                  <a:pt x="2451" y="326"/>
                </a:cubicBezTo>
                <a:cubicBezTo>
                  <a:pt x="2244" y="111"/>
                  <a:pt x="1963" y="0"/>
                  <a:pt x="166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80"/>
          <p:cNvSpPr/>
          <p:nvPr/>
        </p:nvSpPr>
        <p:spPr>
          <a:xfrm>
            <a:off x="3675833" y="4419925"/>
            <a:ext cx="249975" cy="333300"/>
          </a:xfrm>
          <a:custGeom>
            <a:rect b="b" l="l" r="r" t="t"/>
            <a:pathLst>
              <a:path extrusionOk="0" h="4444" w="3333">
                <a:moveTo>
                  <a:pt x="1666" y="274"/>
                </a:moveTo>
                <a:cubicBezTo>
                  <a:pt x="1889" y="274"/>
                  <a:pt x="2096" y="363"/>
                  <a:pt x="2259" y="519"/>
                </a:cubicBezTo>
                <a:cubicBezTo>
                  <a:pt x="2414" y="682"/>
                  <a:pt x="2503" y="889"/>
                  <a:pt x="2503" y="1111"/>
                </a:cubicBezTo>
                <a:lnTo>
                  <a:pt x="2503" y="1667"/>
                </a:lnTo>
                <a:lnTo>
                  <a:pt x="837" y="1667"/>
                </a:lnTo>
                <a:lnTo>
                  <a:pt x="837" y="1111"/>
                </a:lnTo>
                <a:cubicBezTo>
                  <a:pt x="837" y="889"/>
                  <a:pt x="919" y="682"/>
                  <a:pt x="1081" y="519"/>
                </a:cubicBezTo>
                <a:cubicBezTo>
                  <a:pt x="1237" y="363"/>
                  <a:pt x="1444" y="274"/>
                  <a:pt x="1666" y="274"/>
                </a:cubicBezTo>
                <a:close/>
                <a:moveTo>
                  <a:pt x="1666" y="2725"/>
                </a:moveTo>
                <a:cubicBezTo>
                  <a:pt x="1489" y="2725"/>
                  <a:pt x="1341" y="2874"/>
                  <a:pt x="1341" y="3051"/>
                </a:cubicBezTo>
                <a:cubicBezTo>
                  <a:pt x="1341" y="3229"/>
                  <a:pt x="1489" y="3377"/>
                  <a:pt x="1666" y="3377"/>
                </a:cubicBezTo>
                <a:cubicBezTo>
                  <a:pt x="1844" y="3377"/>
                  <a:pt x="1992" y="3229"/>
                  <a:pt x="1992" y="3051"/>
                </a:cubicBezTo>
                <a:cubicBezTo>
                  <a:pt x="1992" y="2874"/>
                  <a:pt x="1844" y="2725"/>
                  <a:pt x="1666" y="2725"/>
                </a:cubicBezTo>
                <a:close/>
                <a:moveTo>
                  <a:pt x="2918" y="1941"/>
                </a:moveTo>
                <a:cubicBezTo>
                  <a:pt x="2992" y="1941"/>
                  <a:pt x="3059" y="2007"/>
                  <a:pt x="3059" y="2081"/>
                </a:cubicBezTo>
                <a:lnTo>
                  <a:pt x="3059" y="4029"/>
                </a:lnTo>
                <a:cubicBezTo>
                  <a:pt x="3059" y="4103"/>
                  <a:pt x="2992" y="4162"/>
                  <a:pt x="2918" y="4162"/>
                </a:cubicBezTo>
                <a:lnTo>
                  <a:pt x="415" y="4162"/>
                </a:lnTo>
                <a:cubicBezTo>
                  <a:pt x="341" y="4162"/>
                  <a:pt x="282" y="4103"/>
                  <a:pt x="282" y="4029"/>
                </a:cubicBezTo>
                <a:lnTo>
                  <a:pt x="282" y="2081"/>
                </a:lnTo>
                <a:cubicBezTo>
                  <a:pt x="282" y="2007"/>
                  <a:pt x="341" y="1941"/>
                  <a:pt x="415" y="1941"/>
                </a:cubicBezTo>
                <a:close/>
                <a:moveTo>
                  <a:pt x="1666" y="0"/>
                </a:moveTo>
                <a:cubicBezTo>
                  <a:pt x="1370" y="0"/>
                  <a:pt x="1089" y="111"/>
                  <a:pt x="882" y="326"/>
                </a:cubicBezTo>
                <a:cubicBezTo>
                  <a:pt x="674" y="534"/>
                  <a:pt x="556" y="815"/>
                  <a:pt x="556" y="1111"/>
                </a:cubicBezTo>
                <a:lnTo>
                  <a:pt x="556" y="1667"/>
                </a:lnTo>
                <a:lnTo>
                  <a:pt x="415" y="1667"/>
                </a:lnTo>
                <a:cubicBezTo>
                  <a:pt x="185" y="1667"/>
                  <a:pt x="0" y="1852"/>
                  <a:pt x="0" y="2081"/>
                </a:cubicBezTo>
                <a:lnTo>
                  <a:pt x="0" y="4029"/>
                </a:lnTo>
                <a:cubicBezTo>
                  <a:pt x="0" y="4258"/>
                  <a:pt x="185" y="4443"/>
                  <a:pt x="415" y="4443"/>
                </a:cubicBezTo>
                <a:lnTo>
                  <a:pt x="2918" y="4443"/>
                </a:lnTo>
                <a:cubicBezTo>
                  <a:pt x="3147" y="4443"/>
                  <a:pt x="3333" y="4258"/>
                  <a:pt x="3333" y="4029"/>
                </a:cubicBezTo>
                <a:lnTo>
                  <a:pt x="3333" y="2081"/>
                </a:lnTo>
                <a:cubicBezTo>
                  <a:pt x="3333" y="1852"/>
                  <a:pt x="3147" y="1667"/>
                  <a:pt x="2918" y="1667"/>
                </a:cubicBezTo>
                <a:lnTo>
                  <a:pt x="2777" y="1667"/>
                </a:lnTo>
                <a:lnTo>
                  <a:pt x="2777" y="1111"/>
                </a:lnTo>
                <a:cubicBezTo>
                  <a:pt x="2777" y="815"/>
                  <a:pt x="2666" y="534"/>
                  <a:pt x="2451" y="326"/>
                </a:cubicBezTo>
                <a:cubicBezTo>
                  <a:pt x="2244" y="111"/>
                  <a:pt x="1963" y="0"/>
                  <a:pt x="1666" y="0"/>
                </a:cubicBezTo>
                <a:close/>
              </a:path>
            </a:pathLst>
          </a:custGeom>
          <a:solidFill>
            <a:srgbClr val="D433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80"/>
          <p:cNvSpPr/>
          <p:nvPr/>
        </p:nvSpPr>
        <p:spPr>
          <a:xfrm>
            <a:off x="4002467" y="4419925"/>
            <a:ext cx="249975" cy="333300"/>
          </a:xfrm>
          <a:custGeom>
            <a:rect b="b" l="l" r="r" t="t"/>
            <a:pathLst>
              <a:path extrusionOk="0" h="4444" w="3333">
                <a:moveTo>
                  <a:pt x="1666" y="274"/>
                </a:moveTo>
                <a:cubicBezTo>
                  <a:pt x="1889" y="274"/>
                  <a:pt x="2096" y="363"/>
                  <a:pt x="2259" y="519"/>
                </a:cubicBezTo>
                <a:cubicBezTo>
                  <a:pt x="2414" y="682"/>
                  <a:pt x="2503" y="889"/>
                  <a:pt x="2503" y="1111"/>
                </a:cubicBezTo>
                <a:lnTo>
                  <a:pt x="2503" y="1667"/>
                </a:lnTo>
                <a:lnTo>
                  <a:pt x="837" y="1667"/>
                </a:lnTo>
                <a:lnTo>
                  <a:pt x="837" y="1111"/>
                </a:lnTo>
                <a:cubicBezTo>
                  <a:pt x="837" y="889"/>
                  <a:pt x="919" y="682"/>
                  <a:pt x="1081" y="519"/>
                </a:cubicBezTo>
                <a:cubicBezTo>
                  <a:pt x="1237" y="363"/>
                  <a:pt x="1444" y="274"/>
                  <a:pt x="1666" y="274"/>
                </a:cubicBezTo>
                <a:close/>
                <a:moveTo>
                  <a:pt x="1666" y="2725"/>
                </a:moveTo>
                <a:cubicBezTo>
                  <a:pt x="1489" y="2725"/>
                  <a:pt x="1341" y="2874"/>
                  <a:pt x="1341" y="3051"/>
                </a:cubicBezTo>
                <a:cubicBezTo>
                  <a:pt x="1341" y="3229"/>
                  <a:pt x="1489" y="3377"/>
                  <a:pt x="1666" y="3377"/>
                </a:cubicBezTo>
                <a:cubicBezTo>
                  <a:pt x="1844" y="3377"/>
                  <a:pt x="1992" y="3229"/>
                  <a:pt x="1992" y="3051"/>
                </a:cubicBezTo>
                <a:cubicBezTo>
                  <a:pt x="1992" y="2874"/>
                  <a:pt x="1844" y="2725"/>
                  <a:pt x="1666" y="2725"/>
                </a:cubicBezTo>
                <a:close/>
                <a:moveTo>
                  <a:pt x="2918" y="1941"/>
                </a:moveTo>
                <a:cubicBezTo>
                  <a:pt x="2992" y="1941"/>
                  <a:pt x="3059" y="2007"/>
                  <a:pt x="3059" y="2081"/>
                </a:cubicBezTo>
                <a:lnTo>
                  <a:pt x="3059" y="4029"/>
                </a:lnTo>
                <a:cubicBezTo>
                  <a:pt x="3059" y="4103"/>
                  <a:pt x="2992" y="4162"/>
                  <a:pt x="2918" y="4162"/>
                </a:cubicBezTo>
                <a:lnTo>
                  <a:pt x="415" y="4162"/>
                </a:lnTo>
                <a:cubicBezTo>
                  <a:pt x="341" y="4162"/>
                  <a:pt x="282" y="4103"/>
                  <a:pt x="282" y="4029"/>
                </a:cubicBezTo>
                <a:lnTo>
                  <a:pt x="282" y="2081"/>
                </a:lnTo>
                <a:cubicBezTo>
                  <a:pt x="282" y="2007"/>
                  <a:pt x="341" y="1941"/>
                  <a:pt x="415" y="1941"/>
                </a:cubicBezTo>
                <a:close/>
                <a:moveTo>
                  <a:pt x="1666" y="0"/>
                </a:moveTo>
                <a:cubicBezTo>
                  <a:pt x="1370" y="0"/>
                  <a:pt x="1089" y="111"/>
                  <a:pt x="882" y="326"/>
                </a:cubicBezTo>
                <a:cubicBezTo>
                  <a:pt x="674" y="534"/>
                  <a:pt x="556" y="815"/>
                  <a:pt x="556" y="1111"/>
                </a:cubicBezTo>
                <a:lnTo>
                  <a:pt x="556" y="1667"/>
                </a:lnTo>
                <a:lnTo>
                  <a:pt x="415" y="1667"/>
                </a:lnTo>
                <a:cubicBezTo>
                  <a:pt x="185" y="1667"/>
                  <a:pt x="0" y="1852"/>
                  <a:pt x="0" y="2081"/>
                </a:cubicBezTo>
                <a:lnTo>
                  <a:pt x="0" y="4029"/>
                </a:lnTo>
                <a:cubicBezTo>
                  <a:pt x="0" y="4258"/>
                  <a:pt x="185" y="4443"/>
                  <a:pt x="415" y="4443"/>
                </a:cubicBezTo>
                <a:lnTo>
                  <a:pt x="2918" y="4443"/>
                </a:lnTo>
                <a:cubicBezTo>
                  <a:pt x="3147" y="4443"/>
                  <a:pt x="3333" y="4258"/>
                  <a:pt x="3333" y="4029"/>
                </a:cubicBezTo>
                <a:lnTo>
                  <a:pt x="3333" y="2081"/>
                </a:lnTo>
                <a:cubicBezTo>
                  <a:pt x="3333" y="1852"/>
                  <a:pt x="3147" y="1667"/>
                  <a:pt x="2918" y="1667"/>
                </a:cubicBezTo>
                <a:lnTo>
                  <a:pt x="2777" y="1667"/>
                </a:lnTo>
                <a:lnTo>
                  <a:pt x="2777" y="1111"/>
                </a:lnTo>
                <a:cubicBezTo>
                  <a:pt x="2777" y="815"/>
                  <a:pt x="2666" y="534"/>
                  <a:pt x="2451" y="326"/>
                </a:cubicBezTo>
                <a:cubicBezTo>
                  <a:pt x="2244" y="111"/>
                  <a:pt x="1963" y="0"/>
                  <a:pt x="16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80"/>
          <p:cNvSpPr/>
          <p:nvPr/>
        </p:nvSpPr>
        <p:spPr>
          <a:xfrm>
            <a:off x="4329100" y="4419925"/>
            <a:ext cx="249975" cy="333300"/>
          </a:xfrm>
          <a:custGeom>
            <a:rect b="b" l="l" r="r" t="t"/>
            <a:pathLst>
              <a:path extrusionOk="0" h="4444" w="3333">
                <a:moveTo>
                  <a:pt x="1666" y="274"/>
                </a:moveTo>
                <a:cubicBezTo>
                  <a:pt x="1889" y="274"/>
                  <a:pt x="2096" y="363"/>
                  <a:pt x="2259" y="519"/>
                </a:cubicBezTo>
                <a:cubicBezTo>
                  <a:pt x="2414" y="682"/>
                  <a:pt x="2503" y="889"/>
                  <a:pt x="2503" y="1111"/>
                </a:cubicBezTo>
                <a:lnTo>
                  <a:pt x="2503" y="1667"/>
                </a:lnTo>
                <a:lnTo>
                  <a:pt x="837" y="1667"/>
                </a:lnTo>
                <a:lnTo>
                  <a:pt x="837" y="1111"/>
                </a:lnTo>
                <a:cubicBezTo>
                  <a:pt x="837" y="889"/>
                  <a:pt x="919" y="682"/>
                  <a:pt x="1081" y="519"/>
                </a:cubicBezTo>
                <a:cubicBezTo>
                  <a:pt x="1237" y="363"/>
                  <a:pt x="1444" y="274"/>
                  <a:pt x="1666" y="274"/>
                </a:cubicBezTo>
                <a:close/>
                <a:moveTo>
                  <a:pt x="1666" y="2725"/>
                </a:moveTo>
                <a:cubicBezTo>
                  <a:pt x="1489" y="2725"/>
                  <a:pt x="1341" y="2874"/>
                  <a:pt x="1341" y="3051"/>
                </a:cubicBezTo>
                <a:cubicBezTo>
                  <a:pt x="1341" y="3229"/>
                  <a:pt x="1489" y="3377"/>
                  <a:pt x="1666" y="3377"/>
                </a:cubicBezTo>
                <a:cubicBezTo>
                  <a:pt x="1844" y="3377"/>
                  <a:pt x="1992" y="3229"/>
                  <a:pt x="1992" y="3051"/>
                </a:cubicBezTo>
                <a:cubicBezTo>
                  <a:pt x="1992" y="2874"/>
                  <a:pt x="1844" y="2725"/>
                  <a:pt x="1666" y="2725"/>
                </a:cubicBezTo>
                <a:close/>
                <a:moveTo>
                  <a:pt x="2918" y="1941"/>
                </a:moveTo>
                <a:cubicBezTo>
                  <a:pt x="2992" y="1941"/>
                  <a:pt x="3059" y="2007"/>
                  <a:pt x="3059" y="2081"/>
                </a:cubicBezTo>
                <a:lnTo>
                  <a:pt x="3059" y="4029"/>
                </a:lnTo>
                <a:cubicBezTo>
                  <a:pt x="3059" y="4103"/>
                  <a:pt x="2992" y="4162"/>
                  <a:pt x="2918" y="4162"/>
                </a:cubicBezTo>
                <a:lnTo>
                  <a:pt x="415" y="4162"/>
                </a:lnTo>
                <a:cubicBezTo>
                  <a:pt x="341" y="4162"/>
                  <a:pt x="282" y="4103"/>
                  <a:pt x="282" y="4029"/>
                </a:cubicBezTo>
                <a:lnTo>
                  <a:pt x="282" y="2081"/>
                </a:lnTo>
                <a:cubicBezTo>
                  <a:pt x="282" y="2007"/>
                  <a:pt x="341" y="1941"/>
                  <a:pt x="415" y="1941"/>
                </a:cubicBezTo>
                <a:close/>
                <a:moveTo>
                  <a:pt x="1666" y="0"/>
                </a:moveTo>
                <a:cubicBezTo>
                  <a:pt x="1370" y="0"/>
                  <a:pt x="1089" y="111"/>
                  <a:pt x="882" y="326"/>
                </a:cubicBezTo>
                <a:cubicBezTo>
                  <a:pt x="674" y="534"/>
                  <a:pt x="556" y="815"/>
                  <a:pt x="556" y="1111"/>
                </a:cubicBezTo>
                <a:lnTo>
                  <a:pt x="556" y="1667"/>
                </a:lnTo>
                <a:lnTo>
                  <a:pt x="415" y="1667"/>
                </a:lnTo>
                <a:cubicBezTo>
                  <a:pt x="185" y="1667"/>
                  <a:pt x="0" y="1852"/>
                  <a:pt x="0" y="2081"/>
                </a:cubicBezTo>
                <a:lnTo>
                  <a:pt x="0" y="4029"/>
                </a:lnTo>
                <a:cubicBezTo>
                  <a:pt x="0" y="4258"/>
                  <a:pt x="185" y="4443"/>
                  <a:pt x="415" y="4443"/>
                </a:cubicBezTo>
                <a:lnTo>
                  <a:pt x="2918" y="4443"/>
                </a:lnTo>
                <a:cubicBezTo>
                  <a:pt x="3147" y="4443"/>
                  <a:pt x="3333" y="4258"/>
                  <a:pt x="3333" y="4029"/>
                </a:cubicBezTo>
                <a:lnTo>
                  <a:pt x="3333" y="2081"/>
                </a:lnTo>
                <a:cubicBezTo>
                  <a:pt x="3333" y="1852"/>
                  <a:pt x="3147" y="1667"/>
                  <a:pt x="2918" y="1667"/>
                </a:cubicBezTo>
                <a:lnTo>
                  <a:pt x="2777" y="1667"/>
                </a:lnTo>
                <a:lnTo>
                  <a:pt x="2777" y="1111"/>
                </a:lnTo>
                <a:cubicBezTo>
                  <a:pt x="2777" y="815"/>
                  <a:pt x="2666" y="534"/>
                  <a:pt x="2451" y="326"/>
                </a:cubicBezTo>
                <a:cubicBezTo>
                  <a:pt x="2244" y="111"/>
                  <a:pt x="1963" y="0"/>
                  <a:pt x="1666" y="0"/>
                </a:cubicBezTo>
                <a:close/>
              </a:path>
            </a:pathLst>
          </a:custGeom>
          <a:solidFill>
            <a:srgbClr val="90CB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sp>
        <p:nvSpPr>
          <p:cNvPr id="1065" name="Google Shape;1065;p81"/>
          <p:cNvSpPr txBox="1"/>
          <p:nvPr>
            <p:ph type="title"/>
          </p:nvPr>
        </p:nvSpPr>
        <p:spPr>
          <a:xfrm>
            <a:off x="365750" y="274325"/>
            <a:ext cx="8412600" cy="548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Platforms and Coding Icons</a:t>
            </a:r>
            <a:endParaRPr/>
          </a:p>
        </p:txBody>
      </p:sp>
      <p:sp>
        <p:nvSpPr>
          <p:cNvPr id="1066" name="Google Shape;1066;p81"/>
          <p:cNvSpPr txBox="1"/>
          <p:nvPr>
            <p:ph idx="12" type="sldNum"/>
          </p:nvPr>
        </p:nvSpPr>
        <p:spPr>
          <a:xfrm>
            <a:off x="360650" y="4880150"/>
            <a:ext cx="3667800" cy="2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Neo4j Inc. All rights reserved 2023	</a:t>
            </a:r>
            <a:endParaRPr/>
          </a:p>
        </p:txBody>
      </p:sp>
      <p:sp>
        <p:nvSpPr>
          <p:cNvPr id="1067" name="Google Shape;1067;p81"/>
          <p:cNvSpPr txBox="1"/>
          <p:nvPr>
            <p:ph idx="2" type="sldNum"/>
          </p:nvPr>
        </p:nvSpPr>
        <p:spPr>
          <a:xfrm>
            <a:off x="0" y="4880150"/>
            <a:ext cx="265200" cy="2697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068" name="Google Shape;1068;p81"/>
          <p:cNvSpPr/>
          <p:nvPr/>
        </p:nvSpPr>
        <p:spPr>
          <a:xfrm>
            <a:off x="1456925" y="1192625"/>
            <a:ext cx="286050" cy="312225"/>
          </a:xfrm>
          <a:custGeom>
            <a:rect b="b" l="l" r="r" t="t"/>
            <a:pathLst>
              <a:path extrusionOk="0" h="4163" w="3814">
                <a:moveTo>
                  <a:pt x="2266" y="475"/>
                </a:moveTo>
                <a:lnTo>
                  <a:pt x="3125" y="971"/>
                </a:lnTo>
                <a:cubicBezTo>
                  <a:pt x="3148" y="948"/>
                  <a:pt x="3177" y="919"/>
                  <a:pt x="3207" y="904"/>
                </a:cubicBezTo>
                <a:cubicBezTo>
                  <a:pt x="3384" y="800"/>
                  <a:pt x="3614" y="860"/>
                  <a:pt x="3710" y="1037"/>
                </a:cubicBezTo>
                <a:cubicBezTo>
                  <a:pt x="3814" y="1215"/>
                  <a:pt x="3755" y="1445"/>
                  <a:pt x="3577" y="1548"/>
                </a:cubicBezTo>
                <a:cubicBezTo>
                  <a:pt x="3547" y="1563"/>
                  <a:pt x="3510" y="1578"/>
                  <a:pt x="3481" y="1585"/>
                </a:cubicBezTo>
                <a:lnTo>
                  <a:pt x="3481" y="2578"/>
                </a:lnTo>
                <a:cubicBezTo>
                  <a:pt x="3510" y="2585"/>
                  <a:pt x="3547" y="2600"/>
                  <a:pt x="3577" y="2615"/>
                </a:cubicBezTo>
                <a:cubicBezTo>
                  <a:pt x="3755" y="2718"/>
                  <a:pt x="3814" y="2948"/>
                  <a:pt x="3710" y="3126"/>
                </a:cubicBezTo>
                <a:cubicBezTo>
                  <a:pt x="3614" y="3303"/>
                  <a:pt x="3384" y="3363"/>
                  <a:pt x="3207" y="3259"/>
                </a:cubicBezTo>
                <a:cubicBezTo>
                  <a:pt x="3170" y="3237"/>
                  <a:pt x="3140" y="3214"/>
                  <a:pt x="3110" y="3185"/>
                </a:cubicBezTo>
                <a:lnTo>
                  <a:pt x="2259" y="3674"/>
                </a:lnTo>
                <a:cubicBezTo>
                  <a:pt x="2274" y="3711"/>
                  <a:pt x="2281" y="3755"/>
                  <a:pt x="2281" y="3792"/>
                </a:cubicBezTo>
                <a:cubicBezTo>
                  <a:pt x="2281" y="3999"/>
                  <a:pt x="2118" y="4162"/>
                  <a:pt x="1911" y="4162"/>
                </a:cubicBezTo>
                <a:cubicBezTo>
                  <a:pt x="1704" y="4162"/>
                  <a:pt x="1541" y="3999"/>
                  <a:pt x="1541" y="3792"/>
                </a:cubicBezTo>
                <a:cubicBezTo>
                  <a:pt x="1541" y="3755"/>
                  <a:pt x="1541" y="3718"/>
                  <a:pt x="1555" y="3688"/>
                </a:cubicBezTo>
                <a:lnTo>
                  <a:pt x="696" y="3192"/>
                </a:lnTo>
                <a:cubicBezTo>
                  <a:pt x="674" y="3222"/>
                  <a:pt x="645" y="3244"/>
                  <a:pt x="615" y="3259"/>
                </a:cubicBezTo>
                <a:cubicBezTo>
                  <a:pt x="437" y="3363"/>
                  <a:pt x="208" y="3303"/>
                  <a:pt x="104" y="3126"/>
                </a:cubicBezTo>
                <a:cubicBezTo>
                  <a:pt x="8" y="2948"/>
                  <a:pt x="67" y="2718"/>
                  <a:pt x="245" y="2615"/>
                </a:cubicBezTo>
                <a:cubicBezTo>
                  <a:pt x="274" y="2600"/>
                  <a:pt x="304" y="2585"/>
                  <a:pt x="341" y="2578"/>
                </a:cubicBezTo>
                <a:lnTo>
                  <a:pt x="341" y="1585"/>
                </a:lnTo>
                <a:cubicBezTo>
                  <a:pt x="304" y="1578"/>
                  <a:pt x="274" y="1563"/>
                  <a:pt x="245" y="1548"/>
                </a:cubicBezTo>
                <a:cubicBezTo>
                  <a:pt x="67" y="1445"/>
                  <a:pt x="0" y="1215"/>
                  <a:pt x="104" y="1037"/>
                </a:cubicBezTo>
                <a:cubicBezTo>
                  <a:pt x="208" y="860"/>
                  <a:pt x="437" y="800"/>
                  <a:pt x="615" y="904"/>
                </a:cubicBezTo>
                <a:cubicBezTo>
                  <a:pt x="645" y="919"/>
                  <a:pt x="674" y="941"/>
                  <a:pt x="696" y="971"/>
                </a:cubicBezTo>
                <a:lnTo>
                  <a:pt x="1555" y="475"/>
                </a:lnTo>
                <a:cubicBezTo>
                  <a:pt x="1541" y="445"/>
                  <a:pt x="1541" y="408"/>
                  <a:pt x="1541" y="371"/>
                </a:cubicBezTo>
                <a:cubicBezTo>
                  <a:pt x="1541" y="164"/>
                  <a:pt x="1704" y="1"/>
                  <a:pt x="1911" y="1"/>
                </a:cubicBezTo>
                <a:cubicBezTo>
                  <a:pt x="2118" y="1"/>
                  <a:pt x="2281" y="164"/>
                  <a:pt x="2281" y="371"/>
                </a:cubicBezTo>
                <a:cubicBezTo>
                  <a:pt x="2281" y="408"/>
                  <a:pt x="2274" y="445"/>
                  <a:pt x="2266" y="475"/>
                </a:cubicBezTo>
                <a:close/>
                <a:moveTo>
                  <a:pt x="2177" y="630"/>
                </a:moveTo>
                <a:lnTo>
                  <a:pt x="3036" y="1126"/>
                </a:lnTo>
                <a:cubicBezTo>
                  <a:pt x="3022" y="1171"/>
                  <a:pt x="3022" y="1222"/>
                  <a:pt x="3022" y="1274"/>
                </a:cubicBezTo>
                <a:cubicBezTo>
                  <a:pt x="3029" y="1319"/>
                  <a:pt x="3044" y="1371"/>
                  <a:pt x="3073" y="1415"/>
                </a:cubicBezTo>
                <a:cubicBezTo>
                  <a:pt x="3125" y="1504"/>
                  <a:pt x="3207" y="1563"/>
                  <a:pt x="3303" y="1585"/>
                </a:cubicBezTo>
                <a:lnTo>
                  <a:pt x="3303" y="2578"/>
                </a:lnTo>
                <a:cubicBezTo>
                  <a:pt x="3296" y="2578"/>
                  <a:pt x="3296" y="2578"/>
                  <a:pt x="3288" y="2578"/>
                </a:cubicBezTo>
                <a:lnTo>
                  <a:pt x="2170" y="637"/>
                </a:lnTo>
                <a:lnTo>
                  <a:pt x="2177" y="630"/>
                </a:lnTo>
                <a:close/>
                <a:moveTo>
                  <a:pt x="1652" y="637"/>
                </a:moveTo>
                <a:lnTo>
                  <a:pt x="534" y="2578"/>
                </a:lnTo>
                <a:cubicBezTo>
                  <a:pt x="526" y="2578"/>
                  <a:pt x="526" y="2578"/>
                  <a:pt x="519" y="2578"/>
                </a:cubicBezTo>
                <a:lnTo>
                  <a:pt x="519" y="1585"/>
                </a:lnTo>
                <a:cubicBezTo>
                  <a:pt x="615" y="1563"/>
                  <a:pt x="696" y="1504"/>
                  <a:pt x="748" y="1415"/>
                </a:cubicBezTo>
                <a:cubicBezTo>
                  <a:pt x="778" y="1371"/>
                  <a:pt x="793" y="1319"/>
                  <a:pt x="800" y="1274"/>
                </a:cubicBezTo>
                <a:cubicBezTo>
                  <a:pt x="800" y="1222"/>
                  <a:pt x="800" y="1171"/>
                  <a:pt x="785" y="1126"/>
                </a:cubicBezTo>
                <a:lnTo>
                  <a:pt x="1644" y="630"/>
                </a:lnTo>
                <a:close/>
                <a:moveTo>
                  <a:pt x="2015" y="726"/>
                </a:moveTo>
                <a:lnTo>
                  <a:pt x="3133" y="2666"/>
                </a:lnTo>
                <a:cubicBezTo>
                  <a:pt x="3110" y="2696"/>
                  <a:pt x="3088" y="2718"/>
                  <a:pt x="3066" y="2755"/>
                </a:cubicBezTo>
                <a:cubicBezTo>
                  <a:pt x="3051" y="2785"/>
                  <a:pt x="3036" y="2815"/>
                  <a:pt x="3029" y="2852"/>
                </a:cubicBezTo>
                <a:lnTo>
                  <a:pt x="793" y="2852"/>
                </a:lnTo>
                <a:cubicBezTo>
                  <a:pt x="778" y="2815"/>
                  <a:pt x="770" y="2785"/>
                  <a:pt x="748" y="2755"/>
                </a:cubicBezTo>
                <a:cubicBezTo>
                  <a:pt x="733" y="2718"/>
                  <a:pt x="711" y="2696"/>
                  <a:pt x="689" y="2666"/>
                </a:cubicBezTo>
                <a:lnTo>
                  <a:pt x="1807" y="726"/>
                </a:lnTo>
                <a:cubicBezTo>
                  <a:pt x="1837" y="734"/>
                  <a:pt x="1874" y="741"/>
                  <a:pt x="1911" y="741"/>
                </a:cubicBezTo>
                <a:cubicBezTo>
                  <a:pt x="1948" y="741"/>
                  <a:pt x="1985" y="734"/>
                  <a:pt x="2015" y="726"/>
                </a:cubicBezTo>
                <a:close/>
                <a:moveTo>
                  <a:pt x="2185" y="3540"/>
                </a:moveTo>
                <a:lnTo>
                  <a:pt x="3036" y="3052"/>
                </a:lnTo>
                <a:cubicBezTo>
                  <a:pt x="3036" y="3044"/>
                  <a:pt x="3036" y="3037"/>
                  <a:pt x="3029" y="3029"/>
                </a:cubicBezTo>
                <a:lnTo>
                  <a:pt x="793" y="3029"/>
                </a:lnTo>
                <a:cubicBezTo>
                  <a:pt x="793" y="3029"/>
                  <a:pt x="785" y="3037"/>
                  <a:pt x="785" y="3044"/>
                </a:cubicBezTo>
                <a:lnTo>
                  <a:pt x="1644" y="3533"/>
                </a:lnTo>
                <a:cubicBezTo>
                  <a:pt x="1681" y="3503"/>
                  <a:pt x="1718" y="3474"/>
                  <a:pt x="1763" y="3451"/>
                </a:cubicBezTo>
                <a:cubicBezTo>
                  <a:pt x="1815" y="3429"/>
                  <a:pt x="1859" y="3422"/>
                  <a:pt x="1911" y="3422"/>
                </a:cubicBezTo>
                <a:cubicBezTo>
                  <a:pt x="1963" y="3422"/>
                  <a:pt x="2015" y="3429"/>
                  <a:pt x="2059" y="3451"/>
                </a:cubicBezTo>
                <a:cubicBezTo>
                  <a:pt x="2111" y="3474"/>
                  <a:pt x="2148" y="3503"/>
                  <a:pt x="2185" y="354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81"/>
          <p:cNvSpPr/>
          <p:nvPr/>
        </p:nvSpPr>
        <p:spPr>
          <a:xfrm>
            <a:off x="527000" y="1190975"/>
            <a:ext cx="316050" cy="315525"/>
          </a:xfrm>
          <a:custGeom>
            <a:rect b="b" l="l" r="r" t="t"/>
            <a:pathLst>
              <a:path extrusionOk="0" h="4207" w="4214">
                <a:moveTo>
                  <a:pt x="2105" y="1004"/>
                </a:moveTo>
                <a:cubicBezTo>
                  <a:pt x="2139" y="1004"/>
                  <a:pt x="2170" y="1015"/>
                  <a:pt x="2192" y="1037"/>
                </a:cubicBezTo>
                <a:cubicBezTo>
                  <a:pt x="2266" y="1096"/>
                  <a:pt x="2311" y="1244"/>
                  <a:pt x="2229" y="1481"/>
                </a:cubicBezTo>
                <a:cubicBezTo>
                  <a:pt x="2192" y="1474"/>
                  <a:pt x="2148" y="1467"/>
                  <a:pt x="2104" y="1467"/>
                </a:cubicBezTo>
                <a:cubicBezTo>
                  <a:pt x="2059" y="1467"/>
                  <a:pt x="2015" y="1474"/>
                  <a:pt x="1978" y="1481"/>
                </a:cubicBezTo>
                <a:cubicBezTo>
                  <a:pt x="1896" y="1244"/>
                  <a:pt x="1941" y="1096"/>
                  <a:pt x="2007" y="1037"/>
                </a:cubicBezTo>
                <a:cubicBezTo>
                  <a:pt x="2037" y="1015"/>
                  <a:pt x="2072" y="1004"/>
                  <a:pt x="2105" y="1004"/>
                </a:cubicBezTo>
                <a:close/>
                <a:moveTo>
                  <a:pt x="1279" y="1476"/>
                </a:moveTo>
                <a:cubicBezTo>
                  <a:pt x="1364" y="1476"/>
                  <a:pt x="1484" y="1532"/>
                  <a:pt x="1622" y="1681"/>
                </a:cubicBezTo>
                <a:cubicBezTo>
                  <a:pt x="1563" y="1748"/>
                  <a:pt x="1526" y="1822"/>
                  <a:pt x="1496" y="1904"/>
                </a:cubicBezTo>
                <a:cubicBezTo>
                  <a:pt x="1252" y="1859"/>
                  <a:pt x="1141" y="1748"/>
                  <a:pt x="1119" y="1652"/>
                </a:cubicBezTo>
                <a:cubicBezTo>
                  <a:pt x="1104" y="1578"/>
                  <a:pt x="1148" y="1518"/>
                  <a:pt x="1215" y="1489"/>
                </a:cubicBezTo>
                <a:cubicBezTo>
                  <a:pt x="1233" y="1481"/>
                  <a:pt x="1255" y="1476"/>
                  <a:pt x="1279" y="1476"/>
                </a:cubicBezTo>
                <a:close/>
                <a:moveTo>
                  <a:pt x="2936" y="1487"/>
                </a:moveTo>
                <a:cubicBezTo>
                  <a:pt x="2959" y="1487"/>
                  <a:pt x="2980" y="1490"/>
                  <a:pt x="3000" y="1496"/>
                </a:cubicBezTo>
                <a:cubicBezTo>
                  <a:pt x="3066" y="1518"/>
                  <a:pt x="3103" y="1593"/>
                  <a:pt x="3088" y="1659"/>
                </a:cubicBezTo>
                <a:cubicBezTo>
                  <a:pt x="3066" y="1755"/>
                  <a:pt x="2940" y="1866"/>
                  <a:pt x="2711" y="1911"/>
                </a:cubicBezTo>
                <a:cubicBezTo>
                  <a:pt x="2681" y="1829"/>
                  <a:pt x="2637" y="1755"/>
                  <a:pt x="2585" y="1689"/>
                </a:cubicBezTo>
                <a:cubicBezTo>
                  <a:pt x="2721" y="1540"/>
                  <a:pt x="2844" y="1487"/>
                  <a:pt x="2936" y="1487"/>
                </a:cubicBezTo>
                <a:close/>
                <a:moveTo>
                  <a:pt x="2104" y="1748"/>
                </a:moveTo>
                <a:cubicBezTo>
                  <a:pt x="2155" y="1748"/>
                  <a:pt x="2207" y="1763"/>
                  <a:pt x="2244" y="1785"/>
                </a:cubicBezTo>
                <a:lnTo>
                  <a:pt x="2326" y="1829"/>
                </a:lnTo>
                <a:cubicBezTo>
                  <a:pt x="2392" y="1889"/>
                  <a:pt x="2444" y="1963"/>
                  <a:pt x="2459" y="2052"/>
                </a:cubicBezTo>
                <a:lnTo>
                  <a:pt x="2452" y="2148"/>
                </a:lnTo>
                <a:cubicBezTo>
                  <a:pt x="2444" y="2252"/>
                  <a:pt x="2392" y="2348"/>
                  <a:pt x="2303" y="2407"/>
                </a:cubicBezTo>
                <a:lnTo>
                  <a:pt x="2244" y="2444"/>
                </a:lnTo>
                <a:cubicBezTo>
                  <a:pt x="2207" y="2466"/>
                  <a:pt x="2155" y="2481"/>
                  <a:pt x="2104" y="2481"/>
                </a:cubicBezTo>
                <a:cubicBezTo>
                  <a:pt x="2052" y="2481"/>
                  <a:pt x="2000" y="2466"/>
                  <a:pt x="1963" y="2444"/>
                </a:cubicBezTo>
                <a:lnTo>
                  <a:pt x="1948" y="2437"/>
                </a:lnTo>
                <a:lnTo>
                  <a:pt x="1896" y="2400"/>
                </a:lnTo>
                <a:cubicBezTo>
                  <a:pt x="1807" y="2340"/>
                  <a:pt x="1755" y="2244"/>
                  <a:pt x="1748" y="2140"/>
                </a:cubicBezTo>
                <a:lnTo>
                  <a:pt x="1741" y="2103"/>
                </a:lnTo>
                <a:lnTo>
                  <a:pt x="1748" y="2066"/>
                </a:lnTo>
                <a:cubicBezTo>
                  <a:pt x="1748" y="1985"/>
                  <a:pt x="1793" y="1904"/>
                  <a:pt x="1852" y="1844"/>
                </a:cubicBezTo>
                <a:lnTo>
                  <a:pt x="1963" y="1785"/>
                </a:lnTo>
                <a:cubicBezTo>
                  <a:pt x="2000" y="1763"/>
                  <a:pt x="2052" y="1748"/>
                  <a:pt x="2104" y="1748"/>
                </a:cubicBezTo>
                <a:close/>
                <a:moveTo>
                  <a:pt x="1496" y="2303"/>
                </a:moveTo>
                <a:cubicBezTo>
                  <a:pt x="1526" y="2392"/>
                  <a:pt x="1570" y="2466"/>
                  <a:pt x="1630" y="2533"/>
                </a:cubicBezTo>
                <a:cubicBezTo>
                  <a:pt x="1493" y="2688"/>
                  <a:pt x="1365" y="2742"/>
                  <a:pt x="1278" y="2742"/>
                </a:cubicBezTo>
                <a:cubicBezTo>
                  <a:pt x="1257" y="2742"/>
                  <a:pt x="1238" y="2739"/>
                  <a:pt x="1222" y="2733"/>
                </a:cubicBezTo>
                <a:lnTo>
                  <a:pt x="1215" y="2725"/>
                </a:lnTo>
                <a:cubicBezTo>
                  <a:pt x="1156" y="2711"/>
                  <a:pt x="1111" y="2637"/>
                  <a:pt x="1126" y="2563"/>
                </a:cubicBezTo>
                <a:cubicBezTo>
                  <a:pt x="1141" y="2466"/>
                  <a:pt x="1267" y="2355"/>
                  <a:pt x="1496" y="2303"/>
                </a:cubicBezTo>
                <a:close/>
                <a:moveTo>
                  <a:pt x="2703" y="2311"/>
                </a:moveTo>
                <a:cubicBezTo>
                  <a:pt x="2955" y="2363"/>
                  <a:pt x="3066" y="2474"/>
                  <a:pt x="3081" y="2563"/>
                </a:cubicBezTo>
                <a:cubicBezTo>
                  <a:pt x="3096" y="2637"/>
                  <a:pt x="3051" y="2703"/>
                  <a:pt x="2985" y="2733"/>
                </a:cubicBezTo>
                <a:cubicBezTo>
                  <a:pt x="2969" y="2739"/>
                  <a:pt x="2950" y="2742"/>
                  <a:pt x="2929" y="2742"/>
                </a:cubicBezTo>
                <a:cubicBezTo>
                  <a:pt x="2842" y="2742"/>
                  <a:pt x="2714" y="2688"/>
                  <a:pt x="2577" y="2533"/>
                </a:cubicBezTo>
                <a:cubicBezTo>
                  <a:pt x="2629" y="2466"/>
                  <a:pt x="2674" y="2392"/>
                  <a:pt x="2703" y="2311"/>
                </a:cubicBezTo>
                <a:close/>
                <a:moveTo>
                  <a:pt x="1978" y="2740"/>
                </a:moveTo>
                <a:cubicBezTo>
                  <a:pt x="2018" y="2751"/>
                  <a:pt x="2061" y="2757"/>
                  <a:pt x="2104" y="2757"/>
                </a:cubicBezTo>
                <a:cubicBezTo>
                  <a:pt x="2146" y="2757"/>
                  <a:pt x="2189" y="2751"/>
                  <a:pt x="2229" y="2740"/>
                </a:cubicBezTo>
                <a:lnTo>
                  <a:pt x="2229" y="2740"/>
                </a:lnTo>
                <a:cubicBezTo>
                  <a:pt x="2311" y="2977"/>
                  <a:pt x="2266" y="3125"/>
                  <a:pt x="2200" y="3192"/>
                </a:cubicBezTo>
                <a:cubicBezTo>
                  <a:pt x="2170" y="3211"/>
                  <a:pt x="2135" y="3220"/>
                  <a:pt x="2102" y="3220"/>
                </a:cubicBezTo>
                <a:cubicBezTo>
                  <a:pt x="2068" y="3220"/>
                  <a:pt x="2037" y="3211"/>
                  <a:pt x="2015" y="3192"/>
                </a:cubicBezTo>
                <a:cubicBezTo>
                  <a:pt x="1941" y="3125"/>
                  <a:pt x="1896" y="2977"/>
                  <a:pt x="1978" y="2740"/>
                </a:cubicBezTo>
                <a:close/>
                <a:moveTo>
                  <a:pt x="2104" y="728"/>
                </a:moveTo>
                <a:cubicBezTo>
                  <a:pt x="2007" y="728"/>
                  <a:pt x="1911" y="759"/>
                  <a:pt x="1837" y="822"/>
                </a:cubicBezTo>
                <a:cubicBezTo>
                  <a:pt x="1770" y="874"/>
                  <a:pt x="1622" y="1030"/>
                  <a:pt x="1659" y="1341"/>
                </a:cubicBezTo>
                <a:cubicBezTo>
                  <a:pt x="1506" y="1230"/>
                  <a:pt x="1373" y="1200"/>
                  <a:pt x="1273" y="1200"/>
                </a:cubicBezTo>
                <a:cubicBezTo>
                  <a:pt x="1199" y="1200"/>
                  <a:pt x="1143" y="1217"/>
                  <a:pt x="1111" y="1230"/>
                </a:cubicBezTo>
                <a:cubicBezTo>
                  <a:pt x="919" y="1304"/>
                  <a:pt x="808" y="1504"/>
                  <a:pt x="845" y="1704"/>
                </a:cubicBezTo>
                <a:cubicBezTo>
                  <a:pt x="874" y="1852"/>
                  <a:pt x="985" y="2007"/>
                  <a:pt x="1208" y="2103"/>
                </a:cubicBezTo>
                <a:cubicBezTo>
                  <a:pt x="985" y="2207"/>
                  <a:pt x="874" y="2370"/>
                  <a:pt x="852" y="2511"/>
                </a:cubicBezTo>
                <a:cubicBezTo>
                  <a:pt x="815" y="2718"/>
                  <a:pt x="934" y="2925"/>
                  <a:pt x="1126" y="2992"/>
                </a:cubicBezTo>
                <a:cubicBezTo>
                  <a:pt x="1157" y="3004"/>
                  <a:pt x="1210" y="3019"/>
                  <a:pt x="1280" y="3019"/>
                </a:cubicBezTo>
                <a:cubicBezTo>
                  <a:pt x="1379" y="3019"/>
                  <a:pt x="1512" y="2989"/>
                  <a:pt x="1659" y="2881"/>
                </a:cubicBezTo>
                <a:lnTo>
                  <a:pt x="1659" y="2881"/>
                </a:lnTo>
                <a:cubicBezTo>
                  <a:pt x="1622" y="3192"/>
                  <a:pt x="1770" y="3348"/>
                  <a:pt x="1830" y="3399"/>
                </a:cubicBezTo>
                <a:cubicBezTo>
                  <a:pt x="1911" y="3466"/>
                  <a:pt x="2007" y="3496"/>
                  <a:pt x="2104" y="3496"/>
                </a:cubicBezTo>
                <a:cubicBezTo>
                  <a:pt x="2200" y="3496"/>
                  <a:pt x="2296" y="3466"/>
                  <a:pt x="2370" y="3399"/>
                </a:cubicBezTo>
                <a:lnTo>
                  <a:pt x="2378" y="3399"/>
                </a:lnTo>
                <a:cubicBezTo>
                  <a:pt x="2429" y="3348"/>
                  <a:pt x="2577" y="3192"/>
                  <a:pt x="2548" y="2881"/>
                </a:cubicBezTo>
                <a:lnTo>
                  <a:pt x="2548" y="2881"/>
                </a:lnTo>
                <a:cubicBezTo>
                  <a:pt x="2696" y="2991"/>
                  <a:pt x="2828" y="3021"/>
                  <a:pt x="2926" y="3021"/>
                </a:cubicBezTo>
                <a:cubicBezTo>
                  <a:pt x="2998" y="3021"/>
                  <a:pt x="3053" y="3005"/>
                  <a:pt x="3081" y="2992"/>
                </a:cubicBezTo>
                <a:cubicBezTo>
                  <a:pt x="3281" y="2911"/>
                  <a:pt x="3392" y="2718"/>
                  <a:pt x="3355" y="2518"/>
                </a:cubicBezTo>
                <a:cubicBezTo>
                  <a:pt x="3340" y="2437"/>
                  <a:pt x="3281" y="2237"/>
                  <a:pt x="2992" y="2111"/>
                </a:cubicBezTo>
                <a:cubicBezTo>
                  <a:pt x="3214" y="2015"/>
                  <a:pt x="3333" y="1859"/>
                  <a:pt x="3362" y="1711"/>
                </a:cubicBezTo>
                <a:cubicBezTo>
                  <a:pt x="3399" y="1504"/>
                  <a:pt x="3281" y="1304"/>
                  <a:pt x="3088" y="1237"/>
                </a:cubicBezTo>
                <a:cubicBezTo>
                  <a:pt x="3057" y="1224"/>
                  <a:pt x="3001" y="1208"/>
                  <a:pt x="2927" y="1208"/>
                </a:cubicBezTo>
                <a:cubicBezTo>
                  <a:pt x="2828" y="1208"/>
                  <a:pt x="2696" y="1238"/>
                  <a:pt x="2548" y="1348"/>
                </a:cubicBezTo>
                <a:cubicBezTo>
                  <a:pt x="2577" y="1037"/>
                  <a:pt x="2437" y="874"/>
                  <a:pt x="2378" y="822"/>
                </a:cubicBezTo>
                <a:cubicBezTo>
                  <a:pt x="2300" y="759"/>
                  <a:pt x="2202" y="728"/>
                  <a:pt x="2104" y="728"/>
                </a:cubicBezTo>
                <a:close/>
                <a:moveTo>
                  <a:pt x="2955" y="274"/>
                </a:moveTo>
                <a:cubicBezTo>
                  <a:pt x="3481" y="274"/>
                  <a:pt x="3933" y="719"/>
                  <a:pt x="3933" y="1252"/>
                </a:cubicBezTo>
                <a:lnTo>
                  <a:pt x="3933" y="2962"/>
                </a:lnTo>
                <a:cubicBezTo>
                  <a:pt x="3933" y="3214"/>
                  <a:pt x="3836" y="3459"/>
                  <a:pt x="3659" y="3644"/>
                </a:cubicBezTo>
                <a:cubicBezTo>
                  <a:pt x="3473" y="3829"/>
                  <a:pt x="3222" y="3933"/>
                  <a:pt x="2955" y="3933"/>
                </a:cubicBezTo>
                <a:lnTo>
                  <a:pt x="1252" y="3933"/>
                </a:lnTo>
                <a:cubicBezTo>
                  <a:pt x="711" y="3933"/>
                  <a:pt x="274" y="3496"/>
                  <a:pt x="274" y="2962"/>
                </a:cubicBezTo>
                <a:lnTo>
                  <a:pt x="274" y="1252"/>
                </a:lnTo>
                <a:cubicBezTo>
                  <a:pt x="274" y="719"/>
                  <a:pt x="719" y="274"/>
                  <a:pt x="1252" y="274"/>
                </a:cubicBezTo>
                <a:close/>
                <a:moveTo>
                  <a:pt x="1252" y="0"/>
                </a:moveTo>
                <a:cubicBezTo>
                  <a:pt x="556" y="0"/>
                  <a:pt x="0" y="563"/>
                  <a:pt x="0" y="1252"/>
                </a:cubicBezTo>
                <a:lnTo>
                  <a:pt x="0" y="2962"/>
                </a:lnTo>
                <a:cubicBezTo>
                  <a:pt x="0" y="3651"/>
                  <a:pt x="556" y="4207"/>
                  <a:pt x="1252" y="4207"/>
                </a:cubicBezTo>
                <a:lnTo>
                  <a:pt x="2963" y="4207"/>
                </a:lnTo>
                <a:cubicBezTo>
                  <a:pt x="3303" y="4207"/>
                  <a:pt x="3614" y="4073"/>
                  <a:pt x="3859" y="3836"/>
                </a:cubicBezTo>
                <a:cubicBezTo>
                  <a:pt x="4088" y="3599"/>
                  <a:pt x="4214" y="3288"/>
                  <a:pt x="4207" y="2955"/>
                </a:cubicBezTo>
                <a:lnTo>
                  <a:pt x="4207" y="1252"/>
                </a:lnTo>
                <a:cubicBezTo>
                  <a:pt x="4207" y="563"/>
                  <a:pt x="3644" y="0"/>
                  <a:pt x="2955"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81"/>
          <p:cNvSpPr/>
          <p:nvPr/>
        </p:nvSpPr>
        <p:spPr>
          <a:xfrm>
            <a:off x="518150" y="2256200"/>
            <a:ext cx="333300" cy="333300"/>
          </a:xfrm>
          <a:custGeom>
            <a:rect b="b" l="l" r="r" t="t"/>
            <a:pathLst>
              <a:path extrusionOk="0" h="4444" w="4444">
                <a:moveTo>
                  <a:pt x="1859" y="682"/>
                </a:moveTo>
                <a:cubicBezTo>
                  <a:pt x="1836" y="682"/>
                  <a:pt x="1814" y="704"/>
                  <a:pt x="1814" y="726"/>
                </a:cubicBezTo>
                <a:cubicBezTo>
                  <a:pt x="1814" y="756"/>
                  <a:pt x="1836" y="778"/>
                  <a:pt x="1859" y="778"/>
                </a:cubicBezTo>
                <a:cubicBezTo>
                  <a:pt x="1888" y="778"/>
                  <a:pt x="1903" y="756"/>
                  <a:pt x="1903" y="726"/>
                </a:cubicBezTo>
                <a:cubicBezTo>
                  <a:pt x="1903" y="704"/>
                  <a:pt x="1888" y="682"/>
                  <a:pt x="1859" y="682"/>
                </a:cubicBezTo>
                <a:close/>
                <a:moveTo>
                  <a:pt x="1859" y="637"/>
                </a:moveTo>
                <a:cubicBezTo>
                  <a:pt x="1911" y="637"/>
                  <a:pt x="1955" y="674"/>
                  <a:pt x="1955" y="726"/>
                </a:cubicBezTo>
                <a:cubicBezTo>
                  <a:pt x="1955" y="778"/>
                  <a:pt x="1911" y="822"/>
                  <a:pt x="1859" y="822"/>
                </a:cubicBezTo>
                <a:cubicBezTo>
                  <a:pt x="1807" y="822"/>
                  <a:pt x="1770" y="778"/>
                  <a:pt x="1770" y="726"/>
                </a:cubicBezTo>
                <a:cubicBezTo>
                  <a:pt x="1770" y="674"/>
                  <a:pt x="1807" y="637"/>
                  <a:pt x="1859" y="637"/>
                </a:cubicBezTo>
                <a:close/>
                <a:moveTo>
                  <a:pt x="1859" y="541"/>
                </a:moveTo>
                <a:cubicBezTo>
                  <a:pt x="1755" y="541"/>
                  <a:pt x="1674" y="630"/>
                  <a:pt x="1674" y="726"/>
                </a:cubicBezTo>
                <a:cubicBezTo>
                  <a:pt x="1674" y="830"/>
                  <a:pt x="1755" y="911"/>
                  <a:pt x="1859" y="911"/>
                </a:cubicBezTo>
                <a:cubicBezTo>
                  <a:pt x="1962" y="911"/>
                  <a:pt x="2044" y="830"/>
                  <a:pt x="2044" y="726"/>
                </a:cubicBezTo>
                <a:cubicBezTo>
                  <a:pt x="2044" y="630"/>
                  <a:pt x="1962" y="541"/>
                  <a:pt x="1859" y="541"/>
                </a:cubicBezTo>
                <a:close/>
                <a:moveTo>
                  <a:pt x="2222" y="274"/>
                </a:moveTo>
                <a:cubicBezTo>
                  <a:pt x="2710" y="274"/>
                  <a:pt x="2955" y="371"/>
                  <a:pt x="3066" y="460"/>
                </a:cubicBezTo>
                <a:cubicBezTo>
                  <a:pt x="3073" y="460"/>
                  <a:pt x="3081" y="467"/>
                  <a:pt x="3081" y="474"/>
                </a:cubicBezTo>
                <a:cubicBezTo>
                  <a:pt x="3081" y="482"/>
                  <a:pt x="3088" y="489"/>
                  <a:pt x="3088" y="497"/>
                </a:cubicBezTo>
                <a:lnTo>
                  <a:pt x="3088" y="1385"/>
                </a:lnTo>
                <a:lnTo>
                  <a:pt x="3088" y="1393"/>
                </a:lnTo>
                <a:lnTo>
                  <a:pt x="3088" y="1667"/>
                </a:lnTo>
                <a:cubicBezTo>
                  <a:pt x="3088" y="1896"/>
                  <a:pt x="2814" y="2081"/>
                  <a:pt x="2592" y="2081"/>
                </a:cubicBezTo>
                <a:lnTo>
                  <a:pt x="1851" y="2081"/>
                </a:lnTo>
                <a:cubicBezTo>
                  <a:pt x="1488" y="2081"/>
                  <a:pt x="1081" y="2377"/>
                  <a:pt x="1081" y="2777"/>
                </a:cubicBezTo>
                <a:lnTo>
                  <a:pt x="1081" y="2911"/>
                </a:lnTo>
                <a:lnTo>
                  <a:pt x="474" y="2911"/>
                </a:lnTo>
                <a:cubicBezTo>
                  <a:pt x="467" y="2903"/>
                  <a:pt x="467" y="2903"/>
                  <a:pt x="459" y="2896"/>
                </a:cubicBezTo>
                <a:cubicBezTo>
                  <a:pt x="444" y="2881"/>
                  <a:pt x="437" y="2866"/>
                  <a:pt x="422" y="2844"/>
                </a:cubicBezTo>
                <a:cubicBezTo>
                  <a:pt x="355" y="2763"/>
                  <a:pt x="281" y="2659"/>
                  <a:pt x="281" y="2222"/>
                </a:cubicBezTo>
                <a:cubicBezTo>
                  <a:pt x="281" y="1778"/>
                  <a:pt x="355" y="1681"/>
                  <a:pt x="422" y="1593"/>
                </a:cubicBezTo>
                <a:cubicBezTo>
                  <a:pt x="437" y="1578"/>
                  <a:pt x="444" y="1563"/>
                  <a:pt x="459" y="1541"/>
                </a:cubicBezTo>
                <a:cubicBezTo>
                  <a:pt x="467" y="1541"/>
                  <a:pt x="467" y="1533"/>
                  <a:pt x="474" y="1533"/>
                </a:cubicBezTo>
                <a:cubicBezTo>
                  <a:pt x="481" y="1526"/>
                  <a:pt x="489" y="1526"/>
                  <a:pt x="496" y="1526"/>
                </a:cubicBezTo>
                <a:lnTo>
                  <a:pt x="2133" y="1526"/>
                </a:lnTo>
                <a:cubicBezTo>
                  <a:pt x="2207" y="1526"/>
                  <a:pt x="2266" y="1459"/>
                  <a:pt x="2266" y="1385"/>
                </a:cubicBezTo>
                <a:cubicBezTo>
                  <a:pt x="2266" y="1311"/>
                  <a:pt x="2207" y="1244"/>
                  <a:pt x="2133" y="1244"/>
                </a:cubicBezTo>
                <a:lnTo>
                  <a:pt x="1355" y="1244"/>
                </a:lnTo>
                <a:lnTo>
                  <a:pt x="1355" y="489"/>
                </a:lnTo>
                <a:cubicBezTo>
                  <a:pt x="1355" y="482"/>
                  <a:pt x="1363" y="482"/>
                  <a:pt x="1363" y="474"/>
                </a:cubicBezTo>
                <a:cubicBezTo>
                  <a:pt x="1363" y="467"/>
                  <a:pt x="1370" y="460"/>
                  <a:pt x="1377" y="460"/>
                </a:cubicBezTo>
                <a:cubicBezTo>
                  <a:pt x="1496" y="371"/>
                  <a:pt x="1733" y="274"/>
                  <a:pt x="2222" y="274"/>
                </a:cubicBezTo>
                <a:close/>
                <a:moveTo>
                  <a:pt x="2621" y="3666"/>
                </a:moveTo>
                <a:cubicBezTo>
                  <a:pt x="2599" y="3666"/>
                  <a:pt x="2577" y="3681"/>
                  <a:pt x="2577" y="3710"/>
                </a:cubicBezTo>
                <a:cubicBezTo>
                  <a:pt x="2577" y="3733"/>
                  <a:pt x="2599" y="3755"/>
                  <a:pt x="2621" y="3755"/>
                </a:cubicBezTo>
                <a:cubicBezTo>
                  <a:pt x="2651" y="3755"/>
                  <a:pt x="2673" y="3733"/>
                  <a:pt x="2673" y="3710"/>
                </a:cubicBezTo>
                <a:cubicBezTo>
                  <a:pt x="2673" y="3681"/>
                  <a:pt x="2651" y="3666"/>
                  <a:pt x="2621" y="3666"/>
                </a:cubicBezTo>
                <a:close/>
                <a:moveTo>
                  <a:pt x="2621" y="3614"/>
                </a:moveTo>
                <a:cubicBezTo>
                  <a:pt x="2673" y="3614"/>
                  <a:pt x="2718" y="3659"/>
                  <a:pt x="2718" y="3710"/>
                </a:cubicBezTo>
                <a:cubicBezTo>
                  <a:pt x="2718" y="3762"/>
                  <a:pt x="2673" y="3799"/>
                  <a:pt x="2621" y="3799"/>
                </a:cubicBezTo>
                <a:cubicBezTo>
                  <a:pt x="2577" y="3799"/>
                  <a:pt x="2533" y="3762"/>
                  <a:pt x="2533" y="3710"/>
                </a:cubicBezTo>
                <a:cubicBezTo>
                  <a:pt x="2533" y="3659"/>
                  <a:pt x="2577" y="3614"/>
                  <a:pt x="2621" y="3614"/>
                </a:cubicBezTo>
                <a:close/>
                <a:moveTo>
                  <a:pt x="2621" y="3525"/>
                </a:moveTo>
                <a:cubicBezTo>
                  <a:pt x="2525" y="3525"/>
                  <a:pt x="2436" y="3607"/>
                  <a:pt x="2436" y="3710"/>
                </a:cubicBezTo>
                <a:cubicBezTo>
                  <a:pt x="2436" y="3814"/>
                  <a:pt x="2525" y="3896"/>
                  <a:pt x="2621" y="3896"/>
                </a:cubicBezTo>
                <a:cubicBezTo>
                  <a:pt x="2725" y="3896"/>
                  <a:pt x="2807" y="3814"/>
                  <a:pt x="2807" y="3710"/>
                </a:cubicBezTo>
                <a:cubicBezTo>
                  <a:pt x="2807" y="3607"/>
                  <a:pt x="2725" y="3525"/>
                  <a:pt x="2621" y="3525"/>
                </a:cubicBezTo>
                <a:close/>
                <a:moveTo>
                  <a:pt x="3969" y="1526"/>
                </a:moveTo>
                <a:cubicBezTo>
                  <a:pt x="3969" y="1533"/>
                  <a:pt x="3977" y="1533"/>
                  <a:pt x="3984" y="1541"/>
                </a:cubicBezTo>
                <a:cubicBezTo>
                  <a:pt x="3991" y="1555"/>
                  <a:pt x="4006" y="1570"/>
                  <a:pt x="4021" y="1593"/>
                </a:cubicBezTo>
                <a:cubicBezTo>
                  <a:pt x="4088" y="1674"/>
                  <a:pt x="4162" y="1778"/>
                  <a:pt x="4162" y="2215"/>
                </a:cubicBezTo>
                <a:cubicBezTo>
                  <a:pt x="4162" y="2659"/>
                  <a:pt x="4088" y="2755"/>
                  <a:pt x="4021" y="2844"/>
                </a:cubicBezTo>
                <a:cubicBezTo>
                  <a:pt x="4006" y="2866"/>
                  <a:pt x="3999" y="2881"/>
                  <a:pt x="3984" y="2896"/>
                </a:cubicBezTo>
                <a:cubicBezTo>
                  <a:pt x="3984" y="2903"/>
                  <a:pt x="3977" y="2903"/>
                  <a:pt x="3969" y="2903"/>
                </a:cubicBezTo>
                <a:cubicBezTo>
                  <a:pt x="3962" y="2911"/>
                  <a:pt x="3954" y="2911"/>
                  <a:pt x="3947" y="2911"/>
                </a:cubicBezTo>
                <a:lnTo>
                  <a:pt x="2310" y="2911"/>
                </a:lnTo>
                <a:cubicBezTo>
                  <a:pt x="2236" y="2911"/>
                  <a:pt x="2177" y="2977"/>
                  <a:pt x="2177" y="3051"/>
                </a:cubicBezTo>
                <a:cubicBezTo>
                  <a:pt x="2177" y="3125"/>
                  <a:pt x="2236" y="3192"/>
                  <a:pt x="2310" y="3192"/>
                </a:cubicBezTo>
                <a:lnTo>
                  <a:pt x="3088" y="3192"/>
                </a:lnTo>
                <a:lnTo>
                  <a:pt x="3088" y="3947"/>
                </a:lnTo>
                <a:cubicBezTo>
                  <a:pt x="3088" y="3955"/>
                  <a:pt x="3081" y="3955"/>
                  <a:pt x="3081" y="3962"/>
                </a:cubicBezTo>
                <a:cubicBezTo>
                  <a:pt x="3081" y="3970"/>
                  <a:pt x="3073" y="3977"/>
                  <a:pt x="3066" y="3977"/>
                </a:cubicBezTo>
                <a:cubicBezTo>
                  <a:pt x="2947" y="4066"/>
                  <a:pt x="2710" y="4162"/>
                  <a:pt x="2222" y="4162"/>
                </a:cubicBezTo>
                <a:cubicBezTo>
                  <a:pt x="1733" y="4162"/>
                  <a:pt x="1488" y="4066"/>
                  <a:pt x="1377" y="3977"/>
                </a:cubicBezTo>
                <a:cubicBezTo>
                  <a:pt x="1370" y="3977"/>
                  <a:pt x="1363" y="3970"/>
                  <a:pt x="1363" y="3962"/>
                </a:cubicBezTo>
                <a:cubicBezTo>
                  <a:pt x="1355" y="3955"/>
                  <a:pt x="1355" y="3947"/>
                  <a:pt x="1355" y="3940"/>
                </a:cubicBezTo>
                <a:lnTo>
                  <a:pt x="1355" y="3051"/>
                </a:lnTo>
                <a:lnTo>
                  <a:pt x="1355" y="3044"/>
                </a:lnTo>
                <a:lnTo>
                  <a:pt x="1355" y="2770"/>
                </a:lnTo>
                <a:cubicBezTo>
                  <a:pt x="1355" y="2540"/>
                  <a:pt x="1629" y="2355"/>
                  <a:pt x="1851" y="2355"/>
                </a:cubicBezTo>
                <a:lnTo>
                  <a:pt x="2592" y="2355"/>
                </a:lnTo>
                <a:cubicBezTo>
                  <a:pt x="2955" y="2355"/>
                  <a:pt x="3362" y="2059"/>
                  <a:pt x="3362" y="1659"/>
                </a:cubicBezTo>
                <a:lnTo>
                  <a:pt x="3362" y="1526"/>
                </a:lnTo>
                <a:close/>
                <a:moveTo>
                  <a:pt x="2222" y="0"/>
                </a:moveTo>
                <a:cubicBezTo>
                  <a:pt x="1770" y="0"/>
                  <a:pt x="1437" y="74"/>
                  <a:pt x="1214" y="230"/>
                </a:cubicBezTo>
                <a:cubicBezTo>
                  <a:pt x="1177" y="260"/>
                  <a:pt x="1140" y="297"/>
                  <a:pt x="1118" y="348"/>
                </a:cubicBezTo>
                <a:cubicBezTo>
                  <a:pt x="1089" y="393"/>
                  <a:pt x="1081" y="445"/>
                  <a:pt x="1081" y="497"/>
                </a:cubicBezTo>
                <a:lnTo>
                  <a:pt x="1081" y="1252"/>
                </a:lnTo>
                <a:lnTo>
                  <a:pt x="496" y="1252"/>
                </a:lnTo>
                <a:cubicBezTo>
                  <a:pt x="444" y="1252"/>
                  <a:pt x="400" y="1259"/>
                  <a:pt x="348" y="1282"/>
                </a:cubicBezTo>
                <a:cubicBezTo>
                  <a:pt x="296" y="1311"/>
                  <a:pt x="259" y="1341"/>
                  <a:pt x="230" y="1385"/>
                </a:cubicBezTo>
                <a:cubicBezTo>
                  <a:pt x="222" y="1400"/>
                  <a:pt x="215" y="1407"/>
                  <a:pt x="207" y="1422"/>
                </a:cubicBezTo>
                <a:cubicBezTo>
                  <a:pt x="96" y="1563"/>
                  <a:pt x="0" y="1726"/>
                  <a:pt x="0" y="2222"/>
                </a:cubicBezTo>
                <a:cubicBezTo>
                  <a:pt x="0" y="2718"/>
                  <a:pt x="96" y="2874"/>
                  <a:pt x="207" y="3022"/>
                </a:cubicBezTo>
                <a:cubicBezTo>
                  <a:pt x="215" y="3029"/>
                  <a:pt x="222" y="3044"/>
                  <a:pt x="230" y="3059"/>
                </a:cubicBezTo>
                <a:cubicBezTo>
                  <a:pt x="259" y="3096"/>
                  <a:pt x="304" y="3133"/>
                  <a:pt x="348" y="3155"/>
                </a:cubicBezTo>
                <a:cubicBezTo>
                  <a:pt x="392" y="3177"/>
                  <a:pt x="444" y="3192"/>
                  <a:pt x="496" y="3192"/>
                </a:cubicBezTo>
                <a:lnTo>
                  <a:pt x="1081" y="3192"/>
                </a:lnTo>
                <a:lnTo>
                  <a:pt x="1081" y="3947"/>
                </a:lnTo>
                <a:cubicBezTo>
                  <a:pt x="1081" y="3992"/>
                  <a:pt x="1089" y="4044"/>
                  <a:pt x="1118" y="4095"/>
                </a:cubicBezTo>
                <a:cubicBezTo>
                  <a:pt x="1140" y="4140"/>
                  <a:pt x="1177" y="4184"/>
                  <a:pt x="1214" y="4207"/>
                </a:cubicBezTo>
                <a:cubicBezTo>
                  <a:pt x="1429" y="4362"/>
                  <a:pt x="1770" y="4443"/>
                  <a:pt x="2222" y="4443"/>
                </a:cubicBezTo>
                <a:cubicBezTo>
                  <a:pt x="2673" y="4443"/>
                  <a:pt x="3006" y="4362"/>
                  <a:pt x="3229" y="4214"/>
                </a:cubicBezTo>
                <a:cubicBezTo>
                  <a:pt x="3266" y="4184"/>
                  <a:pt x="3303" y="4140"/>
                  <a:pt x="3325" y="4095"/>
                </a:cubicBezTo>
                <a:cubicBezTo>
                  <a:pt x="3355" y="4044"/>
                  <a:pt x="3362" y="3999"/>
                  <a:pt x="3362" y="3947"/>
                </a:cubicBezTo>
                <a:lnTo>
                  <a:pt x="3362" y="3192"/>
                </a:lnTo>
                <a:lnTo>
                  <a:pt x="3947" y="3192"/>
                </a:lnTo>
                <a:cubicBezTo>
                  <a:pt x="3999" y="3192"/>
                  <a:pt x="4051" y="3177"/>
                  <a:pt x="4095" y="3155"/>
                </a:cubicBezTo>
                <a:cubicBezTo>
                  <a:pt x="4139" y="3133"/>
                  <a:pt x="4184" y="3096"/>
                  <a:pt x="4213" y="3059"/>
                </a:cubicBezTo>
                <a:cubicBezTo>
                  <a:pt x="4221" y="3044"/>
                  <a:pt x="4228" y="3029"/>
                  <a:pt x="4243" y="3022"/>
                </a:cubicBezTo>
                <a:cubicBezTo>
                  <a:pt x="4354" y="2874"/>
                  <a:pt x="4443" y="2718"/>
                  <a:pt x="4443" y="2222"/>
                </a:cubicBezTo>
                <a:cubicBezTo>
                  <a:pt x="4443" y="1726"/>
                  <a:pt x="4354" y="1563"/>
                  <a:pt x="4236" y="1422"/>
                </a:cubicBezTo>
                <a:cubicBezTo>
                  <a:pt x="4228" y="1407"/>
                  <a:pt x="4221" y="1400"/>
                  <a:pt x="4213" y="1385"/>
                </a:cubicBezTo>
                <a:cubicBezTo>
                  <a:pt x="4184" y="1341"/>
                  <a:pt x="4147" y="1311"/>
                  <a:pt x="4095" y="1282"/>
                </a:cubicBezTo>
                <a:cubicBezTo>
                  <a:pt x="4051" y="1259"/>
                  <a:pt x="3999" y="1252"/>
                  <a:pt x="3947" y="1252"/>
                </a:cubicBezTo>
                <a:lnTo>
                  <a:pt x="3362" y="1252"/>
                </a:lnTo>
                <a:lnTo>
                  <a:pt x="3362" y="497"/>
                </a:lnTo>
                <a:cubicBezTo>
                  <a:pt x="3362" y="445"/>
                  <a:pt x="3355" y="393"/>
                  <a:pt x="3325" y="348"/>
                </a:cubicBezTo>
                <a:cubicBezTo>
                  <a:pt x="3303" y="297"/>
                  <a:pt x="3266" y="260"/>
                  <a:pt x="3229" y="230"/>
                </a:cubicBezTo>
                <a:cubicBezTo>
                  <a:pt x="3014" y="74"/>
                  <a:pt x="2673" y="0"/>
                  <a:pt x="2222"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81"/>
          <p:cNvSpPr/>
          <p:nvPr/>
        </p:nvSpPr>
        <p:spPr>
          <a:xfrm>
            <a:off x="1485275" y="2842700"/>
            <a:ext cx="269400" cy="351600"/>
          </a:xfrm>
          <a:custGeom>
            <a:rect b="b" l="l" r="r" t="t"/>
            <a:pathLst>
              <a:path extrusionOk="0" h="4688" w="3592">
                <a:moveTo>
                  <a:pt x="3451" y="2340"/>
                </a:moveTo>
                <a:cubicBezTo>
                  <a:pt x="3384" y="2288"/>
                  <a:pt x="3310" y="2274"/>
                  <a:pt x="3229" y="2274"/>
                </a:cubicBezTo>
                <a:cubicBezTo>
                  <a:pt x="3206" y="1785"/>
                  <a:pt x="3251" y="1289"/>
                  <a:pt x="3125" y="815"/>
                </a:cubicBezTo>
                <a:cubicBezTo>
                  <a:pt x="3591" y="644"/>
                  <a:pt x="3221" y="0"/>
                  <a:pt x="2814" y="289"/>
                </a:cubicBezTo>
                <a:cubicBezTo>
                  <a:pt x="2547" y="52"/>
                  <a:pt x="2177" y="15"/>
                  <a:pt x="1792" y="15"/>
                </a:cubicBezTo>
                <a:cubicBezTo>
                  <a:pt x="1407" y="45"/>
                  <a:pt x="1044" y="111"/>
                  <a:pt x="792" y="341"/>
                </a:cubicBezTo>
                <a:lnTo>
                  <a:pt x="792" y="333"/>
                </a:lnTo>
                <a:cubicBezTo>
                  <a:pt x="378" y="67"/>
                  <a:pt x="0" y="711"/>
                  <a:pt x="489" y="867"/>
                </a:cubicBezTo>
                <a:cubicBezTo>
                  <a:pt x="370" y="1333"/>
                  <a:pt x="474" y="1814"/>
                  <a:pt x="489" y="2288"/>
                </a:cubicBezTo>
                <a:cubicBezTo>
                  <a:pt x="407" y="2288"/>
                  <a:pt x="318" y="2303"/>
                  <a:pt x="244" y="2355"/>
                </a:cubicBezTo>
                <a:cubicBezTo>
                  <a:pt x="215" y="2385"/>
                  <a:pt x="141" y="2474"/>
                  <a:pt x="215" y="2511"/>
                </a:cubicBezTo>
                <a:cubicBezTo>
                  <a:pt x="222" y="2644"/>
                  <a:pt x="355" y="2577"/>
                  <a:pt x="415" y="2540"/>
                </a:cubicBezTo>
                <a:cubicBezTo>
                  <a:pt x="452" y="2511"/>
                  <a:pt x="474" y="2518"/>
                  <a:pt x="489" y="2496"/>
                </a:cubicBezTo>
                <a:cubicBezTo>
                  <a:pt x="467" y="2977"/>
                  <a:pt x="348" y="3607"/>
                  <a:pt x="607" y="4029"/>
                </a:cubicBezTo>
                <a:cubicBezTo>
                  <a:pt x="659" y="4103"/>
                  <a:pt x="711" y="4169"/>
                  <a:pt x="778" y="4221"/>
                </a:cubicBezTo>
                <a:cubicBezTo>
                  <a:pt x="681" y="4288"/>
                  <a:pt x="548" y="4384"/>
                  <a:pt x="622" y="4510"/>
                </a:cubicBezTo>
                <a:cubicBezTo>
                  <a:pt x="652" y="4532"/>
                  <a:pt x="652" y="4517"/>
                  <a:pt x="666" y="4525"/>
                </a:cubicBezTo>
                <a:cubicBezTo>
                  <a:pt x="674" y="4540"/>
                  <a:pt x="711" y="4621"/>
                  <a:pt x="807" y="4562"/>
                </a:cubicBezTo>
                <a:cubicBezTo>
                  <a:pt x="889" y="4517"/>
                  <a:pt x="955" y="4428"/>
                  <a:pt x="1037" y="4391"/>
                </a:cubicBezTo>
                <a:cubicBezTo>
                  <a:pt x="1251" y="4495"/>
                  <a:pt x="1503" y="4540"/>
                  <a:pt x="1718" y="4547"/>
                </a:cubicBezTo>
                <a:cubicBezTo>
                  <a:pt x="2036" y="4554"/>
                  <a:pt x="2399" y="4510"/>
                  <a:pt x="2681" y="4354"/>
                </a:cubicBezTo>
                <a:cubicBezTo>
                  <a:pt x="2814" y="4399"/>
                  <a:pt x="2895" y="4688"/>
                  <a:pt x="3043" y="4547"/>
                </a:cubicBezTo>
                <a:cubicBezTo>
                  <a:pt x="3199" y="4451"/>
                  <a:pt x="3014" y="4258"/>
                  <a:pt x="2910" y="4192"/>
                </a:cubicBezTo>
                <a:cubicBezTo>
                  <a:pt x="2984" y="4117"/>
                  <a:pt x="3051" y="4036"/>
                  <a:pt x="3095" y="3940"/>
                </a:cubicBezTo>
                <a:cubicBezTo>
                  <a:pt x="3310" y="3503"/>
                  <a:pt x="3280" y="2977"/>
                  <a:pt x="3243" y="2496"/>
                </a:cubicBezTo>
                <a:cubicBezTo>
                  <a:pt x="3258" y="2503"/>
                  <a:pt x="3266" y="2511"/>
                  <a:pt x="3280" y="2518"/>
                </a:cubicBezTo>
                <a:cubicBezTo>
                  <a:pt x="3340" y="2562"/>
                  <a:pt x="3480" y="2622"/>
                  <a:pt x="3488" y="2488"/>
                </a:cubicBezTo>
                <a:cubicBezTo>
                  <a:pt x="3554" y="2451"/>
                  <a:pt x="3488" y="2370"/>
                  <a:pt x="3451" y="2340"/>
                </a:cubicBezTo>
                <a:close/>
                <a:moveTo>
                  <a:pt x="3088" y="459"/>
                </a:moveTo>
                <a:cubicBezTo>
                  <a:pt x="3125" y="526"/>
                  <a:pt x="3103" y="563"/>
                  <a:pt x="3058" y="600"/>
                </a:cubicBezTo>
                <a:cubicBezTo>
                  <a:pt x="3058" y="600"/>
                  <a:pt x="3051" y="593"/>
                  <a:pt x="3051" y="593"/>
                </a:cubicBezTo>
                <a:cubicBezTo>
                  <a:pt x="3021" y="526"/>
                  <a:pt x="2984" y="467"/>
                  <a:pt x="2940" y="415"/>
                </a:cubicBezTo>
                <a:cubicBezTo>
                  <a:pt x="2999" y="393"/>
                  <a:pt x="3058" y="400"/>
                  <a:pt x="3088" y="459"/>
                </a:cubicBezTo>
                <a:close/>
                <a:moveTo>
                  <a:pt x="459" y="526"/>
                </a:moveTo>
                <a:cubicBezTo>
                  <a:pt x="496" y="452"/>
                  <a:pt x="563" y="459"/>
                  <a:pt x="637" y="496"/>
                </a:cubicBezTo>
                <a:lnTo>
                  <a:pt x="533" y="696"/>
                </a:lnTo>
                <a:cubicBezTo>
                  <a:pt x="467" y="659"/>
                  <a:pt x="415" y="607"/>
                  <a:pt x="459" y="526"/>
                </a:cubicBezTo>
                <a:close/>
                <a:moveTo>
                  <a:pt x="822" y="800"/>
                </a:moveTo>
                <a:cubicBezTo>
                  <a:pt x="703" y="215"/>
                  <a:pt x="1637" y="111"/>
                  <a:pt x="1674" y="681"/>
                </a:cubicBezTo>
                <a:cubicBezTo>
                  <a:pt x="1696" y="1155"/>
                  <a:pt x="948" y="1274"/>
                  <a:pt x="822" y="800"/>
                </a:cubicBezTo>
                <a:close/>
                <a:moveTo>
                  <a:pt x="2133" y="1355"/>
                </a:moveTo>
                <a:cubicBezTo>
                  <a:pt x="2088" y="1407"/>
                  <a:pt x="2036" y="1400"/>
                  <a:pt x="1992" y="1378"/>
                </a:cubicBezTo>
                <a:cubicBezTo>
                  <a:pt x="1992" y="1452"/>
                  <a:pt x="2007" y="1526"/>
                  <a:pt x="1992" y="1600"/>
                </a:cubicBezTo>
                <a:cubicBezTo>
                  <a:pt x="1970" y="1629"/>
                  <a:pt x="1940" y="1637"/>
                  <a:pt x="1911" y="1644"/>
                </a:cubicBezTo>
                <a:cubicBezTo>
                  <a:pt x="1866" y="1637"/>
                  <a:pt x="1836" y="1615"/>
                  <a:pt x="1814" y="1578"/>
                </a:cubicBezTo>
                <a:cubicBezTo>
                  <a:pt x="1777" y="1629"/>
                  <a:pt x="1740" y="1652"/>
                  <a:pt x="1703" y="1652"/>
                </a:cubicBezTo>
                <a:cubicBezTo>
                  <a:pt x="1674" y="1652"/>
                  <a:pt x="1651" y="1637"/>
                  <a:pt x="1629" y="1607"/>
                </a:cubicBezTo>
                <a:cubicBezTo>
                  <a:pt x="1592" y="1555"/>
                  <a:pt x="1585" y="1459"/>
                  <a:pt x="1607" y="1385"/>
                </a:cubicBezTo>
                <a:cubicBezTo>
                  <a:pt x="1562" y="1385"/>
                  <a:pt x="1533" y="1378"/>
                  <a:pt x="1511" y="1333"/>
                </a:cubicBezTo>
                <a:cubicBezTo>
                  <a:pt x="1459" y="1237"/>
                  <a:pt x="1533" y="1118"/>
                  <a:pt x="1629" y="1104"/>
                </a:cubicBezTo>
                <a:cubicBezTo>
                  <a:pt x="1629" y="1096"/>
                  <a:pt x="1629" y="1096"/>
                  <a:pt x="1629" y="1096"/>
                </a:cubicBezTo>
                <a:cubicBezTo>
                  <a:pt x="1622" y="911"/>
                  <a:pt x="1970" y="889"/>
                  <a:pt x="2007" y="1044"/>
                </a:cubicBezTo>
                <a:cubicBezTo>
                  <a:pt x="2007" y="1059"/>
                  <a:pt x="2007" y="1081"/>
                  <a:pt x="1999" y="1096"/>
                </a:cubicBezTo>
                <a:cubicBezTo>
                  <a:pt x="2110" y="1148"/>
                  <a:pt x="2229" y="1252"/>
                  <a:pt x="2133" y="1355"/>
                </a:cubicBezTo>
                <a:close/>
                <a:moveTo>
                  <a:pt x="1881" y="711"/>
                </a:moveTo>
                <a:cubicBezTo>
                  <a:pt x="1851" y="208"/>
                  <a:pt x="2621" y="67"/>
                  <a:pt x="2732" y="563"/>
                </a:cubicBezTo>
                <a:cubicBezTo>
                  <a:pt x="2858" y="1118"/>
                  <a:pt x="1970" y="1259"/>
                  <a:pt x="1881" y="711"/>
                </a:cubicBezTo>
                <a:close/>
                <a:moveTo>
                  <a:pt x="1037" y="585"/>
                </a:moveTo>
                <a:cubicBezTo>
                  <a:pt x="963" y="585"/>
                  <a:pt x="911" y="644"/>
                  <a:pt x="911" y="726"/>
                </a:cubicBezTo>
                <a:cubicBezTo>
                  <a:pt x="911" y="807"/>
                  <a:pt x="963" y="867"/>
                  <a:pt x="1037" y="867"/>
                </a:cubicBezTo>
                <a:cubicBezTo>
                  <a:pt x="1103" y="867"/>
                  <a:pt x="1163" y="800"/>
                  <a:pt x="1163" y="726"/>
                </a:cubicBezTo>
                <a:cubicBezTo>
                  <a:pt x="1163" y="652"/>
                  <a:pt x="1103" y="585"/>
                  <a:pt x="1037" y="585"/>
                </a:cubicBezTo>
                <a:close/>
                <a:moveTo>
                  <a:pt x="1089" y="793"/>
                </a:moveTo>
                <a:cubicBezTo>
                  <a:pt x="1074" y="793"/>
                  <a:pt x="1059" y="778"/>
                  <a:pt x="1059" y="756"/>
                </a:cubicBezTo>
                <a:cubicBezTo>
                  <a:pt x="1059" y="733"/>
                  <a:pt x="1074" y="719"/>
                  <a:pt x="1089" y="719"/>
                </a:cubicBezTo>
                <a:cubicBezTo>
                  <a:pt x="1103" y="719"/>
                  <a:pt x="1118" y="733"/>
                  <a:pt x="1118" y="756"/>
                </a:cubicBezTo>
                <a:cubicBezTo>
                  <a:pt x="1118" y="778"/>
                  <a:pt x="1103" y="793"/>
                  <a:pt x="1089" y="793"/>
                </a:cubicBezTo>
                <a:close/>
                <a:moveTo>
                  <a:pt x="2103" y="548"/>
                </a:moveTo>
                <a:cubicBezTo>
                  <a:pt x="2029" y="548"/>
                  <a:pt x="1977" y="615"/>
                  <a:pt x="1977" y="689"/>
                </a:cubicBezTo>
                <a:cubicBezTo>
                  <a:pt x="1977" y="770"/>
                  <a:pt x="2029" y="830"/>
                  <a:pt x="2103" y="830"/>
                </a:cubicBezTo>
                <a:cubicBezTo>
                  <a:pt x="2170" y="830"/>
                  <a:pt x="2229" y="770"/>
                  <a:pt x="2229" y="689"/>
                </a:cubicBezTo>
                <a:cubicBezTo>
                  <a:pt x="2229" y="615"/>
                  <a:pt x="2170" y="548"/>
                  <a:pt x="2103" y="548"/>
                </a:cubicBezTo>
                <a:close/>
                <a:moveTo>
                  <a:pt x="2155" y="756"/>
                </a:moveTo>
                <a:cubicBezTo>
                  <a:pt x="2140" y="756"/>
                  <a:pt x="2125" y="741"/>
                  <a:pt x="2125" y="719"/>
                </a:cubicBezTo>
                <a:cubicBezTo>
                  <a:pt x="2125" y="704"/>
                  <a:pt x="2140" y="689"/>
                  <a:pt x="2155" y="689"/>
                </a:cubicBezTo>
                <a:cubicBezTo>
                  <a:pt x="2177" y="689"/>
                  <a:pt x="2192" y="704"/>
                  <a:pt x="2192" y="719"/>
                </a:cubicBezTo>
                <a:cubicBezTo>
                  <a:pt x="2192" y="741"/>
                  <a:pt x="2177" y="756"/>
                  <a:pt x="2155" y="756"/>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81"/>
          <p:cNvSpPr/>
          <p:nvPr/>
        </p:nvSpPr>
        <p:spPr>
          <a:xfrm>
            <a:off x="1418797" y="2365625"/>
            <a:ext cx="334425" cy="145575"/>
          </a:xfrm>
          <a:custGeom>
            <a:rect b="b" l="l" r="r" t="t"/>
            <a:pathLst>
              <a:path extrusionOk="0" h="1941" w="4459">
                <a:moveTo>
                  <a:pt x="349" y="193"/>
                </a:moveTo>
                <a:cubicBezTo>
                  <a:pt x="275" y="193"/>
                  <a:pt x="215" y="259"/>
                  <a:pt x="215" y="333"/>
                </a:cubicBezTo>
                <a:cubicBezTo>
                  <a:pt x="215" y="415"/>
                  <a:pt x="275" y="474"/>
                  <a:pt x="349" y="474"/>
                </a:cubicBezTo>
                <a:lnTo>
                  <a:pt x="726" y="474"/>
                </a:lnTo>
                <a:cubicBezTo>
                  <a:pt x="808" y="474"/>
                  <a:pt x="867" y="415"/>
                  <a:pt x="867" y="333"/>
                </a:cubicBezTo>
                <a:cubicBezTo>
                  <a:pt x="867" y="259"/>
                  <a:pt x="808" y="193"/>
                  <a:pt x="726" y="193"/>
                </a:cubicBezTo>
                <a:close/>
                <a:moveTo>
                  <a:pt x="141" y="615"/>
                </a:moveTo>
                <a:cubicBezTo>
                  <a:pt x="67" y="615"/>
                  <a:pt x="1" y="674"/>
                  <a:pt x="1" y="748"/>
                </a:cubicBezTo>
                <a:cubicBezTo>
                  <a:pt x="1" y="830"/>
                  <a:pt x="67" y="889"/>
                  <a:pt x="141" y="889"/>
                </a:cubicBezTo>
                <a:lnTo>
                  <a:pt x="689" y="889"/>
                </a:lnTo>
                <a:cubicBezTo>
                  <a:pt x="771" y="889"/>
                  <a:pt x="830" y="830"/>
                  <a:pt x="830" y="748"/>
                </a:cubicBezTo>
                <a:cubicBezTo>
                  <a:pt x="830" y="674"/>
                  <a:pt x="771" y="615"/>
                  <a:pt x="689" y="615"/>
                </a:cubicBezTo>
                <a:close/>
                <a:moveTo>
                  <a:pt x="541" y="1030"/>
                </a:moveTo>
                <a:cubicBezTo>
                  <a:pt x="467" y="1030"/>
                  <a:pt x="400" y="1089"/>
                  <a:pt x="400" y="1163"/>
                </a:cubicBezTo>
                <a:cubicBezTo>
                  <a:pt x="400" y="1244"/>
                  <a:pt x="467" y="1304"/>
                  <a:pt x="541" y="1304"/>
                </a:cubicBezTo>
                <a:lnTo>
                  <a:pt x="674" y="1304"/>
                </a:lnTo>
                <a:cubicBezTo>
                  <a:pt x="748" y="1304"/>
                  <a:pt x="808" y="1244"/>
                  <a:pt x="808" y="1163"/>
                </a:cubicBezTo>
                <a:cubicBezTo>
                  <a:pt x="808" y="1089"/>
                  <a:pt x="748" y="1030"/>
                  <a:pt x="674" y="1030"/>
                </a:cubicBezTo>
                <a:close/>
                <a:moveTo>
                  <a:pt x="3555" y="341"/>
                </a:moveTo>
                <a:cubicBezTo>
                  <a:pt x="3710" y="341"/>
                  <a:pt x="3859" y="393"/>
                  <a:pt x="3977" y="504"/>
                </a:cubicBezTo>
                <a:cubicBezTo>
                  <a:pt x="4096" y="615"/>
                  <a:pt x="4162" y="763"/>
                  <a:pt x="4170" y="926"/>
                </a:cubicBezTo>
                <a:cubicBezTo>
                  <a:pt x="4177" y="1111"/>
                  <a:pt x="4103" y="1296"/>
                  <a:pt x="3977" y="1437"/>
                </a:cubicBezTo>
                <a:cubicBezTo>
                  <a:pt x="3851" y="1570"/>
                  <a:pt x="3681" y="1652"/>
                  <a:pt x="3511" y="1666"/>
                </a:cubicBezTo>
                <a:cubicBezTo>
                  <a:pt x="3499" y="1667"/>
                  <a:pt x="3488" y="1667"/>
                  <a:pt x="3478" y="1667"/>
                </a:cubicBezTo>
                <a:cubicBezTo>
                  <a:pt x="3313" y="1667"/>
                  <a:pt x="3162" y="1615"/>
                  <a:pt x="3044" y="1503"/>
                </a:cubicBezTo>
                <a:cubicBezTo>
                  <a:pt x="2792" y="1267"/>
                  <a:pt x="2785" y="852"/>
                  <a:pt x="3044" y="570"/>
                </a:cubicBezTo>
                <a:cubicBezTo>
                  <a:pt x="3185" y="422"/>
                  <a:pt x="3377" y="341"/>
                  <a:pt x="3555" y="341"/>
                </a:cubicBezTo>
                <a:close/>
                <a:moveTo>
                  <a:pt x="1941" y="0"/>
                </a:moveTo>
                <a:cubicBezTo>
                  <a:pt x="1689" y="0"/>
                  <a:pt x="1445" y="89"/>
                  <a:pt x="1259" y="252"/>
                </a:cubicBezTo>
                <a:cubicBezTo>
                  <a:pt x="1067" y="415"/>
                  <a:pt x="948" y="644"/>
                  <a:pt x="926" y="896"/>
                </a:cubicBezTo>
                <a:cubicBezTo>
                  <a:pt x="911" y="1015"/>
                  <a:pt x="919" y="1141"/>
                  <a:pt x="956" y="1259"/>
                </a:cubicBezTo>
                <a:cubicBezTo>
                  <a:pt x="993" y="1370"/>
                  <a:pt x="1052" y="1481"/>
                  <a:pt x="1134" y="1578"/>
                </a:cubicBezTo>
                <a:cubicBezTo>
                  <a:pt x="1215" y="1666"/>
                  <a:pt x="1311" y="1748"/>
                  <a:pt x="1422" y="1800"/>
                </a:cubicBezTo>
                <a:cubicBezTo>
                  <a:pt x="1533" y="1852"/>
                  <a:pt x="1652" y="1881"/>
                  <a:pt x="1778" y="1881"/>
                </a:cubicBezTo>
                <a:lnTo>
                  <a:pt x="1800" y="1881"/>
                </a:lnTo>
                <a:cubicBezTo>
                  <a:pt x="2044" y="1881"/>
                  <a:pt x="2274" y="1792"/>
                  <a:pt x="2459" y="1629"/>
                </a:cubicBezTo>
                <a:cubicBezTo>
                  <a:pt x="2533" y="1563"/>
                  <a:pt x="2592" y="1489"/>
                  <a:pt x="2644" y="1407"/>
                </a:cubicBezTo>
                <a:cubicBezTo>
                  <a:pt x="2696" y="1518"/>
                  <a:pt x="2763" y="1622"/>
                  <a:pt x="2859" y="1703"/>
                </a:cubicBezTo>
                <a:cubicBezTo>
                  <a:pt x="3022" y="1859"/>
                  <a:pt x="3237" y="1940"/>
                  <a:pt x="3459" y="1940"/>
                </a:cubicBezTo>
                <a:lnTo>
                  <a:pt x="3525" y="1940"/>
                </a:lnTo>
                <a:cubicBezTo>
                  <a:pt x="3777" y="1926"/>
                  <a:pt x="4007" y="1807"/>
                  <a:pt x="4184" y="1622"/>
                </a:cubicBezTo>
                <a:cubicBezTo>
                  <a:pt x="4362" y="1429"/>
                  <a:pt x="4458" y="1178"/>
                  <a:pt x="4444" y="918"/>
                </a:cubicBezTo>
                <a:cubicBezTo>
                  <a:pt x="4436" y="674"/>
                  <a:pt x="4340" y="459"/>
                  <a:pt x="4162" y="296"/>
                </a:cubicBezTo>
                <a:cubicBezTo>
                  <a:pt x="3993" y="141"/>
                  <a:pt x="3777" y="64"/>
                  <a:pt x="3558" y="64"/>
                </a:cubicBezTo>
                <a:cubicBezTo>
                  <a:pt x="3298" y="64"/>
                  <a:pt x="3034" y="172"/>
                  <a:pt x="2837" y="385"/>
                </a:cubicBezTo>
                <a:cubicBezTo>
                  <a:pt x="2718" y="519"/>
                  <a:pt x="2637" y="674"/>
                  <a:pt x="2600" y="837"/>
                </a:cubicBezTo>
                <a:lnTo>
                  <a:pt x="2074" y="837"/>
                </a:lnTo>
                <a:cubicBezTo>
                  <a:pt x="1993" y="837"/>
                  <a:pt x="1933" y="896"/>
                  <a:pt x="1933" y="970"/>
                </a:cubicBezTo>
                <a:cubicBezTo>
                  <a:pt x="1933" y="1052"/>
                  <a:pt x="1993" y="1111"/>
                  <a:pt x="2074" y="1111"/>
                </a:cubicBezTo>
                <a:lnTo>
                  <a:pt x="2481" y="1111"/>
                </a:lnTo>
                <a:cubicBezTo>
                  <a:pt x="2437" y="1229"/>
                  <a:pt x="2370" y="1341"/>
                  <a:pt x="2274" y="1429"/>
                </a:cubicBezTo>
                <a:cubicBezTo>
                  <a:pt x="2133" y="1548"/>
                  <a:pt x="1963" y="1607"/>
                  <a:pt x="1778" y="1607"/>
                </a:cubicBezTo>
                <a:cubicBezTo>
                  <a:pt x="1696" y="1600"/>
                  <a:pt x="1615" y="1585"/>
                  <a:pt x="1541" y="1548"/>
                </a:cubicBezTo>
                <a:cubicBezTo>
                  <a:pt x="1467" y="1511"/>
                  <a:pt x="1393" y="1459"/>
                  <a:pt x="1341" y="1392"/>
                </a:cubicBezTo>
                <a:cubicBezTo>
                  <a:pt x="1289" y="1333"/>
                  <a:pt x="1245" y="1259"/>
                  <a:pt x="1222" y="1178"/>
                </a:cubicBezTo>
                <a:cubicBezTo>
                  <a:pt x="1200" y="1096"/>
                  <a:pt x="1193" y="1015"/>
                  <a:pt x="1200" y="926"/>
                </a:cubicBezTo>
                <a:cubicBezTo>
                  <a:pt x="1222" y="748"/>
                  <a:pt x="1304" y="578"/>
                  <a:pt x="1445" y="459"/>
                </a:cubicBezTo>
                <a:cubicBezTo>
                  <a:pt x="1571" y="347"/>
                  <a:pt x="1731" y="281"/>
                  <a:pt x="1905" y="281"/>
                </a:cubicBezTo>
                <a:cubicBezTo>
                  <a:pt x="1915" y="281"/>
                  <a:pt x="1924" y="281"/>
                  <a:pt x="1933" y="282"/>
                </a:cubicBezTo>
                <a:cubicBezTo>
                  <a:pt x="2022" y="282"/>
                  <a:pt x="2111" y="304"/>
                  <a:pt x="2192" y="348"/>
                </a:cubicBezTo>
                <a:cubicBezTo>
                  <a:pt x="2274" y="393"/>
                  <a:pt x="2348" y="452"/>
                  <a:pt x="2400" y="526"/>
                </a:cubicBezTo>
                <a:cubicBezTo>
                  <a:pt x="2427" y="562"/>
                  <a:pt x="2470" y="581"/>
                  <a:pt x="2513" y="581"/>
                </a:cubicBezTo>
                <a:cubicBezTo>
                  <a:pt x="2541" y="581"/>
                  <a:pt x="2569" y="573"/>
                  <a:pt x="2592" y="556"/>
                </a:cubicBezTo>
                <a:cubicBezTo>
                  <a:pt x="2652" y="511"/>
                  <a:pt x="2666" y="422"/>
                  <a:pt x="2622" y="363"/>
                </a:cubicBezTo>
                <a:cubicBezTo>
                  <a:pt x="2540" y="252"/>
                  <a:pt x="2437" y="163"/>
                  <a:pt x="2326" y="104"/>
                </a:cubicBezTo>
                <a:cubicBezTo>
                  <a:pt x="2207" y="45"/>
                  <a:pt x="2074" y="8"/>
                  <a:pt x="194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81"/>
          <p:cNvSpPr/>
          <p:nvPr/>
        </p:nvSpPr>
        <p:spPr>
          <a:xfrm>
            <a:off x="2396376" y="2259500"/>
            <a:ext cx="296625" cy="333300"/>
          </a:xfrm>
          <a:custGeom>
            <a:rect b="b" l="l" r="r" t="t"/>
            <a:pathLst>
              <a:path extrusionOk="0" h="4444" w="3955">
                <a:moveTo>
                  <a:pt x="2432" y="1352"/>
                </a:moveTo>
                <a:cubicBezTo>
                  <a:pt x="2350" y="1352"/>
                  <a:pt x="2266" y="1356"/>
                  <a:pt x="2177" y="1363"/>
                </a:cubicBezTo>
                <a:cubicBezTo>
                  <a:pt x="2059" y="1386"/>
                  <a:pt x="1948" y="1437"/>
                  <a:pt x="1874" y="1526"/>
                </a:cubicBezTo>
                <a:cubicBezTo>
                  <a:pt x="1792" y="1615"/>
                  <a:pt x="1748" y="1734"/>
                  <a:pt x="1748" y="1852"/>
                </a:cubicBezTo>
                <a:cubicBezTo>
                  <a:pt x="1748" y="1963"/>
                  <a:pt x="1785" y="2067"/>
                  <a:pt x="1859" y="2156"/>
                </a:cubicBezTo>
                <a:cubicBezTo>
                  <a:pt x="1933" y="2245"/>
                  <a:pt x="2029" y="2296"/>
                  <a:pt x="2140" y="2311"/>
                </a:cubicBezTo>
                <a:lnTo>
                  <a:pt x="2407" y="2356"/>
                </a:lnTo>
                <a:lnTo>
                  <a:pt x="2681" y="2415"/>
                </a:lnTo>
                <a:cubicBezTo>
                  <a:pt x="2725" y="2422"/>
                  <a:pt x="2762" y="2445"/>
                  <a:pt x="2792" y="2474"/>
                </a:cubicBezTo>
                <a:cubicBezTo>
                  <a:pt x="2822" y="2504"/>
                  <a:pt x="2836" y="2548"/>
                  <a:pt x="2836" y="2593"/>
                </a:cubicBezTo>
                <a:cubicBezTo>
                  <a:pt x="2836" y="2644"/>
                  <a:pt x="2814" y="2696"/>
                  <a:pt x="2785" y="2733"/>
                </a:cubicBezTo>
                <a:cubicBezTo>
                  <a:pt x="2748" y="2770"/>
                  <a:pt x="2703" y="2793"/>
                  <a:pt x="2651" y="2800"/>
                </a:cubicBezTo>
                <a:cubicBezTo>
                  <a:pt x="2577" y="2807"/>
                  <a:pt x="2505" y="2811"/>
                  <a:pt x="2433" y="2811"/>
                </a:cubicBezTo>
                <a:cubicBezTo>
                  <a:pt x="2361" y="2811"/>
                  <a:pt x="2288" y="2807"/>
                  <a:pt x="2214" y="2800"/>
                </a:cubicBezTo>
                <a:cubicBezTo>
                  <a:pt x="2163" y="2793"/>
                  <a:pt x="2111" y="2770"/>
                  <a:pt x="2081" y="2733"/>
                </a:cubicBezTo>
                <a:cubicBezTo>
                  <a:pt x="2044" y="2696"/>
                  <a:pt x="2029" y="2644"/>
                  <a:pt x="2029" y="2593"/>
                </a:cubicBezTo>
                <a:cubicBezTo>
                  <a:pt x="2029" y="2511"/>
                  <a:pt x="1963" y="2452"/>
                  <a:pt x="1889" y="2452"/>
                </a:cubicBezTo>
                <a:cubicBezTo>
                  <a:pt x="1807" y="2452"/>
                  <a:pt x="1748" y="2519"/>
                  <a:pt x="1748" y="2593"/>
                </a:cubicBezTo>
                <a:cubicBezTo>
                  <a:pt x="1748" y="2711"/>
                  <a:pt x="1792" y="2830"/>
                  <a:pt x="1874" y="2918"/>
                </a:cubicBezTo>
                <a:cubicBezTo>
                  <a:pt x="1955" y="3007"/>
                  <a:pt x="2059" y="3067"/>
                  <a:pt x="2185" y="3081"/>
                </a:cubicBezTo>
                <a:cubicBezTo>
                  <a:pt x="2266" y="3089"/>
                  <a:pt x="2348" y="3089"/>
                  <a:pt x="2429" y="3089"/>
                </a:cubicBezTo>
                <a:cubicBezTo>
                  <a:pt x="2511" y="3089"/>
                  <a:pt x="2599" y="3089"/>
                  <a:pt x="2681" y="3081"/>
                </a:cubicBezTo>
                <a:cubicBezTo>
                  <a:pt x="2799" y="3059"/>
                  <a:pt x="2910" y="3007"/>
                  <a:pt x="2992" y="2918"/>
                </a:cubicBezTo>
                <a:cubicBezTo>
                  <a:pt x="3066" y="2830"/>
                  <a:pt x="3110" y="2711"/>
                  <a:pt x="3110" y="2593"/>
                </a:cubicBezTo>
                <a:cubicBezTo>
                  <a:pt x="3110" y="2482"/>
                  <a:pt x="3073" y="2378"/>
                  <a:pt x="3007" y="2296"/>
                </a:cubicBezTo>
                <a:cubicBezTo>
                  <a:pt x="2933" y="2215"/>
                  <a:pt x="2836" y="2156"/>
                  <a:pt x="2733" y="2141"/>
                </a:cubicBezTo>
                <a:lnTo>
                  <a:pt x="2451" y="2089"/>
                </a:lnTo>
                <a:lnTo>
                  <a:pt x="2185" y="2037"/>
                </a:lnTo>
                <a:cubicBezTo>
                  <a:pt x="2140" y="2030"/>
                  <a:pt x="2096" y="2008"/>
                  <a:pt x="2066" y="1978"/>
                </a:cubicBezTo>
                <a:cubicBezTo>
                  <a:pt x="2044" y="1941"/>
                  <a:pt x="2022" y="1897"/>
                  <a:pt x="2029" y="1852"/>
                </a:cubicBezTo>
                <a:cubicBezTo>
                  <a:pt x="2029" y="1800"/>
                  <a:pt x="2044" y="1748"/>
                  <a:pt x="2081" y="1711"/>
                </a:cubicBezTo>
                <a:cubicBezTo>
                  <a:pt x="2111" y="1674"/>
                  <a:pt x="2163" y="1645"/>
                  <a:pt x="2207" y="1637"/>
                </a:cubicBezTo>
                <a:cubicBezTo>
                  <a:pt x="2285" y="1630"/>
                  <a:pt x="2359" y="1626"/>
                  <a:pt x="2432" y="1626"/>
                </a:cubicBezTo>
                <a:cubicBezTo>
                  <a:pt x="2505" y="1626"/>
                  <a:pt x="2577" y="1630"/>
                  <a:pt x="2651" y="1637"/>
                </a:cubicBezTo>
                <a:cubicBezTo>
                  <a:pt x="2703" y="1645"/>
                  <a:pt x="2748" y="1674"/>
                  <a:pt x="2785" y="1711"/>
                </a:cubicBezTo>
                <a:cubicBezTo>
                  <a:pt x="2814" y="1748"/>
                  <a:pt x="2836" y="1800"/>
                  <a:pt x="2836" y="1852"/>
                </a:cubicBezTo>
                <a:cubicBezTo>
                  <a:pt x="2836" y="1926"/>
                  <a:pt x="2896" y="1993"/>
                  <a:pt x="2970" y="1993"/>
                </a:cubicBezTo>
                <a:cubicBezTo>
                  <a:pt x="3051" y="1993"/>
                  <a:pt x="3110" y="1926"/>
                  <a:pt x="3110" y="1852"/>
                </a:cubicBezTo>
                <a:cubicBezTo>
                  <a:pt x="3110" y="1734"/>
                  <a:pt x="3066" y="1615"/>
                  <a:pt x="2992" y="1534"/>
                </a:cubicBezTo>
                <a:cubicBezTo>
                  <a:pt x="2910" y="1437"/>
                  <a:pt x="2799" y="1386"/>
                  <a:pt x="2681" y="1363"/>
                </a:cubicBezTo>
                <a:cubicBezTo>
                  <a:pt x="2596" y="1356"/>
                  <a:pt x="2514" y="1352"/>
                  <a:pt x="2432" y="1352"/>
                </a:cubicBezTo>
                <a:close/>
                <a:moveTo>
                  <a:pt x="1983" y="1"/>
                </a:moveTo>
                <a:cubicBezTo>
                  <a:pt x="1927" y="1"/>
                  <a:pt x="1870" y="16"/>
                  <a:pt x="1815" y="45"/>
                </a:cubicBezTo>
                <a:lnTo>
                  <a:pt x="163" y="1038"/>
                </a:lnTo>
                <a:cubicBezTo>
                  <a:pt x="111" y="1067"/>
                  <a:pt x="74" y="1104"/>
                  <a:pt x="45" y="1156"/>
                </a:cubicBezTo>
                <a:cubicBezTo>
                  <a:pt x="15" y="1200"/>
                  <a:pt x="0" y="1260"/>
                  <a:pt x="0" y="1312"/>
                </a:cubicBezTo>
                <a:lnTo>
                  <a:pt x="0" y="3126"/>
                </a:lnTo>
                <a:cubicBezTo>
                  <a:pt x="0" y="3185"/>
                  <a:pt x="15" y="3237"/>
                  <a:pt x="45" y="3289"/>
                </a:cubicBezTo>
                <a:cubicBezTo>
                  <a:pt x="74" y="3333"/>
                  <a:pt x="111" y="3378"/>
                  <a:pt x="163" y="3407"/>
                </a:cubicBezTo>
                <a:lnTo>
                  <a:pt x="659" y="3703"/>
                </a:lnTo>
                <a:cubicBezTo>
                  <a:pt x="741" y="3748"/>
                  <a:pt x="830" y="3777"/>
                  <a:pt x="926" y="3777"/>
                </a:cubicBezTo>
                <a:cubicBezTo>
                  <a:pt x="1022" y="3777"/>
                  <a:pt x="1118" y="3755"/>
                  <a:pt x="1200" y="3711"/>
                </a:cubicBezTo>
                <a:cubicBezTo>
                  <a:pt x="1281" y="3659"/>
                  <a:pt x="1355" y="3592"/>
                  <a:pt x="1400" y="3511"/>
                </a:cubicBezTo>
                <a:cubicBezTo>
                  <a:pt x="1452" y="3429"/>
                  <a:pt x="1474" y="3333"/>
                  <a:pt x="1474" y="3237"/>
                </a:cubicBezTo>
                <a:lnTo>
                  <a:pt x="1474" y="1482"/>
                </a:lnTo>
                <a:cubicBezTo>
                  <a:pt x="1474" y="1408"/>
                  <a:pt x="1415" y="1341"/>
                  <a:pt x="1333" y="1341"/>
                </a:cubicBezTo>
                <a:cubicBezTo>
                  <a:pt x="1259" y="1341"/>
                  <a:pt x="1200" y="1408"/>
                  <a:pt x="1200" y="1482"/>
                </a:cubicBezTo>
                <a:lnTo>
                  <a:pt x="1200" y="3237"/>
                </a:lnTo>
                <a:cubicBezTo>
                  <a:pt x="1200" y="3289"/>
                  <a:pt x="1185" y="3333"/>
                  <a:pt x="1163" y="3370"/>
                </a:cubicBezTo>
                <a:cubicBezTo>
                  <a:pt x="1141" y="3407"/>
                  <a:pt x="1104" y="3444"/>
                  <a:pt x="1067" y="3466"/>
                </a:cubicBezTo>
                <a:cubicBezTo>
                  <a:pt x="1022" y="3489"/>
                  <a:pt x="978" y="3496"/>
                  <a:pt x="933" y="3503"/>
                </a:cubicBezTo>
                <a:cubicBezTo>
                  <a:pt x="881" y="3503"/>
                  <a:pt x="837" y="3489"/>
                  <a:pt x="800" y="3466"/>
                </a:cubicBezTo>
                <a:lnTo>
                  <a:pt x="296" y="3163"/>
                </a:lnTo>
                <a:cubicBezTo>
                  <a:pt x="296" y="3163"/>
                  <a:pt x="289" y="3155"/>
                  <a:pt x="282" y="3148"/>
                </a:cubicBezTo>
                <a:cubicBezTo>
                  <a:pt x="282" y="3141"/>
                  <a:pt x="282" y="3133"/>
                  <a:pt x="282" y="3126"/>
                </a:cubicBezTo>
                <a:lnTo>
                  <a:pt x="282" y="1319"/>
                </a:lnTo>
                <a:cubicBezTo>
                  <a:pt x="282" y="1312"/>
                  <a:pt x="282" y="1297"/>
                  <a:pt x="282" y="1297"/>
                </a:cubicBezTo>
                <a:cubicBezTo>
                  <a:pt x="289" y="1289"/>
                  <a:pt x="296" y="1282"/>
                  <a:pt x="304" y="1275"/>
                </a:cubicBezTo>
                <a:lnTo>
                  <a:pt x="1955" y="290"/>
                </a:lnTo>
                <a:cubicBezTo>
                  <a:pt x="1963" y="282"/>
                  <a:pt x="1972" y="280"/>
                  <a:pt x="1980" y="280"/>
                </a:cubicBezTo>
                <a:cubicBezTo>
                  <a:pt x="1989" y="280"/>
                  <a:pt x="1996" y="282"/>
                  <a:pt x="2000" y="282"/>
                </a:cubicBezTo>
                <a:lnTo>
                  <a:pt x="3651" y="1275"/>
                </a:lnTo>
                <a:cubicBezTo>
                  <a:pt x="3658" y="1282"/>
                  <a:pt x="3666" y="1289"/>
                  <a:pt x="3666" y="1297"/>
                </a:cubicBezTo>
                <a:cubicBezTo>
                  <a:pt x="3673" y="1304"/>
                  <a:pt x="3673" y="1312"/>
                  <a:pt x="3673" y="1319"/>
                </a:cubicBezTo>
                <a:lnTo>
                  <a:pt x="3673" y="3126"/>
                </a:lnTo>
                <a:cubicBezTo>
                  <a:pt x="3673" y="3133"/>
                  <a:pt x="3673" y="3141"/>
                  <a:pt x="3666" y="3148"/>
                </a:cubicBezTo>
                <a:cubicBezTo>
                  <a:pt x="3666" y="3155"/>
                  <a:pt x="3658" y="3163"/>
                  <a:pt x="3651" y="3170"/>
                </a:cubicBezTo>
                <a:lnTo>
                  <a:pt x="2000" y="4155"/>
                </a:lnTo>
                <a:cubicBezTo>
                  <a:pt x="1992" y="4159"/>
                  <a:pt x="1985" y="4161"/>
                  <a:pt x="1977" y="4161"/>
                </a:cubicBezTo>
                <a:cubicBezTo>
                  <a:pt x="1970" y="4161"/>
                  <a:pt x="1963" y="4159"/>
                  <a:pt x="1955" y="4155"/>
                </a:cubicBezTo>
                <a:lnTo>
                  <a:pt x="1548" y="3911"/>
                </a:lnTo>
                <a:cubicBezTo>
                  <a:pt x="1526" y="3899"/>
                  <a:pt x="1503" y="3893"/>
                  <a:pt x="1480" y="3893"/>
                </a:cubicBezTo>
                <a:cubicBezTo>
                  <a:pt x="1432" y="3893"/>
                  <a:pt x="1385" y="3918"/>
                  <a:pt x="1355" y="3963"/>
                </a:cubicBezTo>
                <a:cubicBezTo>
                  <a:pt x="1318" y="4029"/>
                  <a:pt x="1341" y="4111"/>
                  <a:pt x="1407" y="4155"/>
                </a:cubicBezTo>
                <a:lnTo>
                  <a:pt x="1815" y="4399"/>
                </a:lnTo>
                <a:cubicBezTo>
                  <a:pt x="1859" y="4429"/>
                  <a:pt x="1918" y="4444"/>
                  <a:pt x="1977" y="4444"/>
                </a:cubicBezTo>
                <a:cubicBezTo>
                  <a:pt x="2037" y="4444"/>
                  <a:pt x="2088" y="4429"/>
                  <a:pt x="2140" y="4399"/>
                </a:cubicBezTo>
                <a:lnTo>
                  <a:pt x="3792" y="3407"/>
                </a:lnTo>
                <a:cubicBezTo>
                  <a:pt x="3844" y="3378"/>
                  <a:pt x="3881" y="3341"/>
                  <a:pt x="3910" y="3289"/>
                </a:cubicBezTo>
                <a:cubicBezTo>
                  <a:pt x="3932" y="3237"/>
                  <a:pt x="3955" y="3185"/>
                  <a:pt x="3955" y="3126"/>
                </a:cubicBezTo>
                <a:lnTo>
                  <a:pt x="3955" y="1312"/>
                </a:lnTo>
                <a:cubicBezTo>
                  <a:pt x="3955" y="1252"/>
                  <a:pt x="3940" y="1200"/>
                  <a:pt x="3910" y="1156"/>
                </a:cubicBezTo>
                <a:cubicBezTo>
                  <a:pt x="3881" y="1104"/>
                  <a:pt x="3844" y="1067"/>
                  <a:pt x="3792" y="1038"/>
                </a:cubicBezTo>
                <a:lnTo>
                  <a:pt x="2140" y="45"/>
                </a:lnTo>
                <a:cubicBezTo>
                  <a:pt x="2092" y="16"/>
                  <a:pt x="2039" y="1"/>
                  <a:pt x="1983"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81"/>
          <p:cNvSpPr/>
          <p:nvPr/>
        </p:nvSpPr>
        <p:spPr>
          <a:xfrm>
            <a:off x="3227575" y="2259500"/>
            <a:ext cx="320550" cy="332775"/>
          </a:xfrm>
          <a:custGeom>
            <a:rect b="b" l="l" r="r" t="t"/>
            <a:pathLst>
              <a:path extrusionOk="0" h="4437" w="4274">
                <a:moveTo>
                  <a:pt x="2082" y="0"/>
                </a:moveTo>
                <a:cubicBezTo>
                  <a:pt x="2013" y="0"/>
                  <a:pt x="1948" y="50"/>
                  <a:pt x="1941" y="119"/>
                </a:cubicBezTo>
                <a:cubicBezTo>
                  <a:pt x="1934" y="223"/>
                  <a:pt x="1897" y="312"/>
                  <a:pt x="1845" y="401"/>
                </a:cubicBezTo>
                <a:cubicBezTo>
                  <a:pt x="1793" y="482"/>
                  <a:pt x="1719" y="556"/>
                  <a:pt x="1630" y="615"/>
                </a:cubicBezTo>
                <a:cubicBezTo>
                  <a:pt x="1371" y="793"/>
                  <a:pt x="1230" y="1141"/>
                  <a:pt x="1275" y="1452"/>
                </a:cubicBezTo>
                <a:cubicBezTo>
                  <a:pt x="1304" y="1630"/>
                  <a:pt x="1423" y="1948"/>
                  <a:pt x="1889" y="2089"/>
                </a:cubicBezTo>
                <a:lnTo>
                  <a:pt x="1934" y="2089"/>
                </a:lnTo>
                <a:cubicBezTo>
                  <a:pt x="1993" y="2089"/>
                  <a:pt x="2045" y="2052"/>
                  <a:pt x="2067" y="1993"/>
                </a:cubicBezTo>
                <a:cubicBezTo>
                  <a:pt x="2089" y="1919"/>
                  <a:pt x="2045" y="1837"/>
                  <a:pt x="1971" y="1823"/>
                </a:cubicBezTo>
                <a:cubicBezTo>
                  <a:pt x="1726" y="1748"/>
                  <a:pt x="1586" y="1608"/>
                  <a:pt x="1548" y="1408"/>
                </a:cubicBezTo>
                <a:cubicBezTo>
                  <a:pt x="1519" y="1200"/>
                  <a:pt x="1615" y="956"/>
                  <a:pt x="1785" y="845"/>
                </a:cubicBezTo>
                <a:cubicBezTo>
                  <a:pt x="1904" y="771"/>
                  <a:pt x="2008" y="667"/>
                  <a:pt x="2082" y="549"/>
                </a:cubicBezTo>
                <a:cubicBezTo>
                  <a:pt x="2156" y="430"/>
                  <a:pt x="2200" y="297"/>
                  <a:pt x="2222" y="156"/>
                </a:cubicBezTo>
                <a:cubicBezTo>
                  <a:pt x="2230" y="75"/>
                  <a:pt x="2171" y="8"/>
                  <a:pt x="2096" y="1"/>
                </a:cubicBezTo>
                <a:cubicBezTo>
                  <a:pt x="2092" y="0"/>
                  <a:pt x="2087" y="0"/>
                  <a:pt x="2082" y="0"/>
                </a:cubicBezTo>
                <a:close/>
                <a:moveTo>
                  <a:pt x="2390" y="701"/>
                </a:moveTo>
                <a:cubicBezTo>
                  <a:pt x="2373" y="701"/>
                  <a:pt x="2357" y="705"/>
                  <a:pt x="2341" y="712"/>
                </a:cubicBezTo>
                <a:cubicBezTo>
                  <a:pt x="2171" y="778"/>
                  <a:pt x="1860" y="993"/>
                  <a:pt x="1919" y="1349"/>
                </a:cubicBezTo>
                <a:cubicBezTo>
                  <a:pt x="1948" y="1549"/>
                  <a:pt x="2045" y="1637"/>
                  <a:pt x="2119" y="1704"/>
                </a:cubicBezTo>
                <a:cubicBezTo>
                  <a:pt x="2185" y="1771"/>
                  <a:pt x="2215" y="1800"/>
                  <a:pt x="2208" y="1941"/>
                </a:cubicBezTo>
                <a:cubicBezTo>
                  <a:pt x="2200" y="2015"/>
                  <a:pt x="2252" y="2082"/>
                  <a:pt x="2333" y="2089"/>
                </a:cubicBezTo>
                <a:lnTo>
                  <a:pt x="2341" y="2089"/>
                </a:lnTo>
                <a:cubicBezTo>
                  <a:pt x="2415" y="2089"/>
                  <a:pt x="2474" y="2037"/>
                  <a:pt x="2482" y="1963"/>
                </a:cubicBezTo>
                <a:cubicBezTo>
                  <a:pt x="2511" y="1689"/>
                  <a:pt x="2393" y="1578"/>
                  <a:pt x="2304" y="1497"/>
                </a:cubicBezTo>
                <a:cubicBezTo>
                  <a:pt x="2252" y="1445"/>
                  <a:pt x="2208" y="1408"/>
                  <a:pt x="2193" y="1304"/>
                </a:cubicBezTo>
                <a:cubicBezTo>
                  <a:pt x="2156" y="1089"/>
                  <a:pt x="2430" y="971"/>
                  <a:pt x="2437" y="971"/>
                </a:cubicBezTo>
                <a:cubicBezTo>
                  <a:pt x="2511" y="941"/>
                  <a:pt x="2548" y="860"/>
                  <a:pt x="2519" y="786"/>
                </a:cubicBezTo>
                <a:cubicBezTo>
                  <a:pt x="2496" y="735"/>
                  <a:pt x="2443" y="701"/>
                  <a:pt x="2390" y="701"/>
                </a:cubicBezTo>
                <a:close/>
                <a:moveTo>
                  <a:pt x="1078" y="1968"/>
                </a:moveTo>
                <a:cubicBezTo>
                  <a:pt x="1069" y="1968"/>
                  <a:pt x="1061" y="1969"/>
                  <a:pt x="1052" y="1971"/>
                </a:cubicBezTo>
                <a:cubicBezTo>
                  <a:pt x="638" y="2037"/>
                  <a:pt x="467" y="2134"/>
                  <a:pt x="467" y="2289"/>
                </a:cubicBezTo>
                <a:cubicBezTo>
                  <a:pt x="467" y="2615"/>
                  <a:pt x="1378" y="2667"/>
                  <a:pt x="1919" y="2667"/>
                </a:cubicBezTo>
                <a:cubicBezTo>
                  <a:pt x="2459" y="2667"/>
                  <a:pt x="3370" y="2615"/>
                  <a:pt x="3370" y="2289"/>
                </a:cubicBezTo>
                <a:cubicBezTo>
                  <a:pt x="3370" y="2215"/>
                  <a:pt x="3303" y="2156"/>
                  <a:pt x="3229" y="2156"/>
                </a:cubicBezTo>
                <a:cubicBezTo>
                  <a:pt x="3170" y="2156"/>
                  <a:pt x="3118" y="2193"/>
                  <a:pt x="3096" y="2245"/>
                </a:cubicBezTo>
                <a:cubicBezTo>
                  <a:pt x="3007" y="2296"/>
                  <a:pt x="2600" y="2385"/>
                  <a:pt x="1919" y="2385"/>
                </a:cubicBezTo>
                <a:cubicBezTo>
                  <a:pt x="1415" y="2385"/>
                  <a:pt x="1060" y="2341"/>
                  <a:pt x="875" y="2289"/>
                </a:cubicBezTo>
                <a:cubicBezTo>
                  <a:pt x="926" y="2274"/>
                  <a:pt x="1001" y="2259"/>
                  <a:pt x="1097" y="2245"/>
                </a:cubicBezTo>
                <a:cubicBezTo>
                  <a:pt x="1171" y="2230"/>
                  <a:pt x="1223" y="2156"/>
                  <a:pt x="1215" y="2082"/>
                </a:cubicBezTo>
                <a:cubicBezTo>
                  <a:pt x="1202" y="2016"/>
                  <a:pt x="1143" y="1968"/>
                  <a:pt x="1078" y="1968"/>
                </a:cubicBezTo>
                <a:close/>
                <a:moveTo>
                  <a:pt x="3554" y="1680"/>
                </a:moveTo>
                <a:cubicBezTo>
                  <a:pt x="3480" y="1680"/>
                  <a:pt x="3407" y="1694"/>
                  <a:pt x="3333" y="1719"/>
                </a:cubicBezTo>
                <a:cubicBezTo>
                  <a:pt x="3259" y="1748"/>
                  <a:pt x="3222" y="1823"/>
                  <a:pt x="3252" y="1897"/>
                </a:cubicBezTo>
                <a:cubicBezTo>
                  <a:pt x="3269" y="1953"/>
                  <a:pt x="3320" y="1988"/>
                  <a:pt x="3377" y="1988"/>
                </a:cubicBezTo>
                <a:cubicBezTo>
                  <a:pt x="3394" y="1988"/>
                  <a:pt x="3412" y="1985"/>
                  <a:pt x="3429" y="1978"/>
                </a:cubicBezTo>
                <a:cubicBezTo>
                  <a:pt x="3481" y="1963"/>
                  <a:pt x="3533" y="1956"/>
                  <a:pt x="3592" y="1956"/>
                </a:cubicBezTo>
                <a:cubicBezTo>
                  <a:pt x="3644" y="1963"/>
                  <a:pt x="3696" y="1971"/>
                  <a:pt x="3748" y="2000"/>
                </a:cubicBezTo>
                <a:cubicBezTo>
                  <a:pt x="3800" y="2022"/>
                  <a:pt x="3844" y="2052"/>
                  <a:pt x="3881" y="2097"/>
                </a:cubicBezTo>
                <a:cubicBezTo>
                  <a:pt x="3918" y="2134"/>
                  <a:pt x="3948" y="2185"/>
                  <a:pt x="3970" y="2237"/>
                </a:cubicBezTo>
                <a:cubicBezTo>
                  <a:pt x="3985" y="2289"/>
                  <a:pt x="3992" y="2348"/>
                  <a:pt x="3992" y="2400"/>
                </a:cubicBezTo>
                <a:cubicBezTo>
                  <a:pt x="3985" y="2452"/>
                  <a:pt x="3977" y="2511"/>
                  <a:pt x="3948" y="2563"/>
                </a:cubicBezTo>
                <a:cubicBezTo>
                  <a:pt x="3926" y="2607"/>
                  <a:pt x="3896" y="2659"/>
                  <a:pt x="3851" y="2689"/>
                </a:cubicBezTo>
                <a:cubicBezTo>
                  <a:pt x="3814" y="2726"/>
                  <a:pt x="3763" y="2756"/>
                  <a:pt x="3711" y="2778"/>
                </a:cubicBezTo>
                <a:lnTo>
                  <a:pt x="3459" y="2867"/>
                </a:lnTo>
                <a:cubicBezTo>
                  <a:pt x="3385" y="2896"/>
                  <a:pt x="3348" y="2970"/>
                  <a:pt x="3378" y="3044"/>
                </a:cubicBezTo>
                <a:cubicBezTo>
                  <a:pt x="3400" y="3104"/>
                  <a:pt x="3452" y="3141"/>
                  <a:pt x="3511" y="3141"/>
                </a:cubicBezTo>
                <a:cubicBezTo>
                  <a:pt x="3526" y="3141"/>
                  <a:pt x="3540" y="3133"/>
                  <a:pt x="3555" y="3126"/>
                </a:cubicBezTo>
                <a:lnTo>
                  <a:pt x="3807" y="3037"/>
                </a:lnTo>
                <a:cubicBezTo>
                  <a:pt x="3896" y="3007"/>
                  <a:pt x="3970" y="2955"/>
                  <a:pt x="4037" y="2896"/>
                </a:cubicBezTo>
                <a:cubicBezTo>
                  <a:pt x="4111" y="2837"/>
                  <a:pt x="4162" y="2763"/>
                  <a:pt x="4200" y="2682"/>
                </a:cubicBezTo>
                <a:cubicBezTo>
                  <a:pt x="4244" y="2593"/>
                  <a:pt x="4266" y="2504"/>
                  <a:pt x="4266" y="2415"/>
                </a:cubicBezTo>
                <a:cubicBezTo>
                  <a:pt x="4274" y="2319"/>
                  <a:pt x="4259" y="2230"/>
                  <a:pt x="4229" y="2141"/>
                </a:cubicBezTo>
                <a:cubicBezTo>
                  <a:pt x="4192" y="2059"/>
                  <a:pt x="4148" y="1978"/>
                  <a:pt x="4088" y="1911"/>
                </a:cubicBezTo>
                <a:cubicBezTo>
                  <a:pt x="4022" y="1837"/>
                  <a:pt x="3948" y="1785"/>
                  <a:pt x="3866" y="1748"/>
                </a:cubicBezTo>
                <a:cubicBezTo>
                  <a:pt x="3785" y="1704"/>
                  <a:pt x="3696" y="1682"/>
                  <a:pt x="3600" y="1682"/>
                </a:cubicBezTo>
                <a:cubicBezTo>
                  <a:pt x="3584" y="1681"/>
                  <a:pt x="3569" y="1680"/>
                  <a:pt x="3554" y="1680"/>
                </a:cubicBezTo>
                <a:close/>
                <a:moveTo>
                  <a:pt x="1069" y="2676"/>
                </a:moveTo>
                <a:cubicBezTo>
                  <a:pt x="1056" y="2676"/>
                  <a:pt x="1043" y="2678"/>
                  <a:pt x="1030" y="2682"/>
                </a:cubicBezTo>
                <a:cubicBezTo>
                  <a:pt x="845" y="2741"/>
                  <a:pt x="749" y="2830"/>
                  <a:pt x="749" y="2948"/>
                </a:cubicBezTo>
                <a:cubicBezTo>
                  <a:pt x="749" y="3281"/>
                  <a:pt x="1563" y="3318"/>
                  <a:pt x="1919" y="3318"/>
                </a:cubicBezTo>
                <a:cubicBezTo>
                  <a:pt x="2267" y="3318"/>
                  <a:pt x="3081" y="3281"/>
                  <a:pt x="3081" y="2948"/>
                </a:cubicBezTo>
                <a:lnTo>
                  <a:pt x="3089" y="2948"/>
                </a:lnTo>
                <a:cubicBezTo>
                  <a:pt x="3089" y="2874"/>
                  <a:pt x="3022" y="2807"/>
                  <a:pt x="2948" y="2807"/>
                </a:cubicBezTo>
                <a:cubicBezTo>
                  <a:pt x="2881" y="2807"/>
                  <a:pt x="2830" y="2852"/>
                  <a:pt x="2815" y="2911"/>
                </a:cubicBezTo>
                <a:cubicBezTo>
                  <a:pt x="2741" y="2963"/>
                  <a:pt x="2430" y="3044"/>
                  <a:pt x="1919" y="3044"/>
                </a:cubicBezTo>
                <a:cubicBezTo>
                  <a:pt x="1526" y="3044"/>
                  <a:pt x="1252" y="2993"/>
                  <a:pt x="1112" y="2948"/>
                </a:cubicBezTo>
                <a:cubicBezTo>
                  <a:pt x="1186" y="2926"/>
                  <a:pt x="1230" y="2852"/>
                  <a:pt x="1200" y="2778"/>
                </a:cubicBezTo>
                <a:cubicBezTo>
                  <a:pt x="1182" y="2717"/>
                  <a:pt x="1129" y="2676"/>
                  <a:pt x="1069" y="2676"/>
                </a:cubicBezTo>
                <a:close/>
                <a:moveTo>
                  <a:pt x="1171" y="3353"/>
                </a:moveTo>
                <a:cubicBezTo>
                  <a:pt x="1148" y="3353"/>
                  <a:pt x="1125" y="3358"/>
                  <a:pt x="1104" y="3370"/>
                </a:cubicBezTo>
                <a:cubicBezTo>
                  <a:pt x="963" y="3444"/>
                  <a:pt x="934" y="3540"/>
                  <a:pt x="934" y="3600"/>
                </a:cubicBezTo>
                <a:cubicBezTo>
                  <a:pt x="934" y="3955"/>
                  <a:pt x="1756" y="3977"/>
                  <a:pt x="1919" y="3977"/>
                </a:cubicBezTo>
                <a:cubicBezTo>
                  <a:pt x="2082" y="3977"/>
                  <a:pt x="2896" y="3955"/>
                  <a:pt x="2896" y="3600"/>
                </a:cubicBezTo>
                <a:cubicBezTo>
                  <a:pt x="2896" y="3526"/>
                  <a:pt x="2837" y="3466"/>
                  <a:pt x="2763" y="3466"/>
                </a:cubicBezTo>
                <a:cubicBezTo>
                  <a:pt x="2696" y="3466"/>
                  <a:pt x="2637" y="3511"/>
                  <a:pt x="2622" y="3578"/>
                </a:cubicBezTo>
                <a:cubicBezTo>
                  <a:pt x="2563" y="3622"/>
                  <a:pt x="2319" y="3696"/>
                  <a:pt x="1919" y="3696"/>
                </a:cubicBezTo>
                <a:cubicBezTo>
                  <a:pt x="1586" y="3696"/>
                  <a:pt x="1356" y="3644"/>
                  <a:pt x="1260" y="3600"/>
                </a:cubicBezTo>
                <a:cubicBezTo>
                  <a:pt x="1312" y="3563"/>
                  <a:pt x="1326" y="3489"/>
                  <a:pt x="1289" y="3429"/>
                </a:cubicBezTo>
                <a:cubicBezTo>
                  <a:pt x="1264" y="3379"/>
                  <a:pt x="1218" y="3353"/>
                  <a:pt x="1171" y="3353"/>
                </a:cubicBezTo>
                <a:close/>
                <a:moveTo>
                  <a:pt x="400" y="3593"/>
                </a:moveTo>
                <a:cubicBezTo>
                  <a:pt x="385" y="3593"/>
                  <a:pt x="371" y="3595"/>
                  <a:pt x="356" y="3600"/>
                </a:cubicBezTo>
                <a:cubicBezTo>
                  <a:pt x="267" y="3629"/>
                  <a:pt x="1" y="3726"/>
                  <a:pt x="1" y="3933"/>
                </a:cubicBezTo>
                <a:cubicBezTo>
                  <a:pt x="1" y="4111"/>
                  <a:pt x="201" y="4237"/>
                  <a:pt x="630" y="4325"/>
                </a:cubicBezTo>
                <a:cubicBezTo>
                  <a:pt x="978" y="4399"/>
                  <a:pt x="1437" y="4437"/>
                  <a:pt x="1919" y="4437"/>
                </a:cubicBezTo>
                <a:cubicBezTo>
                  <a:pt x="2237" y="4437"/>
                  <a:pt x="3837" y="4414"/>
                  <a:pt x="3837" y="3933"/>
                </a:cubicBezTo>
                <a:cubicBezTo>
                  <a:pt x="3837" y="3852"/>
                  <a:pt x="3770" y="3792"/>
                  <a:pt x="3696" y="3792"/>
                </a:cubicBezTo>
                <a:cubicBezTo>
                  <a:pt x="3622" y="3792"/>
                  <a:pt x="3570" y="3844"/>
                  <a:pt x="3555" y="3911"/>
                </a:cubicBezTo>
                <a:cubicBezTo>
                  <a:pt x="3474" y="4000"/>
                  <a:pt x="2911" y="4163"/>
                  <a:pt x="1919" y="4163"/>
                </a:cubicBezTo>
                <a:cubicBezTo>
                  <a:pt x="993" y="4163"/>
                  <a:pt x="445" y="4022"/>
                  <a:pt x="304" y="3933"/>
                </a:cubicBezTo>
                <a:cubicBezTo>
                  <a:pt x="327" y="3911"/>
                  <a:pt x="371" y="3889"/>
                  <a:pt x="445" y="3866"/>
                </a:cubicBezTo>
                <a:cubicBezTo>
                  <a:pt x="519" y="3844"/>
                  <a:pt x="556" y="3763"/>
                  <a:pt x="534" y="3689"/>
                </a:cubicBezTo>
                <a:cubicBezTo>
                  <a:pt x="516" y="3629"/>
                  <a:pt x="460" y="3593"/>
                  <a:pt x="400" y="3593"/>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a:t>
            </a:r>
            <a:endParaRPr/>
          </a:p>
        </p:txBody>
      </p:sp>
      <p:grpSp>
        <p:nvGrpSpPr>
          <p:cNvPr id="1075" name="Google Shape;1075;p81"/>
          <p:cNvGrpSpPr/>
          <p:nvPr/>
        </p:nvGrpSpPr>
        <p:grpSpPr>
          <a:xfrm>
            <a:off x="4323728" y="2262200"/>
            <a:ext cx="286050" cy="327825"/>
            <a:chOff x="4357325" y="2262200"/>
            <a:chExt cx="286050" cy="327825"/>
          </a:xfrm>
        </p:grpSpPr>
        <p:sp>
          <p:nvSpPr>
            <p:cNvPr id="1076" name="Google Shape;1076;p81"/>
            <p:cNvSpPr/>
            <p:nvPr/>
          </p:nvSpPr>
          <p:spPr>
            <a:xfrm>
              <a:off x="4357325" y="2262200"/>
              <a:ext cx="286050" cy="327825"/>
            </a:xfrm>
            <a:custGeom>
              <a:rect b="b" l="l" r="r" t="t"/>
              <a:pathLst>
                <a:path extrusionOk="0" h="4371" w="3814">
                  <a:moveTo>
                    <a:pt x="1911" y="298"/>
                  </a:moveTo>
                  <a:lnTo>
                    <a:pt x="3540" y="1246"/>
                  </a:lnTo>
                  <a:lnTo>
                    <a:pt x="3540" y="3127"/>
                  </a:lnTo>
                  <a:lnTo>
                    <a:pt x="1911" y="4067"/>
                  </a:lnTo>
                  <a:lnTo>
                    <a:pt x="274" y="3127"/>
                  </a:lnTo>
                  <a:lnTo>
                    <a:pt x="274" y="1246"/>
                  </a:lnTo>
                  <a:lnTo>
                    <a:pt x="1911" y="298"/>
                  </a:lnTo>
                  <a:close/>
                  <a:moveTo>
                    <a:pt x="1907" y="0"/>
                  </a:moveTo>
                  <a:cubicBezTo>
                    <a:pt x="1883" y="0"/>
                    <a:pt x="1859" y="6"/>
                    <a:pt x="1837" y="17"/>
                  </a:cubicBezTo>
                  <a:lnTo>
                    <a:pt x="67" y="1046"/>
                  </a:lnTo>
                  <a:cubicBezTo>
                    <a:pt x="22" y="1068"/>
                    <a:pt x="0" y="1113"/>
                    <a:pt x="0" y="1164"/>
                  </a:cubicBezTo>
                  <a:lnTo>
                    <a:pt x="0" y="3208"/>
                  </a:lnTo>
                  <a:cubicBezTo>
                    <a:pt x="0" y="3260"/>
                    <a:pt x="22" y="3305"/>
                    <a:pt x="67" y="3327"/>
                  </a:cubicBezTo>
                  <a:lnTo>
                    <a:pt x="1837" y="4349"/>
                  </a:lnTo>
                  <a:cubicBezTo>
                    <a:pt x="1859" y="4363"/>
                    <a:pt x="1881" y="4371"/>
                    <a:pt x="1911" y="4371"/>
                  </a:cubicBezTo>
                  <a:cubicBezTo>
                    <a:pt x="1933" y="4371"/>
                    <a:pt x="1955" y="4363"/>
                    <a:pt x="1977" y="4349"/>
                  </a:cubicBezTo>
                  <a:lnTo>
                    <a:pt x="3747" y="3327"/>
                  </a:lnTo>
                  <a:cubicBezTo>
                    <a:pt x="3792" y="3305"/>
                    <a:pt x="3814" y="3260"/>
                    <a:pt x="3814" y="3208"/>
                  </a:cubicBezTo>
                  <a:lnTo>
                    <a:pt x="3814" y="1164"/>
                  </a:lnTo>
                  <a:cubicBezTo>
                    <a:pt x="3814" y="1113"/>
                    <a:pt x="3792" y="1068"/>
                    <a:pt x="3747" y="1046"/>
                  </a:cubicBezTo>
                  <a:lnTo>
                    <a:pt x="1977" y="17"/>
                  </a:lnTo>
                  <a:cubicBezTo>
                    <a:pt x="1955" y="6"/>
                    <a:pt x="1931" y="0"/>
                    <a:pt x="1907"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81"/>
            <p:cNvSpPr/>
            <p:nvPr/>
          </p:nvSpPr>
          <p:spPr>
            <a:xfrm>
              <a:off x="4402250" y="2355050"/>
              <a:ext cx="86175" cy="141675"/>
            </a:xfrm>
            <a:custGeom>
              <a:rect b="b" l="l" r="r" t="t"/>
              <a:pathLst>
                <a:path extrusionOk="0" h="1889" w="1149">
                  <a:moveTo>
                    <a:pt x="1008" y="1"/>
                  </a:moveTo>
                  <a:cubicBezTo>
                    <a:pt x="749" y="1"/>
                    <a:pt x="505" y="82"/>
                    <a:pt x="312" y="223"/>
                  </a:cubicBezTo>
                  <a:cubicBezTo>
                    <a:pt x="119" y="363"/>
                    <a:pt x="1" y="571"/>
                    <a:pt x="1" y="785"/>
                  </a:cubicBezTo>
                  <a:lnTo>
                    <a:pt x="1" y="1111"/>
                  </a:lnTo>
                  <a:cubicBezTo>
                    <a:pt x="1" y="1326"/>
                    <a:pt x="119" y="1526"/>
                    <a:pt x="312" y="1674"/>
                  </a:cubicBezTo>
                  <a:cubicBezTo>
                    <a:pt x="497" y="1815"/>
                    <a:pt x="749" y="1889"/>
                    <a:pt x="1008" y="1889"/>
                  </a:cubicBezTo>
                  <a:cubicBezTo>
                    <a:pt x="1082" y="1889"/>
                    <a:pt x="1149" y="1830"/>
                    <a:pt x="1149" y="1756"/>
                  </a:cubicBezTo>
                  <a:cubicBezTo>
                    <a:pt x="1149" y="1674"/>
                    <a:pt x="1082" y="1615"/>
                    <a:pt x="1008" y="1615"/>
                  </a:cubicBezTo>
                  <a:cubicBezTo>
                    <a:pt x="808" y="1615"/>
                    <a:pt x="616" y="1556"/>
                    <a:pt x="482" y="1452"/>
                  </a:cubicBezTo>
                  <a:cubicBezTo>
                    <a:pt x="349" y="1356"/>
                    <a:pt x="282" y="1237"/>
                    <a:pt x="282" y="1111"/>
                  </a:cubicBezTo>
                  <a:lnTo>
                    <a:pt x="282" y="785"/>
                  </a:lnTo>
                  <a:cubicBezTo>
                    <a:pt x="282" y="660"/>
                    <a:pt x="349" y="541"/>
                    <a:pt x="482" y="445"/>
                  </a:cubicBezTo>
                  <a:cubicBezTo>
                    <a:pt x="616" y="341"/>
                    <a:pt x="808" y="282"/>
                    <a:pt x="1008" y="282"/>
                  </a:cubicBezTo>
                  <a:cubicBezTo>
                    <a:pt x="1082" y="282"/>
                    <a:pt x="1149" y="223"/>
                    <a:pt x="1149" y="141"/>
                  </a:cubicBezTo>
                  <a:cubicBezTo>
                    <a:pt x="1149" y="67"/>
                    <a:pt x="1082" y="1"/>
                    <a:pt x="1008"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81"/>
            <p:cNvSpPr/>
            <p:nvPr/>
          </p:nvSpPr>
          <p:spPr>
            <a:xfrm>
              <a:off x="4499450" y="2397275"/>
              <a:ext cx="105075" cy="21150"/>
            </a:xfrm>
            <a:custGeom>
              <a:rect b="b" l="l" r="r" t="t"/>
              <a:pathLst>
                <a:path extrusionOk="0" h="282" w="1401">
                  <a:moveTo>
                    <a:pt x="134" y="0"/>
                  </a:moveTo>
                  <a:cubicBezTo>
                    <a:pt x="60" y="0"/>
                    <a:pt x="1" y="60"/>
                    <a:pt x="1" y="141"/>
                  </a:cubicBezTo>
                  <a:cubicBezTo>
                    <a:pt x="1" y="215"/>
                    <a:pt x="60" y="282"/>
                    <a:pt x="134" y="282"/>
                  </a:cubicBezTo>
                  <a:lnTo>
                    <a:pt x="1267" y="282"/>
                  </a:lnTo>
                  <a:cubicBezTo>
                    <a:pt x="1341" y="282"/>
                    <a:pt x="1400" y="215"/>
                    <a:pt x="1400" y="141"/>
                  </a:cubicBezTo>
                  <a:cubicBezTo>
                    <a:pt x="1400" y="60"/>
                    <a:pt x="1341" y="0"/>
                    <a:pt x="1267"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81"/>
            <p:cNvSpPr/>
            <p:nvPr/>
          </p:nvSpPr>
          <p:spPr>
            <a:xfrm>
              <a:off x="4490075" y="2441150"/>
              <a:ext cx="105000" cy="20625"/>
            </a:xfrm>
            <a:custGeom>
              <a:rect b="b" l="l" r="r" t="t"/>
              <a:pathLst>
                <a:path extrusionOk="0" h="275" w="1400">
                  <a:moveTo>
                    <a:pt x="141" y="0"/>
                  </a:moveTo>
                  <a:cubicBezTo>
                    <a:pt x="59" y="0"/>
                    <a:pt x="0" y="60"/>
                    <a:pt x="0" y="141"/>
                  </a:cubicBezTo>
                  <a:cubicBezTo>
                    <a:pt x="0" y="215"/>
                    <a:pt x="59" y="274"/>
                    <a:pt x="141" y="274"/>
                  </a:cubicBezTo>
                  <a:lnTo>
                    <a:pt x="1266" y="274"/>
                  </a:lnTo>
                  <a:cubicBezTo>
                    <a:pt x="1340" y="274"/>
                    <a:pt x="1400" y="215"/>
                    <a:pt x="1400" y="141"/>
                  </a:cubicBezTo>
                  <a:cubicBezTo>
                    <a:pt x="1400" y="60"/>
                    <a:pt x="1340" y="0"/>
                    <a:pt x="1266"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81"/>
            <p:cNvSpPr/>
            <p:nvPr/>
          </p:nvSpPr>
          <p:spPr>
            <a:xfrm>
              <a:off x="4500575" y="2377400"/>
              <a:ext cx="47325" cy="104325"/>
            </a:xfrm>
            <a:custGeom>
              <a:rect b="b" l="l" r="r" t="t"/>
              <a:pathLst>
                <a:path extrusionOk="0" h="1391" w="631">
                  <a:moveTo>
                    <a:pt x="473" y="0"/>
                  </a:moveTo>
                  <a:cubicBezTo>
                    <a:pt x="413" y="0"/>
                    <a:pt x="360" y="41"/>
                    <a:pt x="341" y="102"/>
                  </a:cubicBezTo>
                  <a:lnTo>
                    <a:pt x="23" y="1213"/>
                  </a:lnTo>
                  <a:cubicBezTo>
                    <a:pt x="1" y="1287"/>
                    <a:pt x="45" y="1361"/>
                    <a:pt x="119" y="1383"/>
                  </a:cubicBezTo>
                  <a:cubicBezTo>
                    <a:pt x="127" y="1391"/>
                    <a:pt x="141" y="1391"/>
                    <a:pt x="156" y="1391"/>
                  </a:cubicBezTo>
                  <a:cubicBezTo>
                    <a:pt x="215" y="1391"/>
                    <a:pt x="275" y="1354"/>
                    <a:pt x="289" y="1287"/>
                  </a:cubicBezTo>
                  <a:lnTo>
                    <a:pt x="608" y="176"/>
                  </a:lnTo>
                  <a:cubicBezTo>
                    <a:pt x="630" y="102"/>
                    <a:pt x="586" y="28"/>
                    <a:pt x="512" y="6"/>
                  </a:cubicBezTo>
                  <a:cubicBezTo>
                    <a:pt x="499" y="2"/>
                    <a:pt x="486" y="0"/>
                    <a:pt x="473"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81"/>
            <p:cNvSpPr/>
            <p:nvPr/>
          </p:nvSpPr>
          <p:spPr>
            <a:xfrm>
              <a:off x="4546100" y="2377400"/>
              <a:ext cx="47325" cy="104325"/>
            </a:xfrm>
            <a:custGeom>
              <a:rect b="b" l="l" r="r" t="t"/>
              <a:pathLst>
                <a:path extrusionOk="0" h="1391" w="631">
                  <a:moveTo>
                    <a:pt x="473" y="0"/>
                  </a:moveTo>
                  <a:cubicBezTo>
                    <a:pt x="413" y="0"/>
                    <a:pt x="360" y="41"/>
                    <a:pt x="342" y="102"/>
                  </a:cubicBezTo>
                  <a:lnTo>
                    <a:pt x="23" y="1213"/>
                  </a:lnTo>
                  <a:cubicBezTo>
                    <a:pt x="1" y="1287"/>
                    <a:pt x="45" y="1361"/>
                    <a:pt x="119" y="1383"/>
                  </a:cubicBezTo>
                  <a:cubicBezTo>
                    <a:pt x="134" y="1391"/>
                    <a:pt x="142" y="1391"/>
                    <a:pt x="156" y="1391"/>
                  </a:cubicBezTo>
                  <a:cubicBezTo>
                    <a:pt x="216" y="1391"/>
                    <a:pt x="275" y="1354"/>
                    <a:pt x="290" y="1287"/>
                  </a:cubicBezTo>
                  <a:lnTo>
                    <a:pt x="608" y="176"/>
                  </a:lnTo>
                  <a:cubicBezTo>
                    <a:pt x="630" y="102"/>
                    <a:pt x="586" y="28"/>
                    <a:pt x="512" y="6"/>
                  </a:cubicBezTo>
                  <a:cubicBezTo>
                    <a:pt x="499" y="2"/>
                    <a:pt x="486" y="0"/>
                    <a:pt x="473"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82" name="Google Shape;1082;p81"/>
          <p:cNvSpPr/>
          <p:nvPr/>
        </p:nvSpPr>
        <p:spPr>
          <a:xfrm>
            <a:off x="5329100" y="2450000"/>
            <a:ext cx="228900" cy="139500"/>
          </a:xfrm>
          <a:custGeom>
            <a:rect b="b" l="l" r="r" t="t"/>
            <a:pathLst>
              <a:path extrusionOk="0" h="1860" w="3052">
                <a:moveTo>
                  <a:pt x="2911" y="1"/>
                </a:moveTo>
                <a:cubicBezTo>
                  <a:pt x="2837" y="1"/>
                  <a:pt x="2777" y="60"/>
                  <a:pt x="2777" y="134"/>
                </a:cubicBezTo>
                <a:lnTo>
                  <a:pt x="2777" y="1349"/>
                </a:lnTo>
                <a:cubicBezTo>
                  <a:pt x="2777" y="1408"/>
                  <a:pt x="2748" y="1467"/>
                  <a:pt x="2703" y="1511"/>
                </a:cubicBezTo>
                <a:cubicBezTo>
                  <a:pt x="2666" y="1556"/>
                  <a:pt x="2607" y="1578"/>
                  <a:pt x="2540" y="1578"/>
                </a:cubicBezTo>
                <a:lnTo>
                  <a:pt x="504" y="1578"/>
                </a:lnTo>
                <a:cubicBezTo>
                  <a:pt x="445" y="1578"/>
                  <a:pt x="386" y="1556"/>
                  <a:pt x="341" y="1511"/>
                </a:cubicBezTo>
                <a:cubicBezTo>
                  <a:pt x="297" y="1467"/>
                  <a:pt x="274" y="1408"/>
                  <a:pt x="274" y="1349"/>
                </a:cubicBezTo>
                <a:lnTo>
                  <a:pt x="274" y="142"/>
                </a:lnTo>
                <a:cubicBezTo>
                  <a:pt x="274" y="67"/>
                  <a:pt x="215" y="8"/>
                  <a:pt x="134" y="8"/>
                </a:cubicBezTo>
                <a:cubicBezTo>
                  <a:pt x="60" y="8"/>
                  <a:pt x="0" y="67"/>
                  <a:pt x="0" y="142"/>
                </a:cubicBezTo>
                <a:lnTo>
                  <a:pt x="0" y="1349"/>
                </a:lnTo>
                <a:cubicBezTo>
                  <a:pt x="0" y="1482"/>
                  <a:pt x="52" y="1615"/>
                  <a:pt x="149" y="1704"/>
                </a:cubicBezTo>
                <a:cubicBezTo>
                  <a:pt x="237" y="1800"/>
                  <a:pt x="371" y="1859"/>
                  <a:pt x="504" y="1859"/>
                </a:cubicBezTo>
                <a:lnTo>
                  <a:pt x="2540" y="1859"/>
                </a:lnTo>
                <a:cubicBezTo>
                  <a:pt x="2674" y="1859"/>
                  <a:pt x="2807" y="1800"/>
                  <a:pt x="2903" y="1704"/>
                </a:cubicBezTo>
                <a:cubicBezTo>
                  <a:pt x="3000" y="1615"/>
                  <a:pt x="3051" y="1482"/>
                  <a:pt x="3051" y="1349"/>
                </a:cubicBezTo>
                <a:lnTo>
                  <a:pt x="3051" y="134"/>
                </a:lnTo>
                <a:cubicBezTo>
                  <a:pt x="3051" y="60"/>
                  <a:pt x="2992" y="1"/>
                  <a:pt x="291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81"/>
          <p:cNvSpPr/>
          <p:nvPr/>
        </p:nvSpPr>
        <p:spPr>
          <a:xfrm>
            <a:off x="5376275" y="2512250"/>
            <a:ext cx="131700" cy="21150"/>
          </a:xfrm>
          <a:custGeom>
            <a:rect b="b" l="l" r="r" t="t"/>
            <a:pathLst>
              <a:path extrusionOk="0" h="282" w="1756">
                <a:moveTo>
                  <a:pt x="134" y="0"/>
                </a:moveTo>
                <a:cubicBezTo>
                  <a:pt x="60" y="0"/>
                  <a:pt x="1" y="67"/>
                  <a:pt x="1" y="141"/>
                </a:cubicBezTo>
                <a:cubicBezTo>
                  <a:pt x="1" y="215"/>
                  <a:pt x="60" y="282"/>
                  <a:pt x="134" y="282"/>
                </a:cubicBezTo>
                <a:lnTo>
                  <a:pt x="1615" y="282"/>
                </a:lnTo>
                <a:cubicBezTo>
                  <a:pt x="1697" y="282"/>
                  <a:pt x="1756" y="215"/>
                  <a:pt x="1756" y="141"/>
                </a:cubicBezTo>
                <a:cubicBezTo>
                  <a:pt x="1756" y="67"/>
                  <a:pt x="1697" y="0"/>
                  <a:pt x="1615"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81"/>
          <p:cNvSpPr/>
          <p:nvPr/>
        </p:nvSpPr>
        <p:spPr>
          <a:xfrm>
            <a:off x="5382950" y="2452025"/>
            <a:ext cx="131175" cy="43650"/>
          </a:xfrm>
          <a:custGeom>
            <a:rect b="b" l="l" r="r" t="t"/>
            <a:pathLst>
              <a:path extrusionOk="0" h="582" w="1749">
                <a:moveTo>
                  <a:pt x="150" y="1"/>
                </a:moveTo>
                <a:cubicBezTo>
                  <a:pt x="86" y="1"/>
                  <a:pt x="28" y="43"/>
                  <a:pt x="16" y="107"/>
                </a:cubicBezTo>
                <a:cubicBezTo>
                  <a:pt x="1" y="181"/>
                  <a:pt x="45" y="255"/>
                  <a:pt x="119" y="270"/>
                </a:cubicBezTo>
                <a:lnTo>
                  <a:pt x="1571" y="581"/>
                </a:lnTo>
                <a:lnTo>
                  <a:pt x="1600" y="581"/>
                </a:lnTo>
                <a:cubicBezTo>
                  <a:pt x="1667" y="581"/>
                  <a:pt x="1719" y="537"/>
                  <a:pt x="1734" y="470"/>
                </a:cubicBezTo>
                <a:cubicBezTo>
                  <a:pt x="1748" y="396"/>
                  <a:pt x="1704" y="322"/>
                  <a:pt x="1630" y="307"/>
                </a:cubicBezTo>
                <a:lnTo>
                  <a:pt x="178" y="3"/>
                </a:lnTo>
                <a:cubicBezTo>
                  <a:pt x="169" y="2"/>
                  <a:pt x="159" y="1"/>
                  <a:pt x="150"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81"/>
          <p:cNvSpPr/>
          <p:nvPr/>
        </p:nvSpPr>
        <p:spPr>
          <a:xfrm>
            <a:off x="5402375" y="2394500"/>
            <a:ext cx="125625" cy="66150"/>
          </a:xfrm>
          <a:custGeom>
            <a:rect b="b" l="l" r="r" t="t"/>
            <a:pathLst>
              <a:path extrusionOk="0" h="882" w="1675">
                <a:moveTo>
                  <a:pt x="159" y="0"/>
                </a:moveTo>
                <a:cubicBezTo>
                  <a:pt x="108" y="0"/>
                  <a:pt x="57" y="33"/>
                  <a:pt x="31" y="82"/>
                </a:cubicBezTo>
                <a:cubicBezTo>
                  <a:pt x="1" y="156"/>
                  <a:pt x="31" y="237"/>
                  <a:pt x="105" y="267"/>
                </a:cubicBezTo>
                <a:lnTo>
                  <a:pt x="1460" y="867"/>
                </a:lnTo>
                <a:cubicBezTo>
                  <a:pt x="1475" y="874"/>
                  <a:pt x="1497" y="882"/>
                  <a:pt x="1512" y="882"/>
                </a:cubicBezTo>
                <a:cubicBezTo>
                  <a:pt x="1563" y="882"/>
                  <a:pt x="1615" y="844"/>
                  <a:pt x="1637" y="793"/>
                </a:cubicBezTo>
                <a:cubicBezTo>
                  <a:pt x="1674" y="726"/>
                  <a:pt x="1637" y="645"/>
                  <a:pt x="1571" y="615"/>
                </a:cubicBezTo>
                <a:lnTo>
                  <a:pt x="216" y="15"/>
                </a:lnTo>
                <a:cubicBezTo>
                  <a:pt x="198" y="5"/>
                  <a:pt x="178" y="0"/>
                  <a:pt x="159"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81"/>
          <p:cNvSpPr/>
          <p:nvPr/>
        </p:nvSpPr>
        <p:spPr>
          <a:xfrm>
            <a:off x="5434100" y="2342600"/>
            <a:ext cx="113325" cy="85800"/>
          </a:xfrm>
          <a:custGeom>
            <a:rect b="b" l="l" r="r" t="t"/>
            <a:pathLst>
              <a:path extrusionOk="0" h="1144" w="1511">
                <a:moveTo>
                  <a:pt x="158" y="0"/>
                </a:moveTo>
                <a:cubicBezTo>
                  <a:pt x="115" y="0"/>
                  <a:pt x="71" y="20"/>
                  <a:pt x="44" y="55"/>
                </a:cubicBezTo>
                <a:cubicBezTo>
                  <a:pt x="0" y="115"/>
                  <a:pt x="15" y="204"/>
                  <a:pt x="74" y="248"/>
                </a:cubicBezTo>
                <a:lnTo>
                  <a:pt x="1274" y="1122"/>
                </a:lnTo>
                <a:cubicBezTo>
                  <a:pt x="1303" y="1137"/>
                  <a:pt x="1333" y="1144"/>
                  <a:pt x="1355" y="1144"/>
                </a:cubicBezTo>
                <a:cubicBezTo>
                  <a:pt x="1400" y="1144"/>
                  <a:pt x="1444" y="1129"/>
                  <a:pt x="1466" y="1085"/>
                </a:cubicBezTo>
                <a:cubicBezTo>
                  <a:pt x="1511" y="1026"/>
                  <a:pt x="1503" y="937"/>
                  <a:pt x="1437" y="892"/>
                </a:cubicBezTo>
                <a:lnTo>
                  <a:pt x="237" y="26"/>
                </a:lnTo>
                <a:cubicBezTo>
                  <a:pt x="214" y="8"/>
                  <a:pt x="186" y="0"/>
                  <a:pt x="158"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81"/>
          <p:cNvSpPr/>
          <p:nvPr/>
        </p:nvSpPr>
        <p:spPr>
          <a:xfrm>
            <a:off x="5476250" y="2298050"/>
            <a:ext cx="97275" cy="103725"/>
          </a:xfrm>
          <a:custGeom>
            <a:rect b="b" l="l" r="r" t="t"/>
            <a:pathLst>
              <a:path extrusionOk="0" h="1383" w="1297">
                <a:moveTo>
                  <a:pt x="149" y="0"/>
                </a:moveTo>
                <a:cubicBezTo>
                  <a:pt x="118" y="0"/>
                  <a:pt x="87" y="11"/>
                  <a:pt x="60" y="35"/>
                </a:cubicBezTo>
                <a:cubicBezTo>
                  <a:pt x="1" y="87"/>
                  <a:pt x="1" y="176"/>
                  <a:pt x="53" y="235"/>
                </a:cubicBezTo>
                <a:lnTo>
                  <a:pt x="1045" y="1331"/>
                </a:lnTo>
                <a:cubicBezTo>
                  <a:pt x="1067" y="1360"/>
                  <a:pt x="1104" y="1383"/>
                  <a:pt x="1149" y="1383"/>
                </a:cubicBezTo>
                <a:cubicBezTo>
                  <a:pt x="1178" y="1383"/>
                  <a:pt x="1215" y="1368"/>
                  <a:pt x="1237" y="1346"/>
                </a:cubicBezTo>
                <a:cubicBezTo>
                  <a:pt x="1297" y="1294"/>
                  <a:pt x="1297" y="1205"/>
                  <a:pt x="1245" y="1146"/>
                </a:cubicBezTo>
                <a:lnTo>
                  <a:pt x="253" y="50"/>
                </a:lnTo>
                <a:cubicBezTo>
                  <a:pt x="224" y="17"/>
                  <a:pt x="187" y="0"/>
                  <a:pt x="149"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81"/>
          <p:cNvSpPr/>
          <p:nvPr/>
        </p:nvSpPr>
        <p:spPr>
          <a:xfrm>
            <a:off x="5525675" y="2263325"/>
            <a:ext cx="79500" cy="117375"/>
          </a:xfrm>
          <a:custGeom>
            <a:rect b="b" l="l" r="r" t="t"/>
            <a:pathLst>
              <a:path extrusionOk="0" h="1565" w="1060">
                <a:moveTo>
                  <a:pt x="166" y="1"/>
                </a:moveTo>
                <a:cubicBezTo>
                  <a:pt x="140" y="1"/>
                  <a:pt x="113" y="8"/>
                  <a:pt x="90" y="24"/>
                </a:cubicBezTo>
                <a:cubicBezTo>
                  <a:pt x="23" y="61"/>
                  <a:pt x="1" y="142"/>
                  <a:pt x="38" y="209"/>
                </a:cubicBezTo>
                <a:lnTo>
                  <a:pt x="786" y="1490"/>
                </a:lnTo>
                <a:cubicBezTo>
                  <a:pt x="808" y="1535"/>
                  <a:pt x="852" y="1564"/>
                  <a:pt x="904" y="1564"/>
                </a:cubicBezTo>
                <a:cubicBezTo>
                  <a:pt x="926" y="1564"/>
                  <a:pt x="949" y="1557"/>
                  <a:pt x="971" y="1542"/>
                </a:cubicBezTo>
                <a:cubicBezTo>
                  <a:pt x="1038" y="1505"/>
                  <a:pt x="1060" y="1416"/>
                  <a:pt x="1023" y="1357"/>
                </a:cubicBezTo>
                <a:lnTo>
                  <a:pt x="282" y="68"/>
                </a:lnTo>
                <a:cubicBezTo>
                  <a:pt x="258" y="25"/>
                  <a:pt x="213" y="1"/>
                  <a:pt x="166"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81"/>
          <p:cNvSpPr/>
          <p:nvPr/>
        </p:nvSpPr>
        <p:spPr>
          <a:xfrm>
            <a:off x="2415350" y="1188725"/>
            <a:ext cx="320025" cy="320025"/>
          </a:xfrm>
          <a:custGeom>
            <a:rect b="b" l="l" r="r" t="t"/>
            <a:pathLst>
              <a:path extrusionOk="0" h="4267" w="4267">
                <a:moveTo>
                  <a:pt x="2741" y="1304"/>
                </a:moveTo>
                <a:cubicBezTo>
                  <a:pt x="2667" y="1304"/>
                  <a:pt x="2600" y="1363"/>
                  <a:pt x="2600" y="1445"/>
                </a:cubicBezTo>
                <a:lnTo>
                  <a:pt x="2600" y="2482"/>
                </a:lnTo>
                <a:cubicBezTo>
                  <a:pt x="2600" y="2556"/>
                  <a:pt x="2667" y="2622"/>
                  <a:pt x="2741" y="2622"/>
                </a:cubicBezTo>
                <a:cubicBezTo>
                  <a:pt x="2815" y="2622"/>
                  <a:pt x="2881" y="2556"/>
                  <a:pt x="2881" y="2482"/>
                </a:cubicBezTo>
                <a:lnTo>
                  <a:pt x="2881" y="1445"/>
                </a:lnTo>
                <a:cubicBezTo>
                  <a:pt x="2881" y="1363"/>
                  <a:pt x="2815" y="1304"/>
                  <a:pt x="2741" y="1304"/>
                </a:cubicBezTo>
                <a:close/>
                <a:moveTo>
                  <a:pt x="2134" y="282"/>
                </a:moveTo>
                <a:cubicBezTo>
                  <a:pt x="3155" y="282"/>
                  <a:pt x="3985" y="1112"/>
                  <a:pt x="3985" y="2133"/>
                </a:cubicBezTo>
                <a:cubicBezTo>
                  <a:pt x="3985" y="2718"/>
                  <a:pt x="3711" y="3244"/>
                  <a:pt x="3289" y="3577"/>
                </a:cubicBezTo>
                <a:lnTo>
                  <a:pt x="1726" y="1363"/>
                </a:lnTo>
                <a:cubicBezTo>
                  <a:pt x="1704" y="1326"/>
                  <a:pt x="1660" y="1304"/>
                  <a:pt x="1615" y="1304"/>
                </a:cubicBezTo>
                <a:lnTo>
                  <a:pt x="1437" y="1304"/>
                </a:lnTo>
                <a:cubicBezTo>
                  <a:pt x="1363" y="1304"/>
                  <a:pt x="1304" y="1363"/>
                  <a:pt x="1304" y="1445"/>
                </a:cubicBezTo>
                <a:lnTo>
                  <a:pt x="1304" y="3000"/>
                </a:lnTo>
                <a:cubicBezTo>
                  <a:pt x="1304" y="3074"/>
                  <a:pt x="1363" y="3141"/>
                  <a:pt x="1437" y="3141"/>
                </a:cubicBezTo>
                <a:cubicBezTo>
                  <a:pt x="1519" y="3141"/>
                  <a:pt x="1578" y="3074"/>
                  <a:pt x="1578" y="3000"/>
                </a:cubicBezTo>
                <a:lnTo>
                  <a:pt x="1578" y="1637"/>
                </a:lnTo>
                <a:lnTo>
                  <a:pt x="3059" y="3740"/>
                </a:lnTo>
                <a:cubicBezTo>
                  <a:pt x="2785" y="3896"/>
                  <a:pt x="2474" y="3985"/>
                  <a:pt x="2134" y="3985"/>
                </a:cubicBezTo>
                <a:cubicBezTo>
                  <a:pt x="1112" y="3985"/>
                  <a:pt x="282" y="3155"/>
                  <a:pt x="282" y="2133"/>
                </a:cubicBezTo>
                <a:cubicBezTo>
                  <a:pt x="282" y="1112"/>
                  <a:pt x="1112" y="282"/>
                  <a:pt x="2134" y="282"/>
                </a:cubicBezTo>
                <a:close/>
                <a:moveTo>
                  <a:pt x="2134" y="1"/>
                </a:moveTo>
                <a:cubicBezTo>
                  <a:pt x="956" y="1"/>
                  <a:pt x="1" y="956"/>
                  <a:pt x="1" y="2133"/>
                </a:cubicBezTo>
                <a:cubicBezTo>
                  <a:pt x="1" y="3311"/>
                  <a:pt x="956" y="4266"/>
                  <a:pt x="2134" y="4266"/>
                </a:cubicBezTo>
                <a:cubicBezTo>
                  <a:pt x="2578" y="4266"/>
                  <a:pt x="2993" y="4125"/>
                  <a:pt x="3333" y="3896"/>
                </a:cubicBezTo>
                <a:cubicBezTo>
                  <a:pt x="3333" y="3896"/>
                  <a:pt x="3333" y="3896"/>
                  <a:pt x="3341" y="3888"/>
                </a:cubicBezTo>
                <a:cubicBezTo>
                  <a:pt x="3896" y="3503"/>
                  <a:pt x="4266" y="2859"/>
                  <a:pt x="4266" y="2133"/>
                </a:cubicBezTo>
                <a:cubicBezTo>
                  <a:pt x="4266" y="956"/>
                  <a:pt x="3311" y="1"/>
                  <a:pt x="2134" y="1"/>
                </a:cubicBezTo>
                <a:close/>
              </a:path>
            </a:pathLst>
          </a:custGeom>
          <a:solidFill>
            <a:srgbClr val="00000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81"/>
          <p:cNvSpPr txBox="1"/>
          <p:nvPr/>
        </p:nvSpPr>
        <p:spPr>
          <a:xfrm>
            <a:off x="250300" y="1534950"/>
            <a:ext cx="8697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bloom</a:t>
            </a:r>
            <a:endParaRPr sz="1600">
              <a:latin typeface="Public Sans SemiBold"/>
              <a:ea typeface="Public Sans SemiBold"/>
              <a:cs typeface="Public Sans SemiBold"/>
              <a:sym typeface="Public Sans SemiBold"/>
            </a:endParaRPr>
          </a:p>
        </p:txBody>
      </p:sp>
      <p:sp>
        <p:nvSpPr>
          <p:cNvPr id="1091" name="Google Shape;1091;p81"/>
          <p:cNvSpPr txBox="1"/>
          <p:nvPr/>
        </p:nvSpPr>
        <p:spPr>
          <a:xfrm>
            <a:off x="1269804" y="1534938"/>
            <a:ext cx="6603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graphql</a:t>
            </a:r>
            <a:endParaRPr sz="1600">
              <a:latin typeface="Public Sans SemiBold"/>
              <a:ea typeface="Public Sans SemiBold"/>
              <a:cs typeface="Public Sans SemiBold"/>
              <a:sym typeface="Public Sans SemiBold"/>
            </a:endParaRPr>
          </a:p>
        </p:txBody>
      </p:sp>
      <p:sp>
        <p:nvSpPr>
          <p:cNvPr id="1092" name="Google Shape;1092;p81"/>
          <p:cNvSpPr txBox="1"/>
          <p:nvPr/>
        </p:nvSpPr>
        <p:spPr>
          <a:xfrm>
            <a:off x="2152071" y="1534950"/>
            <a:ext cx="8061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next.js</a:t>
            </a:r>
            <a:endParaRPr sz="1600">
              <a:latin typeface="Public Sans SemiBold"/>
              <a:ea typeface="Public Sans SemiBold"/>
              <a:cs typeface="Public Sans SemiBold"/>
              <a:sym typeface="Public Sans SemiBold"/>
            </a:endParaRPr>
          </a:p>
        </p:txBody>
      </p:sp>
      <p:sp>
        <p:nvSpPr>
          <p:cNvPr id="1093" name="Google Shape;1093;p81"/>
          <p:cNvSpPr txBox="1"/>
          <p:nvPr/>
        </p:nvSpPr>
        <p:spPr>
          <a:xfrm>
            <a:off x="250300" y="2615650"/>
            <a:ext cx="8697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python</a:t>
            </a:r>
            <a:endParaRPr sz="1600">
              <a:latin typeface="Public Sans SemiBold"/>
              <a:ea typeface="Public Sans SemiBold"/>
              <a:cs typeface="Public Sans SemiBold"/>
              <a:sym typeface="Public Sans SemiBold"/>
            </a:endParaRPr>
          </a:p>
        </p:txBody>
      </p:sp>
      <p:sp>
        <p:nvSpPr>
          <p:cNvPr id="1094" name="Google Shape;1094;p81"/>
          <p:cNvSpPr txBox="1"/>
          <p:nvPr/>
        </p:nvSpPr>
        <p:spPr>
          <a:xfrm>
            <a:off x="1269804" y="2615638"/>
            <a:ext cx="6603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golang</a:t>
            </a:r>
            <a:endParaRPr sz="1600">
              <a:latin typeface="Public Sans SemiBold"/>
              <a:ea typeface="Public Sans SemiBold"/>
              <a:cs typeface="Public Sans SemiBold"/>
              <a:sym typeface="Public Sans SemiBold"/>
            </a:endParaRPr>
          </a:p>
        </p:txBody>
      </p:sp>
      <p:sp>
        <p:nvSpPr>
          <p:cNvPr id="1095" name="Google Shape;1095;p81"/>
          <p:cNvSpPr txBox="1"/>
          <p:nvPr/>
        </p:nvSpPr>
        <p:spPr>
          <a:xfrm>
            <a:off x="2152071" y="2615650"/>
            <a:ext cx="8061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node.js</a:t>
            </a:r>
            <a:endParaRPr sz="1600">
              <a:latin typeface="Public Sans SemiBold"/>
              <a:ea typeface="Public Sans SemiBold"/>
              <a:cs typeface="Public Sans SemiBold"/>
              <a:sym typeface="Public Sans SemiBold"/>
            </a:endParaRPr>
          </a:p>
        </p:txBody>
      </p:sp>
      <p:sp>
        <p:nvSpPr>
          <p:cNvPr id="1096" name="Google Shape;1096;p81"/>
          <p:cNvSpPr txBox="1"/>
          <p:nvPr/>
        </p:nvSpPr>
        <p:spPr>
          <a:xfrm>
            <a:off x="2827688" y="2615650"/>
            <a:ext cx="10821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java</a:t>
            </a:r>
            <a:endParaRPr sz="1600">
              <a:latin typeface="Public Sans SemiBold"/>
              <a:ea typeface="Public Sans SemiBold"/>
              <a:cs typeface="Public Sans SemiBold"/>
              <a:sym typeface="Public Sans SemiBold"/>
            </a:endParaRPr>
          </a:p>
        </p:txBody>
      </p:sp>
      <p:sp>
        <p:nvSpPr>
          <p:cNvPr id="1097" name="Google Shape;1097;p81"/>
          <p:cNvSpPr txBox="1"/>
          <p:nvPr/>
        </p:nvSpPr>
        <p:spPr>
          <a:xfrm>
            <a:off x="3990217" y="2615650"/>
            <a:ext cx="9774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c-sharp</a:t>
            </a:r>
            <a:endParaRPr sz="1600">
              <a:latin typeface="Public Sans SemiBold"/>
              <a:ea typeface="Public Sans SemiBold"/>
              <a:cs typeface="Public Sans SemiBold"/>
              <a:sym typeface="Public Sans SemiBold"/>
            </a:endParaRPr>
          </a:p>
        </p:txBody>
      </p:sp>
      <p:sp>
        <p:nvSpPr>
          <p:cNvPr id="1098" name="Google Shape;1098;p81"/>
          <p:cNvSpPr txBox="1"/>
          <p:nvPr/>
        </p:nvSpPr>
        <p:spPr>
          <a:xfrm>
            <a:off x="4986917" y="2615650"/>
            <a:ext cx="9774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stack-overflow</a:t>
            </a:r>
            <a:endParaRPr sz="1600">
              <a:latin typeface="Public Sans SemiBold"/>
              <a:ea typeface="Public Sans SemiBold"/>
              <a:cs typeface="Public Sans SemiBold"/>
              <a:sym typeface="Public Sans SemiBold"/>
            </a:endParaRPr>
          </a:p>
        </p:txBody>
      </p:sp>
      <p:sp>
        <p:nvSpPr>
          <p:cNvPr id="1099" name="Google Shape;1099;p81"/>
          <p:cNvSpPr txBox="1"/>
          <p:nvPr/>
        </p:nvSpPr>
        <p:spPr>
          <a:xfrm>
            <a:off x="4653200" y="4510275"/>
            <a:ext cx="4126200" cy="2463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en" sz="1600">
                <a:latin typeface="Public Sans Light"/>
                <a:ea typeface="Public Sans Light"/>
                <a:cs typeface="Public Sans Light"/>
                <a:sym typeface="Public Sans Light"/>
              </a:rPr>
              <a:t>All vectors. You can color them as you need.</a:t>
            </a:r>
            <a:endParaRPr sz="1600">
              <a:latin typeface="Public Sans Light"/>
              <a:ea typeface="Public Sans Light"/>
              <a:cs typeface="Public Sans Light"/>
              <a:sym typeface="Public Sans Light"/>
            </a:endParaRPr>
          </a:p>
        </p:txBody>
      </p:sp>
      <p:sp>
        <p:nvSpPr>
          <p:cNvPr id="1100" name="Google Shape;1100;p81"/>
          <p:cNvSpPr/>
          <p:nvPr/>
        </p:nvSpPr>
        <p:spPr>
          <a:xfrm>
            <a:off x="3349200" y="4419925"/>
            <a:ext cx="249975" cy="333300"/>
          </a:xfrm>
          <a:custGeom>
            <a:rect b="b" l="l" r="r" t="t"/>
            <a:pathLst>
              <a:path extrusionOk="0" h="4444" w="3333">
                <a:moveTo>
                  <a:pt x="1666" y="274"/>
                </a:moveTo>
                <a:cubicBezTo>
                  <a:pt x="1889" y="274"/>
                  <a:pt x="2096" y="363"/>
                  <a:pt x="2259" y="519"/>
                </a:cubicBezTo>
                <a:cubicBezTo>
                  <a:pt x="2414" y="682"/>
                  <a:pt x="2503" y="889"/>
                  <a:pt x="2503" y="1111"/>
                </a:cubicBezTo>
                <a:lnTo>
                  <a:pt x="2503" y="1667"/>
                </a:lnTo>
                <a:lnTo>
                  <a:pt x="837" y="1667"/>
                </a:lnTo>
                <a:lnTo>
                  <a:pt x="837" y="1111"/>
                </a:lnTo>
                <a:cubicBezTo>
                  <a:pt x="837" y="889"/>
                  <a:pt x="919" y="682"/>
                  <a:pt x="1081" y="519"/>
                </a:cubicBezTo>
                <a:cubicBezTo>
                  <a:pt x="1237" y="363"/>
                  <a:pt x="1444" y="274"/>
                  <a:pt x="1666" y="274"/>
                </a:cubicBezTo>
                <a:close/>
                <a:moveTo>
                  <a:pt x="1666" y="2725"/>
                </a:moveTo>
                <a:cubicBezTo>
                  <a:pt x="1489" y="2725"/>
                  <a:pt x="1341" y="2874"/>
                  <a:pt x="1341" y="3051"/>
                </a:cubicBezTo>
                <a:cubicBezTo>
                  <a:pt x="1341" y="3229"/>
                  <a:pt x="1489" y="3377"/>
                  <a:pt x="1666" y="3377"/>
                </a:cubicBezTo>
                <a:cubicBezTo>
                  <a:pt x="1844" y="3377"/>
                  <a:pt x="1992" y="3229"/>
                  <a:pt x="1992" y="3051"/>
                </a:cubicBezTo>
                <a:cubicBezTo>
                  <a:pt x="1992" y="2874"/>
                  <a:pt x="1844" y="2725"/>
                  <a:pt x="1666" y="2725"/>
                </a:cubicBezTo>
                <a:close/>
                <a:moveTo>
                  <a:pt x="2918" y="1941"/>
                </a:moveTo>
                <a:cubicBezTo>
                  <a:pt x="2992" y="1941"/>
                  <a:pt x="3059" y="2007"/>
                  <a:pt x="3059" y="2081"/>
                </a:cubicBezTo>
                <a:lnTo>
                  <a:pt x="3059" y="4029"/>
                </a:lnTo>
                <a:cubicBezTo>
                  <a:pt x="3059" y="4103"/>
                  <a:pt x="2992" y="4162"/>
                  <a:pt x="2918" y="4162"/>
                </a:cubicBezTo>
                <a:lnTo>
                  <a:pt x="415" y="4162"/>
                </a:lnTo>
                <a:cubicBezTo>
                  <a:pt x="341" y="4162"/>
                  <a:pt x="282" y="4103"/>
                  <a:pt x="282" y="4029"/>
                </a:cubicBezTo>
                <a:lnTo>
                  <a:pt x="282" y="2081"/>
                </a:lnTo>
                <a:cubicBezTo>
                  <a:pt x="282" y="2007"/>
                  <a:pt x="341" y="1941"/>
                  <a:pt x="415" y="1941"/>
                </a:cubicBezTo>
                <a:close/>
                <a:moveTo>
                  <a:pt x="1666" y="0"/>
                </a:moveTo>
                <a:cubicBezTo>
                  <a:pt x="1370" y="0"/>
                  <a:pt x="1089" y="111"/>
                  <a:pt x="882" y="326"/>
                </a:cubicBezTo>
                <a:cubicBezTo>
                  <a:pt x="674" y="534"/>
                  <a:pt x="556" y="815"/>
                  <a:pt x="556" y="1111"/>
                </a:cubicBezTo>
                <a:lnTo>
                  <a:pt x="556" y="1667"/>
                </a:lnTo>
                <a:lnTo>
                  <a:pt x="415" y="1667"/>
                </a:lnTo>
                <a:cubicBezTo>
                  <a:pt x="185" y="1667"/>
                  <a:pt x="0" y="1852"/>
                  <a:pt x="0" y="2081"/>
                </a:cubicBezTo>
                <a:lnTo>
                  <a:pt x="0" y="4029"/>
                </a:lnTo>
                <a:cubicBezTo>
                  <a:pt x="0" y="4258"/>
                  <a:pt x="185" y="4443"/>
                  <a:pt x="415" y="4443"/>
                </a:cubicBezTo>
                <a:lnTo>
                  <a:pt x="2918" y="4443"/>
                </a:lnTo>
                <a:cubicBezTo>
                  <a:pt x="3147" y="4443"/>
                  <a:pt x="3333" y="4258"/>
                  <a:pt x="3333" y="4029"/>
                </a:cubicBezTo>
                <a:lnTo>
                  <a:pt x="3333" y="2081"/>
                </a:lnTo>
                <a:cubicBezTo>
                  <a:pt x="3333" y="1852"/>
                  <a:pt x="3147" y="1667"/>
                  <a:pt x="2918" y="1667"/>
                </a:cubicBezTo>
                <a:lnTo>
                  <a:pt x="2777" y="1667"/>
                </a:lnTo>
                <a:lnTo>
                  <a:pt x="2777" y="1111"/>
                </a:lnTo>
                <a:cubicBezTo>
                  <a:pt x="2777" y="815"/>
                  <a:pt x="2666" y="534"/>
                  <a:pt x="2451" y="326"/>
                </a:cubicBezTo>
                <a:cubicBezTo>
                  <a:pt x="2244" y="111"/>
                  <a:pt x="1963" y="0"/>
                  <a:pt x="166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81"/>
          <p:cNvSpPr/>
          <p:nvPr/>
        </p:nvSpPr>
        <p:spPr>
          <a:xfrm>
            <a:off x="3675833" y="4419925"/>
            <a:ext cx="249975" cy="333300"/>
          </a:xfrm>
          <a:custGeom>
            <a:rect b="b" l="l" r="r" t="t"/>
            <a:pathLst>
              <a:path extrusionOk="0" h="4444" w="3333">
                <a:moveTo>
                  <a:pt x="1666" y="274"/>
                </a:moveTo>
                <a:cubicBezTo>
                  <a:pt x="1889" y="274"/>
                  <a:pt x="2096" y="363"/>
                  <a:pt x="2259" y="519"/>
                </a:cubicBezTo>
                <a:cubicBezTo>
                  <a:pt x="2414" y="682"/>
                  <a:pt x="2503" y="889"/>
                  <a:pt x="2503" y="1111"/>
                </a:cubicBezTo>
                <a:lnTo>
                  <a:pt x="2503" y="1667"/>
                </a:lnTo>
                <a:lnTo>
                  <a:pt x="837" y="1667"/>
                </a:lnTo>
                <a:lnTo>
                  <a:pt x="837" y="1111"/>
                </a:lnTo>
                <a:cubicBezTo>
                  <a:pt x="837" y="889"/>
                  <a:pt x="919" y="682"/>
                  <a:pt x="1081" y="519"/>
                </a:cubicBezTo>
                <a:cubicBezTo>
                  <a:pt x="1237" y="363"/>
                  <a:pt x="1444" y="274"/>
                  <a:pt x="1666" y="274"/>
                </a:cubicBezTo>
                <a:close/>
                <a:moveTo>
                  <a:pt x="1666" y="2725"/>
                </a:moveTo>
                <a:cubicBezTo>
                  <a:pt x="1489" y="2725"/>
                  <a:pt x="1341" y="2874"/>
                  <a:pt x="1341" y="3051"/>
                </a:cubicBezTo>
                <a:cubicBezTo>
                  <a:pt x="1341" y="3229"/>
                  <a:pt x="1489" y="3377"/>
                  <a:pt x="1666" y="3377"/>
                </a:cubicBezTo>
                <a:cubicBezTo>
                  <a:pt x="1844" y="3377"/>
                  <a:pt x="1992" y="3229"/>
                  <a:pt x="1992" y="3051"/>
                </a:cubicBezTo>
                <a:cubicBezTo>
                  <a:pt x="1992" y="2874"/>
                  <a:pt x="1844" y="2725"/>
                  <a:pt x="1666" y="2725"/>
                </a:cubicBezTo>
                <a:close/>
                <a:moveTo>
                  <a:pt x="2918" y="1941"/>
                </a:moveTo>
                <a:cubicBezTo>
                  <a:pt x="2992" y="1941"/>
                  <a:pt x="3059" y="2007"/>
                  <a:pt x="3059" y="2081"/>
                </a:cubicBezTo>
                <a:lnTo>
                  <a:pt x="3059" y="4029"/>
                </a:lnTo>
                <a:cubicBezTo>
                  <a:pt x="3059" y="4103"/>
                  <a:pt x="2992" y="4162"/>
                  <a:pt x="2918" y="4162"/>
                </a:cubicBezTo>
                <a:lnTo>
                  <a:pt x="415" y="4162"/>
                </a:lnTo>
                <a:cubicBezTo>
                  <a:pt x="341" y="4162"/>
                  <a:pt x="282" y="4103"/>
                  <a:pt x="282" y="4029"/>
                </a:cubicBezTo>
                <a:lnTo>
                  <a:pt x="282" y="2081"/>
                </a:lnTo>
                <a:cubicBezTo>
                  <a:pt x="282" y="2007"/>
                  <a:pt x="341" y="1941"/>
                  <a:pt x="415" y="1941"/>
                </a:cubicBezTo>
                <a:close/>
                <a:moveTo>
                  <a:pt x="1666" y="0"/>
                </a:moveTo>
                <a:cubicBezTo>
                  <a:pt x="1370" y="0"/>
                  <a:pt x="1089" y="111"/>
                  <a:pt x="882" y="326"/>
                </a:cubicBezTo>
                <a:cubicBezTo>
                  <a:pt x="674" y="534"/>
                  <a:pt x="556" y="815"/>
                  <a:pt x="556" y="1111"/>
                </a:cubicBezTo>
                <a:lnTo>
                  <a:pt x="556" y="1667"/>
                </a:lnTo>
                <a:lnTo>
                  <a:pt x="415" y="1667"/>
                </a:lnTo>
                <a:cubicBezTo>
                  <a:pt x="185" y="1667"/>
                  <a:pt x="0" y="1852"/>
                  <a:pt x="0" y="2081"/>
                </a:cubicBezTo>
                <a:lnTo>
                  <a:pt x="0" y="4029"/>
                </a:lnTo>
                <a:cubicBezTo>
                  <a:pt x="0" y="4258"/>
                  <a:pt x="185" y="4443"/>
                  <a:pt x="415" y="4443"/>
                </a:cubicBezTo>
                <a:lnTo>
                  <a:pt x="2918" y="4443"/>
                </a:lnTo>
                <a:cubicBezTo>
                  <a:pt x="3147" y="4443"/>
                  <a:pt x="3333" y="4258"/>
                  <a:pt x="3333" y="4029"/>
                </a:cubicBezTo>
                <a:lnTo>
                  <a:pt x="3333" y="2081"/>
                </a:lnTo>
                <a:cubicBezTo>
                  <a:pt x="3333" y="1852"/>
                  <a:pt x="3147" y="1667"/>
                  <a:pt x="2918" y="1667"/>
                </a:cubicBezTo>
                <a:lnTo>
                  <a:pt x="2777" y="1667"/>
                </a:lnTo>
                <a:lnTo>
                  <a:pt x="2777" y="1111"/>
                </a:lnTo>
                <a:cubicBezTo>
                  <a:pt x="2777" y="815"/>
                  <a:pt x="2666" y="534"/>
                  <a:pt x="2451" y="326"/>
                </a:cubicBezTo>
                <a:cubicBezTo>
                  <a:pt x="2244" y="111"/>
                  <a:pt x="1963" y="0"/>
                  <a:pt x="1666" y="0"/>
                </a:cubicBezTo>
                <a:close/>
              </a:path>
            </a:pathLst>
          </a:custGeom>
          <a:solidFill>
            <a:srgbClr val="D433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81"/>
          <p:cNvSpPr/>
          <p:nvPr/>
        </p:nvSpPr>
        <p:spPr>
          <a:xfrm>
            <a:off x="4002467" y="4419925"/>
            <a:ext cx="249975" cy="333300"/>
          </a:xfrm>
          <a:custGeom>
            <a:rect b="b" l="l" r="r" t="t"/>
            <a:pathLst>
              <a:path extrusionOk="0" h="4444" w="3333">
                <a:moveTo>
                  <a:pt x="1666" y="274"/>
                </a:moveTo>
                <a:cubicBezTo>
                  <a:pt x="1889" y="274"/>
                  <a:pt x="2096" y="363"/>
                  <a:pt x="2259" y="519"/>
                </a:cubicBezTo>
                <a:cubicBezTo>
                  <a:pt x="2414" y="682"/>
                  <a:pt x="2503" y="889"/>
                  <a:pt x="2503" y="1111"/>
                </a:cubicBezTo>
                <a:lnTo>
                  <a:pt x="2503" y="1667"/>
                </a:lnTo>
                <a:lnTo>
                  <a:pt x="837" y="1667"/>
                </a:lnTo>
                <a:lnTo>
                  <a:pt x="837" y="1111"/>
                </a:lnTo>
                <a:cubicBezTo>
                  <a:pt x="837" y="889"/>
                  <a:pt x="919" y="682"/>
                  <a:pt x="1081" y="519"/>
                </a:cubicBezTo>
                <a:cubicBezTo>
                  <a:pt x="1237" y="363"/>
                  <a:pt x="1444" y="274"/>
                  <a:pt x="1666" y="274"/>
                </a:cubicBezTo>
                <a:close/>
                <a:moveTo>
                  <a:pt x="1666" y="2725"/>
                </a:moveTo>
                <a:cubicBezTo>
                  <a:pt x="1489" y="2725"/>
                  <a:pt x="1341" y="2874"/>
                  <a:pt x="1341" y="3051"/>
                </a:cubicBezTo>
                <a:cubicBezTo>
                  <a:pt x="1341" y="3229"/>
                  <a:pt x="1489" y="3377"/>
                  <a:pt x="1666" y="3377"/>
                </a:cubicBezTo>
                <a:cubicBezTo>
                  <a:pt x="1844" y="3377"/>
                  <a:pt x="1992" y="3229"/>
                  <a:pt x="1992" y="3051"/>
                </a:cubicBezTo>
                <a:cubicBezTo>
                  <a:pt x="1992" y="2874"/>
                  <a:pt x="1844" y="2725"/>
                  <a:pt x="1666" y="2725"/>
                </a:cubicBezTo>
                <a:close/>
                <a:moveTo>
                  <a:pt x="2918" y="1941"/>
                </a:moveTo>
                <a:cubicBezTo>
                  <a:pt x="2992" y="1941"/>
                  <a:pt x="3059" y="2007"/>
                  <a:pt x="3059" y="2081"/>
                </a:cubicBezTo>
                <a:lnTo>
                  <a:pt x="3059" y="4029"/>
                </a:lnTo>
                <a:cubicBezTo>
                  <a:pt x="3059" y="4103"/>
                  <a:pt x="2992" y="4162"/>
                  <a:pt x="2918" y="4162"/>
                </a:cubicBezTo>
                <a:lnTo>
                  <a:pt x="415" y="4162"/>
                </a:lnTo>
                <a:cubicBezTo>
                  <a:pt x="341" y="4162"/>
                  <a:pt x="282" y="4103"/>
                  <a:pt x="282" y="4029"/>
                </a:cubicBezTo>
                <a:lnTo>
                  <a:pt x="282" y="2081"/>
                </a:lnTo>
                <a:cubicBezTo>
                  <a:pt x="282" y="2007"/>
                  <a:pt x="341" y="1941"/>
                  <a:pt x="415" y="1941"/>
                </a:cubicBezTo>
                <a:close/>
                <a:moveTo>
                  <a:pt x="1666" y="0"/>
                </a:moveTo>
                <a:cubicBezTo>
                  <a:pt x="1370" y="0"/>
                  <a:pt x="1089" y="111"/>
                  <a:pt x="882" y="326"/>
                </a:cubicBezTo>
                <a:cubicBezTo>
                  <a:pt x="674" y="534"/>
                  <a:pt x="556" y="815"/>
                  <a:pt x="556" y="1111"/>
                </a:cubicBezTo>
                <a:lnTo>
                  <a:pt x="556" y="1667"/>
                </a:lnTo>
                <a:lnTo>
                  <a:pt x="415" y="1667"/>
                </a:lnTo>
                <a:cubicBezTo>
                  <a:pt x="185" y="1667"/>
                  <a:pt x="0" y="1852"/>
                  <a:pt x="0" y="2081"/>
                </a:cubicBezTo>
                <a:lnTo>
                  <a:pt x="0" y="4029"/>
                </a:lnTo>
                <a:cubicBezTo>
                  <a:pt x="0" y="4258"/>
                  <a:pt x="185" y="4443"/>
                  <a:pt x="415" y="4443"/>
                </a:cubicBezTo>
                <a:lnTo>
                  <a:pt x="2918" y="4443"/>
                </a:lnTo>
                <a:cubicBezTo>
                  <a:pt x="3147" y="4443"/>
                  <a:pt x="3333" y="4258"/>
                  <a:pt x="3333" y="4029"/>
                </a:cubicBezTo>
                <a:lnTo>
                  <a:pt x="3333" y="2081"/>
                </a:lnTo>
                <a:cubicBezTo>
                  <a:pt x="3333" y="1852"/>
                  <a:pt x="3147" y="1667"/>
                  <a:pt x="2918" y="1667"/>
                </a:cubicBezTo>
                <a:lnTo>
                  <a:pt x="2777" y="1667"/>
                </a:lnTo>
                <a:lnTo>
                  <a:pt x="2777" y="1111"/>
                </a:lnTo>
                <a:cubicBezTo>
                  <a:pt x="2777" y="815"/>
                  <a:pt x="2666" y="534"/>
                  <a:pt x="2451" y="326"/>
                </a:cubicBezTo>
                <a:cubicBezTo>
                  <a:pt x="2244" y="111"/>
                  <a:pt x="1963" y="0"/>
                  <a:pt x="166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81"/>
          <p:cNvSpPr/>
          <p:nvPr/>
        </p:nvSpPr>
        <p:spPr>
          <a:xfrm>
            <a:off x="4329100" y="4419925"/>
            <a:ext cx="249975" cy="333300"/>
          </a:xfrm>
          <a:custGeom>
            <a:rect b="b" l="l" r="r" t="t"/>
            <a:pathLst>
              <a:path extrusionOk="0" h="4444" w="3333">
                <a:moveTo>
                  <a:pt x="1666" y="274"/>
                </a:moveTo>
                <a:cubicBezTo>
                  <a:pt x="1889" y="274"/>
                  <a:pt x="2096" y="363"/>
                  <a:pt x="2259" y="519"/>
                </a:cubicBezTo>
                <a:cubicBezTo>
                  <a:pt x="2414" y="682"/>
                  <a:pt x="2503" y="889"/>
                  <a:pt x="2503" y="1111"/>
                </a:cubicBezTo>
                <a:lnTo>
                  <a:pt x="2503" y="1667"/>
                </a:lnTo>
                <a:lnTo>
                  <a:pt x="837" y="1667"/>
                </a:lnTo>
                <a:lnTo>
                  <a:pt x="837" y="1111"/>
                </a:lnTo>
                <a:cubicBezTo>
                  <a:pt x="837" y="889"/>
                  <a:pt x="919" y="682"/>
                  <a:pt x="1081" y="519"/>
                </a:cubicBezTo>
                <a:cubicBezTo>
                  <a:pt x="1237" y="363"/>
                  <a:pt x="1444" y="274"/>
                  <a:pt x="1666" y="274"/>
                </a:cubicBezTo>
                <a:close/>
                <a:moveTo>
                  <a:pt x="1666" y="2725"/>
                </a:moveTo>
                <a:cubicBezTo>
                  <a:pt x="1489" y="2725"/>
                  <a:pt x="1341" y="2874"/>
                  <a:pt x="1341" y="3051"/>
                </a:cubicBezTo>
                <a:cubicBezTo>
                  <a:pt x="1341" y="3229"/>
                  <a:pt x="1489" y="3377"/>
                  <a:pt x="1666" y="3377"/>
                </a:cubicBezTo>
                <a:cubicBezTo>
                  <a:pt x="1844" y="3377"/>
                  <a:pt x="1992" y="3229"/>
                  <a:pt x="1992" y="3051"/>
                </a:cubicBezTo>
                <a:cubicBezTo>
                  <a:pt x="1992" y="2874"/>
                  <a:pt x="1844" y="2725"/>
                  <a:pt x="1666" y="2725"/>
                </a:cubicBezTo>
                <a:close/>
                <a:moveTo>
                  <a:pt x="2918" y="1941"/>
                </a:moveTo>
                <a:cubicBezTo>
                  <a:pt x="2992" y="1941"/>
                  <a:pt x="3059" y="2007"/>
                  <a:pt x="3059" y="2081"/>
                </a:cubicBezTo>
                <a:lnTo>
                  <a:pt x="3059" y="4029"/>
                </a:lnTo>
                <a:cubicBezTo>
                  <a:pt x="3059" y="4103"/>
                  <a:pt x="2992" y="4162"/>
                  <a:pt x="2918" y="4162"/>
                </a:cubicBezTo>
                <a:lnTo>
                  <a:pt x="415" y="4162"/>
                </a:lnTo>
                <a:cubicBezTo>
                  <a:pt x="341" y="4162"/>
                  <a:pt x="282" y="4103"/>
                  <a:pt x="282" y="4029"/>
                </a:cubicBezTo>
                <a:lnTo>
                  <a:pt x="282" y="2081"/>
                </a:lnTo>
                <a:cubicBezTo>
                  <a:pt x="282" y="2007"/>
                  <a:pt x="341" y="1941"/>
                  <a:pt x="415" y="1941"/>
                </a:cubicBezTo>
                <a:close/>
                <a:moveTo>
                  <a:pt x="1666" y="0"/>
                </a:moveTo>
                <a:cubicBezTo>
                  <a:pt x="1370" y="0"/>
                  <a:pt x="1089" y="111"/>
                  <a:pt x="882" y="326"/>
                </a:cubicBezTo>
                <a:cubicBezTo>
                  <a:pt x="674" y="534"/>
                  <a:pt x="556" y="815"/>
                  <a:pt x="556" y="1111"/>
                </a:cubicBezTo>
                <a:lnTo>
                  <a:pt x="556" y="1667"/>
                </a:lnTo>
                <a:lnTo>
                  <a:pt x="415" y="1667"/>
                </a:lnTo>
                <a:cubicBezTo>
                  <a:pt x="185" y="1667"/>
                  <a:pt x="0" y="1852"/>
                  <a:pt x="0" y="2081"/>
                </a:cubicBezTo>
                <a:lnTo>
                  <a:pt x="0" y="4029"/>
                </a:lnTo>
                <a:cubicBezTo>
                  <a:pt x="0" y="4258"/>
                  <a:pt x="185" y="4443"/>
                  <a:pt x="415" y="4443"/>
                </a:cubicBezTo>
                <a:lnTo>
                  <a:pt x="2918" y="4443"/>
                </a:lnTo>
                <a:cubicBezTo>
                  <a:pt x="3147" y="4443"/>
                  <a:pt x="3333" y="4258"/>
                  <a:pt x="3333" y="4029"/>
                </a:cubicBezTo>
                <a:lnTo>
                  <a:pt x="3333" y="2081"/>
                </a:lnTo>
                <a:cubicBezTo>
                  <a:pt x="3333" y="1852"/>
                  <a:pt x="3147" y="1667"/>
                  <a:pt x="2918" y="1667"/>
                </a:cubicBezTo>
                <a:lnTo>
                  <a:pt x="2777" y="1667"/>
                </a:lnTo>
                <a:lnTo>
                  <a:pt x="2777" y="1111"/>
                </a:lnTo>
                <a:cubicBezTo>
                  <a:pt x="2777" y="815"/>
                  <a:pt x="2666" y="534"/>
                  <a:pt x="2451" y="326"/>
                </a:cubicBezTo>
                <a:cubicBezTo>
                  <a:pt x="2244" y="111"/>
                  <a:pt x="1963" y="0"/>
                  <a:pt x="1666" y="0"/>
                </a:cubicBezTo>
                <a:close/>
              </a:path>
            </a:pathLst>
          </a:custGeom>
          <a:solidFill>
            <a:srgbClr val="90CB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107" name="Shape 1107"/>
        <p:cNvGrpSpPr/>
        <p:nvPr/>
      </p:nvGrpSpPr>
      <p:grpSpPr>
        <a:xfrm>
          <a:off x="0" y="0"/>
          <a:ext cx="0" cy="0"/>
          <a:chOff x="0" y="0"/>
          <a:chExt cx="0" cy="0"/>
        </a:xfrm>
      </p:grpSpPr>
      <p:sp>
        <p:nvSpPr>
          <p:cNvPr id="1108" name="Google Shape;1108;p82"/>
          <p:cNvSpPr txBox="1"/>
          <p:nvPr>
            <p:ph type="title"/>
          </p:nvPr>
        </p:nvSpPr>
        <p:spPr>
          <a:xfrm>
            <a:off x="365750" y="274325"/>
            <a:ext cx="3657600" cy="914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And last but not least: the logo</a:t>
            </a:r>
            <a:endParaRPr/>
          </a:p>
        </p:txBody>
      </p:sp>
      <p:sp>
        <p:nvSpPr>
          <p:cNvPr id="1109" name="Google Shape;1109;p82"/>
          <p:cNvSpPr txBox="1"/>
          <p:nvPr>
            <p:ph idx="12" type="sldNum"/>
          </p:nvPr>
        </p:nvSpPr>
        <p:spPr>
          <a:xfrm>
            <a:off x="360650" y="4880150"/>
            <a:ext cx="3667800" cy="2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Neo4j Inc. All rights reserved 2023	</a:t>
            </a:r>
            <a:endParaRPr/>
          </a:p>
        </p:txBody>
      </p:sp>
      <p:sp>
        <p:nvSpPr>
          <p:cNvPr id="1110" name="Google Shape;1110;p82"/>
          <p:cNvSpPr txBox="1"/>
          <p:nvPr>
            <p:ph idx="2" type="sldNum"/>
          </p:nvPr>
        </p:nvSpPr>
        <p:spPr>
          <a:xfrm>
            <a:off x="0" y="4880150"/>
            <a:ext cx="265200" cy="2697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grpSp>
        <p:nvGrpSpPr>
          <p:cNvPr id="1111" name="Google Shape;1111;p82"/>
          <p:cNvGrpSpPr/>
          <p:nvPr/>
        </p:nvGrpSpPr>
        <p:grpSpPr>
          <a:xfrm>
            <a:off x="998963" y="1814294"/>
            <a:ext cx="2017438" cy="663794"/>
            <a:chOff x="238125" y="1670525"/>
            <a:chExt cx="7113675" cy="2340600"/>
          </a:xfrm>
        </p:grpSpPr>
        <p:sp>
          <p:nvSpPr>
            <p:cNvPr id="1112" name="Google Shape;1112;p82"/>
            <p:cNvSpPr/>
            <p:nvPr/>
          </p:nvSpPr>
          <p:spPr>
            <a:xfrm>
              <a:off x="238125" y="1670525"/>
              <a:ext cx="7113675" cy="2340600"/>
            </a:xfrm>
            <a:custGeom>
              <a:rect b="b" l="l" r="r" t="t"/>
              <a:pathLst>
                <a:path extrusionOk="0" h="93624" w="284547">
                  <a:moveTo>
                    <a:pt x="275962" y="0"/>
                  </a:moveTo>
                  <a:cubicBezTo>
                    <a:pt x="274498" y="0"/>
                    <a:pt x="273035" y="390"/>
                    <a:pt x="271669" y="1171"/>
                  </a:cubicBezTo>
                  <a:cubicBezTo>
                    <a:pt x="270401" y="1886"/>
                    <a:pt x="269295" y="2959"/>
                    <a:pt x="268515" y="4293"/>
                  </a:cubicBezTo>
                  <a:cubicBezTo>
                    <a:pt x="267799" y="5561"/>
                    <a:pt x="267376" y="7024"/>
                    <a:pt x="267376" y="8585"/>
                  </a:cubicBezTo>
                  <a:cubicBezTo>
                    <a:pt x="267376" y="10049"/>
                    <a:pt x="267734" y="11544"/>
                    <a:pt x="268515" y="12878"/>
                  </a:cubicBezTo>
                  <a:cubicBezTo>
                    <a:pt x="269263" y="14146"/>
                    <a:pt x="270303" y="15252"/>
                    <a:pt x="271669" y="16032"/>
                  </a:cubicBezTo>
                  <a:cubicBezTo>
                    <a:pt x="272937" y="16780"/>
                    <a:pt x="274401" y="17170"/>
                    <a:pt x="275962" y="17170"/>
                  </a:cubicBezTo>
                  <a:cubicBezTo>
                    <a:pt x="277425" y="17170"/>
                    <a:pt x="278888" y="16813"/>
                    <a:pt x="280254" y="16032"/>
                  </a:cubicBezTo>
                  <a:cubicBezTo>
                    <a:pt x="281522" y="15317"/>
                    <a:pt x="282628" y="14244"/>
                    <a:pt x="283409" y="12878"/>
                  </a:cubicBezTo>
                  <a:cubicBezTo>
                    <a:pt x="284124" y="11642"/>
                    <a:pt x="284547" y="10179"/>
                    <a:pt x="284547" y="8585"/>
                  </a:cubicBezTo>
                  <a:cubicBezTo>
                    <a:pt x="284547" y="7154"/>
                    <a:pt x="284189" y="5658"/>
                    <a:pt x="283409" y="4293"/>
                  </a:cubicBezTo>
                  <a:cubicBezTo>
                    <a:pt x="282661" y="3024"/>
                    <a:pt x="281620" y="1951"/>
                    <a:pt x="280254" y="1171"/>
                  </a:cubicBezTo>
                  <a:cubicBezTo>
                    <a:pt x="278986" y="423"/>
                    <a:pt x="277523" y="0"/>
                    <a:pt x="275962" y="0"/>
                  </a:cubicBezTo>
                  <a:close/>
                  <a:moveTo>
                    <a:pt x="8585" y="46731"/>
                  </a:moveTo>
                  <a:cubicBezTo>
                    <a:pt x="7122" y="46731"/>
                    <a:pt x="5658" y="47088"/>
                    <a:pt x="4293" y="47869"/>
                  </a:cubicBezTo>
                  <a:cubicBezTo>
                    <a:pt x="3024" y="48584"/>
                    <a:pt x="1919" y="49657"/>
                    <a:pt x="1138" y="51023"/>
                  </a:cubicBezTo>
                  <a:cubicBezTo>
                    <a:pt x="423" y="52291"/>
                    <a:pt x="0" y="53755"/>
                    <a:pt x="0" y="55316"/>
                  </a:cubicBezTo>
                  <a:cubicBezTo>
                    <a:pt x="0" y="56779"/>
                    <a:pt x="358" y="58242"/>
                    <a:pt x="1138" y="59608"/>
                  </a:cubicBezTo>
                  <a:cubicBezTo>
                    <a:pt x="1886" y="60877"/>
                    <a:pt x="2927" y="61950"/>
                    <a:pt x="4293" y="62730"/>
                  </a:cubicBezTo>
                  <a:cubicBezTo>
                    <a:pt x="5561" y="63478"/>
                    <a:pt x="7024" y="63901"/>
                    <a:pt x="8585" y="63901"/>
                  </a:cubicBezTo>
                  <a:cubicBezTo>
                    <a:pt x="9528" y="63901"/>
                    <a:pt x="10471" y="63738"/>
                    <a:pt x="11349" y="63446"/>
                  </a:cubicBezTo>
                  <a:cubicBezTo>
                    <a:pt x="13037" y="62876"/>
                    <a:pt x="14625" y="62598"/>
                    <a:pt x="16090" y="62598"/>
                  </a:cubicBezTo>
                  <a:cubicBezTo>
                    <a:pt x="18971" y="62598"/>
                    <a:pt x="21375" y="63674"/>
                    <a:pt x="23121" y="65722"/>
                  </a:cubicBezTo>
                  <a:cubicBezTo>
                    <a:pt x="25365" y="68291"/>
                    <a:pt x="25365" y="72031"/>
                    <a:pt x="23154" y="74632"/>
                  </a:cubicBezTo>
                  <a:cubicBezTo>
                    <a:pt x="21372" y="76675"/>
                    <a:pt x="18952" y="77759"/>
                    <a:pt x="16057" y="77759"/>
                  </a:cubicBezTo>
                  <a:cubicBezTo>
                    <a:pt x="14620" y="77759"/>
                    <a:pt x="13065" y="77492"/>
                    <a:pt x="11414" y="76941"/>
                  </a:cubicBezTo>
                  <a:cubicBezTo>
                    <a:pt x="10536" y="76616"/>
                    <a:pt x="9561" y="76453"/>
                    <a:pt x="8585" y="76453"/>
                  </a:cubicBezTo>
                  <a:cubicBezTo>
                    <a:pt x="7122" y="76453"/>
                    <a:pt x="5658" y="76844"/>
                    <a:pt x="4293" y="77624"/>
                  </a:cubicBezTo>
                  <a:cubicBezTo>
                    <a:pt x="3024" y="78339"/>
                    <a:pt x="1919" y="79413"/>
                    <a:pt x="1138" y="80746"/>
                  </a:cubicBezTo>
                  <a:cubicBezTo>
                    <a:pt x="423" y="82014"/>
                    <a:pt x="0" y="83478"/>
                    <a:pt x="0" y="85038"/>
                  </a:cubicBezTo>
                  <a:cubicBezTo>
                    <a:pt x="0" y="86502"/>
                    <a:pt x="358" y="87998"/>
                    <a:pt x="1138" y="89331"/>
                  </a:cubicBezTo>
                  <a:cubicBezTo>
                    <a:pt x="1886" y="90599"/>
                    <a:pt x="2927" y="91705"/>
                    <a:pt x="4293" y="92485"/>
                  </a:cubicBezTo>
                  <a:cubicBezTo>
                    <a:pt x="5561" y="93201"/>
                    <a:pt x="7024" y="93624"/>
                    <a:pt x="8585" y="93624"/>
                  </a:cubicBezTo>
                  <a:cubicBezTo>
                    <a:pt x="10049" y="93624"/>
                    <a:pt x="11512" y="93266"/>
                    <a:pt x="12878" y="92485"/>
                  </a:cubicBezTo>
                  <a:cubicBezTo>
                    <a:pt x="14146" y="91770"/>
                    <a:pt x="15252" y="90697"/>
                    <a:pt x="16032" y="89331"/>
                  </a:cubicBezTo>
                  <a:cubicBezTo>
                    <a:pt x="16487" y="88551"/>
                    <a:pt x="16813" y="87640"/>
                    <a:pt x="17008" y="86697"/>
                  </a:cubicBezTo>
                  <a:cubicBezTo>
                    <a:pt x="18217" y="80726"/>
                    <a:pt x="21828" y="77468"/>
                    <a:pt x="26871" y="77468"/>
                  </a:cubicBezTo>
                  <a:cubicBezTo>
                    <a:pt x="28337" y="77468"/>
                    <a:pt x="29925" y="77743"/>
                    <a:pt x="31609" y="78307"/>
                  </a:cubicBezTo>
                  <a:cubicBezTo>
                    <a:pt x="32455" y="78600"/>
                    <a:pt x="33398" y="78762"/>
                    <a:pt x="34341" y="78762"/>
                  </a:cubicBezTo>
                  <a:cubicBezTo>
                    <a:pt x="35804" y="78762"/>
                    <a:pt x="37267" y="78372"/>
                    <a:pt x="38633" y="77592"/>
                  </a:cubicBezTo>
                  <a:cubicBezTo>
                    <a:pt x="39902" y="76876"/>
                    <a:pt x="41007" y="75835"/>
                    <a:pt x="41788" y="74470"/>
                  </a:cubicBezTo>
                  <a:cubicBezTo>
                    <a:pt x="42503" y="73201"/>
                    <a:pt x="42926" y="71738"/>
                    <a:pt x="42926" y="70177"/>
                  </a:cubicBezTo>
                  <a:cubicBezTo>
                    <a:pt x="42926" y="68714"/>
                    <a:pt x="42568" y="67250"/>
                    <a:pt x="41788" y="65885"/>
                  </a:cubicBezTo>
                  <a:cubicBezTo>
                    <a:pt x="41040" y="64616"/>
                    <a:pt x="39999" y="63511"/>
                    <a:pt x="38633" y="62730"/>
                  </a:cubicBezTo>
                  <a:cubicBezTo>
                    <a:pt x="37365" y="62015"/>
                    <a:pt x="35902" y="61592"/>
                    <a:pt x="34341" y="61592"/>
                  </a:cubicBezTo>
                  <a:cubicBezTo>
                    <a:pt x="33430" y="61592"/>
                    <a:pt x="32487" y="61722"/>
                    <a:pt x="31577" y="62047"/>
                  </a:cubicBezTo>
                  <a:cubicBezTo>
                    <a:pt x="29899" y="62611"/>
                    <a:pt x="28320" y="62886"/>
                    <a:pt x="26860" y="62886"/>
                  </a:cubicBezTo>
                  <a:cubicBezTo>
                    <a:pt x="21839" y="62886"/>
                    <a:pt x="18242" y="59629"/>
                    <a:pt x="17008" y="53657"/>
                  </a:cubicBezTo>
                  <a:cubicBezTo>
                    <a:pt x="16845" y="52747"/>
                    <a:pt x="16520" y="51869"/>
                    <a:pt x="16032" y="51023"/>
                  </a:cubicBezTo>
                  <a:cubicBezTo>
                    <a:pt x="15284" y="49755"/>
                    <a:pt x="14244" y="48649"/>
                    <a:pt x="12878" y="47869"/>
                  </a:cubicBezTo>
                  <a:cubicBezTo>
                    <a:pt x="11610" y="47153"/>
                    <a:pt x="10146" y="46731"/>
                    <a:pt x="8585" y="46731"/>
                  </a:cubicBezTo>
                  <a:close/>
                </a:path>
              </a:pathLst>
            </a:custGeom>
            <a:solidFill>
              <a:srgbClr val="0140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82"/>
            <p:cNvSpPr/>
            <p:nvPr/>
          </p:nvSpPr>
          <p:spPr>
            <a:xfrm>
              <a:off x="973050" y="1979175"/>
              <a:ext cx="6289325" cy="2001050"/>
            </a:xfrm>
            <a:custGeom>
              <a:rect b="b" l="l" r="r" t="t"/>
              <a:pathLst>
                <a:path extrusionOk="0" h="80042" w="251573">
                  <a:moveTo>
                    <a:pt x="85007" y="16531"/>
                  </a:moveTo>
                  <a:cubicBezTo>
                    <a:pt x="93430" y="16531"/>
                    <a:pt x="100291" y="21052"/>
                    <a:pt x="102275" y="29507"/>
                  </a:cubicBezTo>
                  <a:lnTo>
                    <a:pt x="67837" y="29507"/>
                  </a:lnTo>
                  <a:cubicBezTo>
                    <a:pt x="69853" y="21182"/>
                    <a:pt x="76584" y="16531"/>
                    <a:pt x="85007" y="16531"/>
                  </a:cubicBezTo>
                  <a:close/>
                  <a:moveTo>
                    <a:pt x="213850" y="9800"/>
                  </a:moveTo>
                  <a:cubicBezTo>
                    <a:pt x="214273" y="9800"/>
                    <a:pt x="214598" y="9800"/>
                    <a:pt x="214793" y="9897"/>
                  </a:cubicBezTo>
                  <a:cubicBezTo>
                    <a:pt x="215346" y="9995"/>
                    <a:pt x="216581" y="10645"/>
                    <a:pt x="216581" y="12336"/>
                  </a:cubicBezTo>
                  <a:lnTo>
                    <a:pt x="216581" y="44661"/>
                  </a:lnTo>
                  <a:lnTo>
                    <a:pt x="191509" y="44661"/>
                  </a:lnTo>
                  <a:cubicBezTo>
                    <a:pt x="190143" y="44661"/>
                    <a:pt x="189005" y="43490"/>
                    <a:pt x="189005" y="42124"/>
                  </a:cubicBezTo>
                  <a:cubicBezTo>
                    <a:pt x="189005" y="41604"/>
                    <a:pt x="189102" y="41084"/>
                    <a:pt x="189428" y="40661"/>
                  </a:cubicBezTo>
                  <a:lnTo>
                    <a:pt x="211866" y="10840"/>
                  </a:lnTo>
                  <a:cubicBezTo>
                    <a:pt x="212484" y="9995"/>
                    <a:pt x="213232" y="9800"/>
                    <a:pt x="213850" y="9800"/>
                  </a:cubicBezTo>
                  <a:close/>
                  <a:moveTo>
                    <a:pt x="146339" y="16531"/>
                  </a:moveTo>
                  <a:cubicBezTo>
                    <a:pt x="157071" y="16531"/>
                    <a:pt x="164225" y="24108"/>
                    <a:pt x="164225" y="34742"/>
                  </a:cubicBezTo>
                  <a:cubicBezTo>
                    <a:pt x="164225" y="45409"/>
                    <a:pt x="156973" y="52986"/>
                    <a:pt x="146339" y="52986"/>
                  </a:cubicBezTo>
                  <a:cubicBezTo>
                    <a:pt x="135575" y="52986"/>
                    <a:pt x="128421" y="45409"/>
                    <a:pt x="128421" y="34742"/>
                  </a:cubicBezTo>
                  <a:cubicBezTo>
                    <a:pt x="128421" y="24108"/>
                    <a:pt x="135575" y="16531"/>
                    <a:pt x="146339" y="16531"/>
                  </a:cubicBezTo>
                  <a:close/>
                  <a:moveTo>
                    <a:pt x="25691" y="7263"/>
                  </a:moveTo>
                  <a:cubicBezTo>
                    <a:pt x="10309" y="7263"/>
                    <a:pt x="1" y="16304"/>
                    <a:pt x="1" y="33799"/>
                  </a:cubicBezTo>
                  <a:lnTo>
                    <a:pt x="1" y="45929"/>
                  </a:lnTo>
                  <a:cubicBezTo>
                    <a:pt x="1594" y="45279"/>
                    <a:pt x="3285" y="44953"/>
                    <a:pt x="4944" y="44953"/>
                  </a:cubicBezTo>
                  <a:cubicBezTo>
                    <a:pt x="6732" y="44953"/>
                    <a:pt x="8456" y="45311"/>
                    <a:pt x="10017" y="45994"/>
                  </a:cubicBezTo>
                  <a:lnTo>
                    <a:pt x="10017" y="33702"/>
                  </a:lnTo>
                  <a:cubicBezTo>
                    <a:pt x="10017" y="22320"/>
                    <a:pt x="16228" y="16531"/>
                    <a:pt x="25691" y="16531"/>
                  </a:cubicBezTo>
                  <a:cubicBezTo>
                    <a:pt x="35187" y="16531"/>
                    <a:pt x="41398" y="22320"/>
                    <a:pt x="41398" y="33702"/>
                  </a:cubicBezTo>
                  <a:lnTo>
                    <a:pt x="41398" y="60985"/>
                  </a:lnTo>
                  <a:lnTo>
                    <a:pt x="51414" y="60985"/>
                  </a:lnTo>
                  <a:lnTo>
                    <a:pt x="51414" y="33702"/>
                  </a:lnTo>
                  <a:cubicBezTo>
                    <a:pt x="51512" y="16109"/>
                    <a:pt x="41073" y="7263"/>
                    <a:pt x="25691" y="7263"/>
                  </a:cubicBezTo>
                  <a:close/>
                  <a:moveTo>
                    <a:pt x="84910" y="7166"/>
                  </a:moveTo>
                  <a:cubicBezTo>
                    <a:pt x="68487" y="7166"/>
                    <a:pt x="56878" y="18840"/>
                    <a:pt x="56878" y="34742"/>
                  </a:cubicBezTo>
                  <a:cubicBezTo>
                    <a:pt x="56878" y="50677"/>
                    <a:pt x="68585" y="62351"/>
                    <a:pt x="85007" y="62351"/>
                  </a:cubicBezTo>
                  <a:cubicBezTo>
                    <a:pt x="97137" y="62351"/>
                    <a:pt x="106600" y="56140"/>
                    <a:pt x="110600" y="46352"/>
                  </a:cubicBezTo>
                  <a:lnTo>
                    <a:pt x="99543" y="46352"/>
                  </a:lnTo>
                  <a:cubicBezTo>
                    <a:pt x="96487" y="50872"/>
                    <a:pt x="91771" y="52986"/>
                    <a:pt x="85007" y="52986"/>
                  </a:cubicBezTo>
                  <a:cubicBezTo>
                    <a:pt x="75967" y="52986"/>
                    <a:pt x="69007" y="47815"/>
                    <a:pt x="67544" y="38449"/>
                  </a:cubicBezTo>
                  <a:lnTo>
                    <a:pt x="112714" y="38449"/>
                  </a:lnTo>
                  <a:lnTo>
                    <a:pt x="112714" y="34742"/>
                  </a:lnTo>
                  <a:cubicBezTo>
                    <a:pt x="112714" y="18840"/>
                    <a:pt x="101332" y="7166"/>
                    <a:pt x="84910" y="7166"/>
                  </a:cubicBezTo>
                  <a:close/>
                  <a:moveTo>
                    <a:pt x="146209" y="7166"/>
                  </a:moveTo>
                  <a:cubicBezTo>
                    <a:pt x="129787" y="7166"/>
                    <a:pt x="118210" y="18840"/>
                    <a:pt x="118210" y="34742"/>
                  </a:cubicBezTo>
                  <a:cubicBezTo>
                    <a:pt x="118210" y="50677"/>
                    <a:pt x="129787" y="62351"/>
                    <a:pt x="146209" y="62351"/>
                  </a:cubicBezTo>
                  <a:cubicBezTo>
                    <a:pt x="162664" y="62351"/>
                    <a:pt x="174241" y="50677"/>
                    <a:pt x="174241" y="34742"/>
                  </a:cubicBezTo>
                  <a:cubicBezTo>
                    <a:pt x="174241" y="18840"/>
                    <a:pt x="162664" y="7166"/>
                    <a:pt x="146209" y="7166"/>
                  </a:cubicBezTo>
                  <a:close/>
                  <a:moveTo>
                    <a:pt x="214056" y="0"/>
                  </a:moveTo>
                  <a:cubicBezTo>
                    <a:pt x="210153" y="0"/>
                    <a:pt x="206401" y="1835"/>
                    <a:pt x="203964" y="5150"/>
                  </a:cubicBezTo>
                  <a:lnTo>
                    <a:pt x="181103" y="35165"/>
                  </a:lnTo>
                  <a:cubicBezTo>
                    <a:pt x="178338" y="38872"/>
                    <a:pt x="177818" y="43295"/>
                    <a:pt x="179704" y="47100"/>
                  </a:cubicBezTo>
                  <a:cubicBezTo>
                    <a:pt x="181720" y="51100"/>
                    <a:pt x="186143" y="53604"/>
                    <a:pt x="191216" y="53604"/>
                  </a:cubicBezTo>
                  <a:lnTo>
                    <a:pt x="216581" y="53604"/>
                  </a:lnTo>
                  <a:lnTo>
                    <a:pt x="216581" y="66059"/>
                  </a:lnTo>
                  <a:lnTo>
                    <a:pt x="226598" y="66059"/>
                  </a:lnTo>
                  <a:lnTo>
                    <a:pt x="226598" y="53734"/>
                  </a:lnTo>
                  <a:lnTo>
                    <a:pt x="234175" y="53734"/>
                  </a:lnTo>
                  <a:lnTo>
                    <a:pt x="234175" y="44758"/>
                  </a:lnTo>
                  <a:lnTo>
                    <a:pt x="226598" y="44758"/>
                  </a:lnTo>
                  <a:lnTo>
                    <a:pt x="226598" y="12629"/>
                  </a:lnTo>
                  <a:cubicBezTo>
                    <a:pt x="226598" y="7036"/>
                    <a:pt x="223248" y="2320"/>
                    <a:pt x="217980" y="629"/>
                  </a:cubicBezTo>
                  <a:cubicBezTo>
                    <a:pt x="216684" y="206"/>
                    <a:pt x="215362" y="0"/>
                    <a:pt x="214056" y="0"/>
                  </a:cubicBezTo>
                  <a:close/>
                  <a:moveTo>
                    <a:pt x="241557" y="8954"/>
                  </a:moveTo>
                  <a:lnTo>
                    <a:pt x="241557" y="61083"/>
                  </a:lnTo>
                  <a:cubicBezTo>
                    <a:pt x="241557" y="68563"/>
                    <a:pt x="239150" y="71424"/>
                    <a:pt x="232711" y="71424"/>
                  </a:cubicBezTo>
                  <a:lnTo>
                    <a:pt x="231541" y="71424"/>
                  </a:lnTo>
                  <a:lnTo>
                    <a:pt x="231541" y="80042"/>
                  </a:lnTo>
                  <a:lnTo>
                    <a:pt x="233654" y="80042"/>
                  </a:lnTo>
                  <a:cubicBezTo>
                    <a:pt x="246500" y="80042"/>
                    <a:pt x="251573" y="73408"/>
                    <a:pt x="251573" y="60465"/>
                  </a:cubicBezTo>
                  <a:lnTo>
                    <a:pt x="251573" y="8954"/>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14" name="Google Shape;1114;p82"/>
          <p:cNvGrpSpPr/>
          <p:nvPr/>
        </p:nvGrpSpPr>
        <p:grpSpPr>
          <a:xfrm>
            <a:off x="996335" y="2903037"/>
            <a:ext cx="561306" cy="513479"/>
            <a:chOff x="238125" y="2160750"/>
            <a:chExt cx="2022725" cy="1850375"/>
          </a:xfrm>
        </p:grpSpPr>
        <p:sp>
          <p:nvSpPr>
            <p:cNvPr id="1115" name="Google Shape;1115;p82"/>
            <p:cNvSpPr/>
            <p:nvPr/>
          </p:nvSpPr>
          <p:spPr>
            <a:xfrm>
              <a:off x="238125" y="2838775"/>
              <a:ext cx="1073150" cy="1172350"/>
            </a:xfrm>
            <a:custGeom>
              <a:rect b="b" l="l" r="r" t="t"/>
              <a:pathLst>
                <a:path extrusionOk="0" h="46894" w="42926">
                  <a:moveTo>
                    <a:pt x="8585" y="1"/>
                  </a:moveTo>
                  <a:cubicBezTo>
                    <a:pt x="7122" y="1"/>
                    <a:pt x="5658" y="358"/>
                    <a:pt x="4293" y="1139"/>
                  </a:cubicBezTo>
                  <a:cubicBezTo>
                    <a:pt x="3024" y="1854"/>
                    <a:pt x="1919" y="2927"/>
                    <a:pt x="1138" y="4293"/>
                  </a:cubicBezTo>
                  <a:cubicBezTo>
                    <a:pt x="423" y="5561"/>
                    <a:pt x="0" y="7025"/>
                    <a:pt x="0" y="8586"/>
                  </a:cubicBezTo>
                  <a:cubicBezTo>
                    <a:pt x="0" y="10049"/>
                    <a:pt x="358" y="11512"/>
                    <a:pt x="1138" y="12878"/>
                  </a:cubicBezTo>
                  <a:cubicBezTo>
                    <a:pt x="1886" y="14147"/>
                    <a:pt x="2927" y="15220"/>
                    <a:pt x="4293" y="16000"/>
                  </a:cubicBezTo>
                  <a:cubicBezTo>
                    <a:pt x="5561" y="16748"/>
                    <a:pt x="7024" y="17171"/>
                    <a:pt x="8585" y="17171"/>
                  </a:cubicBezTo>
                  <a:cubicBezTo>
                    <a:pt x="9528" y="17171"/>
                    <a:pt x="10471" y="17008"/>
                    <a:pt x="11349" y="16716"/>
                  </a:cubicBezTo>
                  <a:cubicBezTo>
                    <a:pt x="13037" y="16146"/>
                    <a:pt x="14625" y="15868"/>
                    <a:pt x="16090" y="15868"/>
                  </a:cubicBezTo>
                  <a:cubicBezTo>
                    <a:pt x="18971" y="15868"/>
                    <a:pt x="21375" y="16944"/>
                    <a:pt x="23121" y="18992"/>
                  </a:cubicBezTo>
                  <a:cubicBezTo>
                    <a:pt x="25365" y="21561"/>
                    <a:pt x="25365" y="25301"/>
                    <a:pt x="23154" y="27902"/>
                  </a:cubicBezTo>
                  <a:cubicBezTo>
                    <a:pt x="21372" y="29945"/>
                    <a:pt x="18952" y="31029"/>
                    <a:pt x="16057" y="31029"/>
                  </a:cubicBezTo>
                  <a:cubicBezTo>
                    <a:pt x="14620" y="31029"/>
                    <a:pt x="13065" y="30762"/>
                    <a:pt x="11414" y="30211"/>
                  </a:cubicBezTo>
                  <a:cubicBezTo>
                    <a:pt x="10536" y="29886"/>
                    <a:pt x="9561" y="29723"/>
                    <a:pt x="8585" y="29723"/>
                  </a:cubicBezTo>
                  <a:cubicBezTo>
                    <a:pt x="7122" y="29723"/>
                    <a:pt x="5658" y="30114"/>
                    <a:pt x="4293" y="30894"/>
                  </a:cubicBezTo>
                  <a:cubicBezTo>
                    <a:pt x="3024" y="31609"/>
                    <a:pt x="1919" y="32683"/>
                    <a:pt x="1138" y="34016"/>
                  </a:cubicBezTo>
                  <a:cubicBezTo>
                    <a:pt x="423" y="35284"/>
                    <a:pt x="0" y="36748"/>
                    <a:pt x="0" y="38308"/>
                  </a:cubicBezTo>
                  <a:cubicBezTo>
                    <a:pt x="0" y="39772"/>
                    <a:pt x="358" y="41268"/>
                    <a:pt x="1138" y="42601"/>
                  </a:cubicBezTo>
                  <a:cubicBezTo>
                    <a:pt x="1886" y="43869"/>
                    <a:pt x="2927" y="44975"/>
                    <a:pt x="4293" y="45755"/>
                  </a:cubicBezTo>
                  <a:cubicBezTo>
                    <a:pt x="5561" y="46471"/>
                    <a:pt x="7024" y="46894"/>
                    <a:pt x="8585" y="46894"/>
                  </a:cubicBezTo>
                  <a:cubicBezTo>
                    <a:pt x="10049" y="46894"/>
                    <a:pt x="11512" y="46536"/>
                    <a:pt x="12878" y="45755"/>
                  </a:cubicBezTo>
                  <a:cubicBezTo>
                    <a:pt x="14146" y="45040"/>
                    <a:pt x="15252" y="43967"/>
                    <a:pt x="16032" y="42601"/>
                  </a:cubicBezTo>
                  <a:cubicBezTo>
                    <a:pt x="16487" y="41821"/>
                    <a:pt x="16813" y="40910"/>
                    <a:pt x="17008" y="39967"/>
                  </a:cubicBezTo>
                  <a:cubicBezTo>
                    <a:pt x="18217" y="33996"/>
                    <a:pt x="21828" y="30738"/>
                    <a:pt x="26871" y="30738"/>
                  </a:cubicBezTo>
                  <a:cubicBezTo>
                    <a:pt x="28337" y="30738"/>
                    <a:pt x="29925" y="31013"/>
                    <a:pt x="31609" y="31577"/>
                  </a:cubicBezTo>
                  <a:cubicBezTo>
                    <a:pt x="32455" y="31870"/>
                    <a:pt x="33398" y="32032"/>
                    <a:pt x="34341" y="32032"/>
                  </a:cubicBezTo>
                  <a:cubicBezTo>
                    <a:pt x="35804" y="32032"/>
                    <a:pt x="37267" y="31642"/>
                    <a:pt x="38633" y="30862"/>
                  </a:cubicBezTo>
                  <a:cubicBezTo>
                    <a:pt x="39902" y="30146"/>
                    <a:pt x="41007" y="29105"/>
                    <a:pt x="41788" y="27740"/>
                  </a:cubicBezTo>
                  <a:cubicBezTo>
                    <a:pt x="42503" y="26471"/>
                    <a:pt x="42926" y="25008"/>
                    <a:pt x="42926" y="23447"/>
                  </a:cubicBezTo>
                  <a:cubicBezTo>
                    <a:pt x="42926" y="21984"/>
                    <a:pt x="42568" y="20520"/>
                    <a:pt x="41788" y="19155"/>
                  </a:cubicBezTo>
                  <a:cubicBezTo>
                    <a:pt x="41040" y="17886"/>
                    <a:pt x="39999" y="16781"/>
                    <a:pt x="38633" y="16000"/>
                  </a:cubicBezTo>
                  <a:cubicBezTo>
                    <a:pt x="37365" y="15285"/>
                    <a:pt x="35902" y="14862"/>
                    <a:pt x="34341" y="14862"/>
                  </a:cubicBezTo>
                  <a:cubicBezTo>
                    <a:pt x="33430" y="14862"/>
                    <a:pt x="32487" y="14992"/>
                    <a:pt x="31577" y="15317"/>
                  </a:cubicBezTo>
                  <a:cubicBezTo>
                    <a:pt x="29899" y="15881"/>
                    <a:pt x="28320" y="16156"/>
                    <a:pt x="26860" y="16156"/>
                  </a:cubicBezTo>
                  <a:cubicBezTo>
                    <a:pt x="21839" y="16156"/>
                    <a:pt x="18242" y="12899"/>
                    <a:pt x="17008" y="6927"/>
                  </a:cubicBezTo>
                  <a:cubicBezTo>
                    <a:pt x="16845" y="6017"/>
                    <a:pt x="16520" y="5139"/>
                    <a:pt x="16032" y="4293"/>
                  </a:cubicBezTo>
                  <a:cubicBezTo>
                    <a:pt x="15284" y="3025"/>
                    <a:pt x="14244" y="1919"/>
                    <a:pt x="12878" y="1139"/>
                  </a:cubicBezTo>
                  <a:cubicBezTo>
                    <a:pt x="11610" y="423"/>
                    <a:pt x="10146" y="1"/>
                    <a:pt x="8585" y="1"/>
                  </a:cubicBezTo>
                  <a:close/>
                </a:path>
              </a:pathLst>
            </a:custGeom>
            <a:solidFill>
              <a:srgbClr val="0140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82"/>
            <p:cNvSpPr/>
            <p:nvPr/>
          </p:nvSpPr>
          <p:spPr>
            <a:xfrm>
              <a:off x="973050" y="2160750"/>
              <a:ext cx="1287800" cy="1343075"/>
            </a:xfrm>
            <a:custGeom>
              <a:rect b="b" l="l" r="r" t="t"/>
              <a:pathLst>
                <a:path extrusionOk="0" h="53723" w="51512">
                  <a:moveTo>
                    <a:pt x="25691" y="0"/>
                  </a:moveTo>
                  <a:cubicBezTo>
                    <a:pt x="10309" y="0"/>
                    <a:pt x="1" y="9041"/>
                    <a:pt x="1" y="26536"/>
                  </a:cubicBezTo>
                  <a:lnTo>
                    <a:pt x="1" y="38666"/>
                  </a:lnTo>
                  <a:cubicBezTo>
                    <a:pt x="1594" y="38016"/>
                    <a:pt x="3285" y="37690"/>
                    <a:pt x="4944" y="37690"/>
                  </a:cubicBezTo>
                  <a:cubicBezTo>
                    <a:pt x="6732" y="37690"/>
                    <a:pt x="8456" y="38048"/>
                    <a:pt x="10017" y="38731"/>
                  </a:cubicBezTo>
                  <a:lnTo>
                    <a:pt x="10017" y="26439"/>
                  </a:lnTo>
                  <a:cubicBezTo>
                    <a:pt x="10017" y="15057"/>
                    <a:pt x="16228" y="9268"/>
                    <a:pt x="25691" y="9268"/>
                  </a:cubicBezTo>
                  <a:cubicBezTo>
                    <a:pt x="35187" y="9268"/>
                    <a:pt x="41398" y="15057"/>
                    <a:pt x="41398" y="26439"/>
                  </a:cubicBezTo>
                  <a:lnTo>
                    <a:pt x="41398" y="53722"/>
                  </a:lnTo>
                  <a:lnTo>
                    <a:pt x="51414" y="53722"/>
                  </a:lnTo>
                  <a:lnTo>
                    <a:pt x="51414" y="26439"/>
                  </a:lnTo>
                  <a:cubicBezTo>
                    <a:pt x="51512" y="8846"/>
                    <a:pt x="41073" y="0"/>
                    <a:pt x="25691"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17" name="Google Shape;1117;p82"/>
          <p:cNvGrpSpPr/>
          <p:nvPr/>
        </p:nvGrpSpPr>
        <p:grpSpPr>
          <a:xfrm>
            <a:off x="5967038" y="1814294"/>
            <a:ext cx="2017438" cy="663794"/>
            <a:chOff x="238125" y="1670525"/>
            <a:chExt cx="7113675" cy="2340600"/>
          </a:xfrm>
        </p:grpSpPr>
        <p:sp>
          <p:nvSpPr>
            <p:cNvPr id="1118" name="Google Shape;1118;p82"/>
            <p:cNvSpPr/>
            <p:nvPr/>
          </p:nvSpPr>
          <p:spPr>
            <a:xfrm>
              <a:off x="238125" y="1670525"/>
              <a:ext cx="7113675" cy="2340600"/>
            </a:xfrm>
            <a:custGeom>
              <a:rect b="b" l="l" r="r" t="t"/>
              <a:pathLst>
                <a:path extrusionOk="0" h="93624" w="284547">
                  <a:moveTo>
                    <a:pt x="275962" y="0"/>
                  </a:moveTo>
                  <a:cubicBezTo>
                    <a:pt x="274498" y="0"/>
                    <a:pt x="273035" y="390"/>
                    <a:pt x="271669" y="1171"/>
                  </a:cubicBezTo>
                  <a:cubicBezTo>
                    <a:pt x="270401" y="1886"/>
                    <a:pt x="269295" y="2959"/>
                    <a:pt x="268515" y="4293"/>
                  </a:cubicBezTo>
                  <a:cubicBezTo>
                    <a:pt x="267799" y="5561"/>
                    <a:pt x="267376" y="7024"/>
                    <a:pt x="267376" y="8585"/>
                  </a:cubicBezTo>
                  <a:cubicBezTo>
                    <a:pt x="267376" y="10049"/>
                    <a:pt x="267734" y="11544"/>
                    <a:pt x="268515" y="12878"/>
                  </a:cubicBezTo>
                  <a:cubicBezTo>
                    <a:pt x="269263" y="14146"/>
                    <a:pt x="270303" y="15252"/>
                    <a:pt x="271669" y="16032"/>
                  </a:cubicBezTo>
                  <a:cubicBezTo>
                    <a:pt x="272937" y="16780"/>
                    <a:pt x="274401" y="17170"/>
                    <a:pt x="275962" y="17170"/>
                  </a:cubicBezTo>
                  <a:cubicBezTo>
                    <a:pt x="277425" y="17170"/>
                    <a:pt x="278888" y="16813"/>
                    <a:pt x="280254" y="16032"/>
                  </a:cubicBezTo>
                  <a:cubicBezTo>
                    <a:pt x="281522" y="15317"/>
                    <a:pt x="282628" y="14244"/>
                    <a:pt x="283409" y="12878"/>
                  </a:cubicBezTo>
                  <a:cubicBezTo>
                    <a:pt x="284124" y="11642"/>
                    <a:pt x="284547" y="10179"/>
                    <a:pt x="284547" y="8585"/>
                  </a:cubicBezTo>
                  <a:cubicBezTo>
                    <a:pt x="284547" y="7154"/>
                    <a:pt x="284189" y="5658"/>
                    <a:pt x="283409" y="4293"/>
                  </a:cubicBezTo>
                  <a:cubicBezTo>
                    <a:pt x="282661" y="3024"/>
                    <a:pt x="281620" y="1951"/>
                    <a:pt x="280254" y="1171"/>
                  </a:cubicBezTo>
                  <a:cubicBezTo>
                    <a:pt x="278986" y="423"/>
                    <a:pt x="277523" y="0"/>
                    <a:pt x="275962" y="0"/>
                  </a:cubicBezTo>
                  <a:close/>
                  <a:moveTo>
                    <a:pt x="8585" y="46731"/>
                  </a:moveTo>
                  <a:cubicBezTo>
                    <a:pt x="7122" y="46731"/>
                    <a:pt x="5658" y="47088"/>
                    <a:pt x="4293" y="47869"/>
                  </a:cubicBezTo>
                  <a:cubicBezTo>
                    <a:pt x="3024" y="48584"/>
                    <a:pt x="1919" y="49657"/>
                    <a:pt x="1138" y="51023"/>
                  </a:cubicBezTo>
                  <a:cubicBezTo>
                    <a:pt x="423" y="52291"/>
                    <a:pt x="0" y="53755"/>
                    <a:pt x="0" y="55316"/>
                  </a:cubicBezTo>
                  <a:cubicBezTo>
                    <a:pt x="0" y="56779"/>
                    <a:pt x="358" y="58242"/>
                    <a:pt x="1138" y="59608"/>
                  </a:cubicBezTo>
                  <a:cubicBezTo>
                    <a:pt x="1886" y="60877"/>
                    <a:pt x="2927" y="61950"/>
                    <a:pt x="4293" y="62730"/>
                  </a:cubicBezTo>
                  <a:cubicBezTo>
                    <a:pt x="5561" y="63478"/>
                    <a:pt x="7024" y="63901"/>
                    <a:pt x="8585" y="63901"/>
                  </a:cubicBezTo>
                  <a:cubicBezTo>
                    <a:pt x="9528" y="63901"/>
                    <a:pt x="10471" y="63738"/>
                    <a:pt x="11349" y="63446"/>
                  </a:cubicBezTo>
                  <a:cubicBezTo>
                    <a:pt x="13037" y="62876"/>
                    <a:pt x="14625" y="62598"/>
                    <a:pt x="16090" y="62598"/>
                  </a:cubicBezTo>
                  <a:cubicBezTo>
                    <a:pt x="18971" y="62598"/>
                    <a:pt x="21375" y="63674"/>
                    <a:pt x="23121" y="65722"/>
                  </a:cubicBezTo>
                  <a:cubicBezTo>
                    <a:pt x="25365" y="68291"/>
                    <a:pt x="25365" y="72031"/>
                    <a:pt x="23154" y="74632"/>
                  </a:cubicBezTo>
                  <a:cubicBezTo>
                    <a:pt x="21372" y="76675"/>
                    <a:pt x="18952" y="77759"/>
                    <a:pt x="16057" y="77759"/>
                  </a:cubicBezTo>
                  <a:cubicBezTo>
                    <a:pt x="14620" y="77759"/>
                    <a:pt x="13065" y="77492"/>
                    <a:pt x="11414" y="76941"/>
                  </a:cubicBezTo>
                  <a:cubicBezTo>
                    <a:pt x="10536" y="76616"/>
                    <a:pt x="9561" y="76453"/>
                    <a:pt x="8585" y="76453"/>
                  </a:cubicBezTo>
                  <a:cubicBezTo>
                    <a:pt x="7122" y="76453"/>
                    <a:pt x="5658" y="76844"/>
                    <a:pt x="4293" y="77624"/>
                  </a:cubicBezTo>
                  <a:cubicBezTo>
                    <a:pt x="3024" y="78339"/>
                    <a:pt x="1919" y="79413"/>
                    <a:pt x="1138" y="80746"/>
                  </a:cubicBezTo>
                  <a:cubicBezTo>
                    <a:pt x="423" y="82014"/>
                    <a:pt x="0" y="83478"/>
                    <a:pt x="0" y="85038"/>
                  </a:cubicBezTo>
                  <a:cubicBezTo>
                    <a:pt x="0" y="86502"/>
                    <a:pt x="358" y="87998"/>
                    <a:pt x="1138" y="89331"/>
                  </a:cubicBezTo>
                  <a:cubicBezTo>
                    <a:pt x="1886" y="90599"/>
                    <a:pt x="2927" y="91705"/>
                    <a:pt x="4293" y="92485"/>
                  </a:cubicBezTo>
                  <a:cubicBezTo>
                    <a:pt x="5561" y="93201"/>
                    <a:pt x="7024" y="93624"/>
                    <a:pt x="8585" y="93624"/>
                  </a:cubicBezTo>
                  <a:cubicBezTo>
                    <a:pt x="10049" y="93624"/>
                    <a:pt x="11512" y="93266"/>
                    <a:pt x="12878" y="92485"/>
                  </a:cubicBezTo>
                  <a:cubicBezTo>
                    <a:pt x="14146" y="91770"/>
                    <a:pt x="15252" y="90697"/>
                    <a:pt x="16032" y="89331"/>
                  </a:cubicBezTo>
                  <a:cubicBezTo>
                    <a:pt x="16487" y="88551"/>
                    <a:pt x="16813" y="87640"/>
                    <a:pt x="17008" y="86697"/>
                  </a:cubicBezTo>
                  <a:cubicBezTo>
                    <a:pt x="18217" y="80726"/>
                    <a:pt x="21828" y="77468"/>
                    <a:pt x="26871" y="77468"/>
                  </a:cubicBezTo>
                  <a:cubicBezTo>
                    <a:pt x="28337" y="77468"/>
                    <a:pt x="29925" y="77743"/>
                    <a:pt x="31609" y="78307"/>
                  </a:cubicBezTo>
                  <a:cubicBezTo>
                    <a:pt x="32455" y="78600"/>
                    <a:pt x="33398" y="78762"/>
                    <a:pt x="34341" y="78762"/>
                  </a:cubicBezTo>
                  <a:cubicBezTo>
                    <a:pt x="35804" y="78762"/>
                    <a:pt x="37267" y="78372"/>
                    <a:pt x="38633" y="77592"/>
                  </a:cubicBezTo>
                  <a:cubicBezTo>
                    <a:pt x="39902" y="76876"/>
                    <a:pt x="41007" y="75835"/>
                    <a:pt x="41788" y="74470"/>
                  </a:cubicBezTo>
                  <a:cubicBezTo>
                    <a:pt x="42503" y="73201"/>
                    <a:pt x="42926" y="71738"/>
                    <a:pt x="42926" y="70177"/>
                  </a:cubicBezTo>
                  <a:cubicBezTo>
                    <a:pt x="42926" y="68714"/>
                    <a:pt x="42568" y="67250"/>
                    <a:pt x="41788" y="65885"/>
                  </a:cubicBezTo>
                  <a:cubicBezTo>
                    <a:pt x="41040" y="64616"/>
                    <a:pt x="39999" y="63511"/>
                    <a:pt x="38633" y="62730"/>
                  </a:cubicBezTo>
                  <a:cubicBezTo>
                    <a:pt x="37365" y="62015"/>
                    <a:pt x="35902" y="61592"/>
                    <a:pt x="34341" y="61592"/>
                  </a:cubicBezTo>
                  <a:cubicBezTo>
                    <a:pt x="33430" y="61592"/>
                    <a:pt x="32487" y="61722"/>
                    <a:pt x="31577" y="62047"/>
                  </a:cubicBezTo>
                  <a:cubicBezTo>
                    <a:pt x="29899" y="62611"/>
                    <a:pt x="28320" y="62886"/>
                    <a:pt x="26860" y="62886"/>
                  </a:cubicBezTo>
                  <a:cubicBezTo>
                    <a:pt x="21839" y="62886"/>
                    <a:pt x="18242" y="59629"/>
                    <a:pt x="17008" y="53657"/>
                  </a:cubicBezTo>
                  <a:cubicBezTo>
                    <a:pt x="16845" y="52747"/>
                    <a:pt x="16520" y="51869"/>
                    <a:pt x="16032" y="51023"/>
                  </a:cubicBezTo>
                  <a:cubicBezTo>
                    <a:pt x="15284" y="49755"/>
                    <a:pt x="14244" y="48649"/>
                    <a:pt x="12878" y="47869"/>
                  </a:cubicBezTo>
                  <a:cubicBezTo>
                    <a:pt x="11610" y="47153"/>
                    <a:pt x="10146" y="46731"/>
                    <a:pt x="8585" y="4673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82"/>
            <p:cNvSpPr/>
            <p:nvPr/>
          </p:nvSpPr>
          <p:spPr>
            <a:xfrm>
              <a:off x="973050" y="1979175"/>
              <a:ext cx="6289325" cy="2001050"/>
            </a:xfrm>
            <a:custGeom>
              <a:rect b="b" l="l" r="r" t="t"/>
              <a:pathLst>
                <a:path extrusionOk="0" h="80042" w="251573">
                  <a:moveTo>
                    <a:pt x="85007" y="16531"/>
                  </a:moveTo>
                  <a:cubicBezTo>
                    <a:pt x="93430" y="16531"/>
                    <a:pt x="100291" y="21052"/>
                    <a:pt x="102275" y="29507"/>
                  </a:cubicBezTo>
                  <a:lnTo>
                    <a:pt x="67837" y="29507"/>
                  </a:lnTo>
                  <a:cubicBezTo>
                    <a:pt x="69853" y="21182"/>
                    <a:pt x="76584" y="16531"/>
                    <a:pt x="85007" y="16531"/>
                  </a:cubicBezTo>
                  <a:close/>
                  <a:moveTo>
                    <a:pt x="213850" y="9800"/>
                  </a:moveTo>
                  <a:cubicBezTo>
                    <a:pt x="214273" y="9800"/>
                    <a:pt x="214598" y="9800"/>
                    <a:pt x="214793" y="9897"/>
                  </a:cubicBezTo>
                  <a:cubicBezTo>
                    <a:pt x="215346" y="9995"/>
                    <a:pt x="216581" y="10645"/>
                    <a:pt x="216581" y="12336"/>
                  </a:cubicBezTo>
                  <a:lnTo>
                    <a:pt x="216581" y="44661"/>
                  </a:lnTo>
                  <a:lnTo>
                    <a:pt x="191509" y="44661"/>
                  </a:lnTo>
                  <a:cubicBezTo>
                    <a:pt x="190143" y="44661"/>
                    <a:pt x="189005" y="43490"/>
                    <a:pt x="189005" y="42124"/>
                  </a:cubicBezTo>
                  <a:cubicBezTo>
                    <a:pt x="189005" y="41604"/>
                    <a:pt x="189102" y="41084"/>
                    <a:pt x="189428" y="40661"/>
                  </a:cubicBezTo>
                  <a:lnTo>
                    <a:pt x="211866" y="10840"/>
                  </a:lnTo>
                  <a:cubicBezTo>
                    <a:pt x="212484" y="9995"/>
                    <a:pt x="213232" y="9800"/>
                    <a:pt x="213850" y="9800"/>
                  </a:cubicBezTo>
                  <a:close/>
                  <a:moveTo>
                    <a:pt x="146339" y="16531"/>
                  </a:moveTo>
                  <a:cubicBezTo>
                    <a:pt x="157071" y="16531"/>
                    <a:pt x="164225" y="24108"/>
                    <a:pt x="164225" y="34742"/>
                  </a:cubicBezTo>
                  <a:cubicBezTo>
                    <a:pt x="164225" y="45409"/>
                    <a:pt x="156973" y="52986"/>
                    <a:pt x="146339" y="52986"/>
                  </a:cubicBezTo>
                  <a:cubicBezTo>
                    <a:pt x="135575" y="52986"/>
                    <a:pt x="128421" y="45409"/>
                    <a:pt x="128421" y="34742"/>
                  </a:cubicBezTo>
                  <a:cubicBezTo>
                    <a:pt x="128421" y="24108"/>
                    <a:pt x="135575" y="16531"/>
                    <a:pt x="146339" y="16531"/>
                  </a:cubicBezTo>
                  <a:close/>
                  <a:moveTo>
                    <a:pt x="25691" y="7263"/>
                  </a:moveTo>
                  <a:cubicBezTo>
                    <a:pt x="10309" y="7263"/>
                    <a:pt x="1" y="16304"/>
                    <a:pt x="1" y="33799"/>
                  </a:cubicBezTo>
                  <a:lnTo>
                    <a:pt x="1" y="45929"/>
                  </a:lnTo>
                  <a:cubicBezTo>
                    <a:pt x="1594" y="45279"/>
                    <a:pt x="3285" y="44953"/>
                    <a:pt x="4944" y="44953"/>
                  </a:cubicBezTo>
                  <a:cubicBezTo>
                    <a:pt x="6732" y="44953"/>
                    <a:pt x="8456" y="45311"/>
                    <a:pt x="10017" y="45994"/>
                  </a:cubicBezTo>
                  <a:lnTo>
                    <a:pt x="10017" y="33702"/>
                  </a:lnTo>
                  <a:cubicBezTo>
                    <a:pt x="10017" y="22320"/>
                    <a:pt x="16228" y="16531"/>
                    <a:pt x="25691" y="16531"/>
                  </a:cubicBezTo>
                  <a:cubicBezTo>
                    <a:pt x="35187" y="16531"/>
                    <a:pt x="41398" y="22320"/>
                    <a:pt x="41398" y="33702"/>
                  </a:cubicBezTo>
                  <a:lnTo>
                    <a:pt x="41398" y="60985"/>
                  </a:lnTo>
                  <a:lnTo>
                    <a:pt x="51414" y="60985"/>
                  </a:lnTo>
                  <a:lnTo>
                    <a:pt x="51414" y="33702"/>
                  </a:lnTo>
                  <a:cubicBezTo>
                    <a:pt x="51512" y="16109"/>
                    <a:pt x="41073" y="7263"/>
                    <a:pt x="25691" y="7263"/>
                  </a:cubicBezTo>
                  <a:close/>
                  <a:moveTo>
                    <a:pt x="84910" y="7166"/>
                  </a:moveTo>
                  <a:cubicBezTo>
                    <a:pt x="68487" y="7166"/>
                    <a:pt x="56878" y="18840"/>
                    <a:pt x="56878" y="34742"/>
                  </a:cubicBezTo>
                  <a:cubicBezTo>
                    <a:pt x="56878" y="50677"/>
                    <a:pt x="68585" y="62351"/>
                    <a:pt x="85007" y="62351"/>
                  </a:cubicBezTo>
                  <a:cubicBezTo>
                    <a:pt x="97137" y="62351"/>
                    <a:pt x="106600" y="56140"/>
                    <a:pt x="110600" y="46352"/>
                  </a:cubicBezTo>
                  <a:lnTo>
                    <a:pt x="99543" y="46352"/>
                  </a:lnTo>
                  <a:cubicBezTo>
                    <a:pt x="96487" y="50872"/>
                    <a:pt x="91771" y="52986"/>
                    <a:pt x="85007" y="52986"/>
                  </a:cubicBezTo>
                  <a:cubicBezTo>
                    <a:pt x="75967" y="52986"/>
                    <a:pt x="69007" y="47815"/>
                    <a:pt x="67544" y="38449"/>
                  </a:cubicBezTo>
                  <a:lnTo>
                    <a:pt x="112714" y="38449"/>
                  </a:lnTo>
                  <a:lnTo>
                    <a:pt x="112714" y="34742"/>
                  </a:lnTo>
                  <a:cubicBezTo>
                    <a:pt x="112714" y="18840"/>
                    <a:pt x="101332" y="7166"/>
                    <a:pt x="84910" y="7166"/>
                  </a:cubicBezTo>
                  <a:close/>
                  <a:moveTo>
                    <a:pt x="146209" y="7166"/>
                  </a:moveTo>
                  <a:cubicBezTo>
                    <a:pt x="129787" y="7166"/>
                    <a:pt x="118210" y="18840"/>
                    <a:pt x="118210" y="34742"/>
                  </a:cubicBezTo>
                  <a:cubicBezTo>
                    <a:pt x="118210" y="50677"/>
                    <a:pt x="129787" y="62351"/>
                    <a:pt x="146209" y="62351"/>
                  </a:cubicBezTo>
                  <a:cubicBezTo>
                    <a:pt x="162664" y="62351"/>
                    <a:pt x="174241" y="50677"/>
                    <a:pt x="174241" y="34742"/>
                  </a:cubicBezTo>
                  <a:cubicBezTo>
                    <a:pt x="174241" y="18840"/>
                    <a:pt x="162664" y="7166"/>
                    <a:pt x="146209" y="7166"/>
                  </a:cubicBezTo>
                  <a:close/>
                  <a:moveTo>
                    <a:pt x="214056" y="0"/>
                  </a:moveTo>
                  <a:cubicBezTo>
                    <a:pt x="210153" y="0"/>
                    <a:pt x="206401" y="1835"/>
                    <a:pt x="203964" y="5150"/>
                  </a:cubicBezTo>
                  <a:lnTo>
                    <a:pt x="181103" y="35165"/>
                  </a:lnTo>
                  <a:cubicBezTo>
                    <a:pt x="178338" y="38872"/>
                    <a:pt x="177818" y="43295"/>
                    <a:pt x="179704" y="47100"/>
                  </a:cubicBezTo>
                  <a:cubicBezTo>
                    <a:pt x="181720" y="51100"/>
                    <a:pt x="186143" y="53604"/>
                    <a:pt x="191216" y="53604"/>
                  </a:cubicBezTo>
                  <a:lnTo>
                    <a:pt x="216581" y="53604"/>
                  </a:lnTo>
                  <a:lnTo>
                    <a:pt x="216581" y="66059"/>
                  </a:lnTo>
                  <a:lnTo>
                    <a:pt x="226598" y="66059"/>
                  </a:lnTo>
                  <a:lnTo>
                    <a:pt x="226598" y="53734"/>
                  </a:lnTo>
                  <a:lnTo>
                    <a:pt x="234175" y="53734"/>
                  </a:lnTo>
                  <a:lnTo>
                    <a:pt x="234175" y="44758"/>
                  </a:lnTo>
                  <a:lnTo>
                    <a:pt x="226598" y="44758"/>
                  </a:lnTo>
                  <a:lnTo>
                    <a:pt x="226598" y="12629"/>
                  </a:lnTo>
                  <a:cubicBezTo>
                    <a:pt x="226598" y="7036"/>
                    <a:pt x="223248" y="2320"/>
                    <a:pt x="217980" y="629"/>
                  </a:cubicBezTo>
                  <a:cubicBezTo>
                    <a:pt x="216684" y="206"/>
                    <a:pt x="215362" y="0"/>
                    <a:pt x="214056" y="0"/>
                  </a:cubicBezTo>
                  <a:close/>
                  <a:moveTo>
                    <a:pt x="241557" y="8954"/>
                  </a:moveTo>
                  <a:lnTo>
                    <a:pt x="241557" y="61083"/>
                  </a:lnTo>
                  <a:cubicBezTo>
                    <a:pt x="241557" y="68563"/>
                    <a:pt x="239150" y="71424"/>
                    <a:pt x="232711" y="71424"/>
                  </a:cubicBezTo>
                  <a:lnTo>
                    <a:pt x="231541" y="71424"/>
                  </a:lnTo>
                  <a:lnTo>
                    <a:pt x="231541" y="80042"/>
                  </a:lnTo>
                  <a:lnTo>
                    <a:pt x="233654" y="80042"/>
                  </a:lnTo>
                  <a:cubicBezTo>
                    <a:pt x="246500" y="80042"/>
                    <a:pt x="251573" y="73408"/>
                    <a:pt x="251573" y="60465"/>
                  </a:cubicBezTo>
                  <a:lnTo>
                    <a:pt x="251573" y="8954"/>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0" name="Google Shape;1120;p82"/>
          <p:cNvGrpSpPr/>
          <p:nvPr/>
        </p:nvGrpSpPr>
        <p:grpSpPr>
          <a:xfrm>
            <a:off x="5964410" y="2903037"/>
            <a:ext cx="561306" cy="513479"/>
            <a:chOff x="238125" y="2160750"/>
            <a:chExt cx="2022725" cy="1850375"/>
          </a:xfrm>
        </p:grpSpPr>
        <p:sp>
          <p:nvSpPr>
            <p:cNvPr id="1121" name="Google Shape;1121;p82"/>
            <p:cNvSpPr/>
            <p:nvPr/>
          </p:nvSpPr>
          <p:spPr>
            <a:xfrm>
              <a:off x="238125" y="2838775"/>
              <a:ext cx="1073150" cy="1172350"/>
            </a:xfrm>
            <a:custGeom>
              <a:rect b="b" l="l" r="r" t="t"/>
              <a:pathLst>
                <a:path extrusionOk="0" h="46894" w="42926">
                  <a:moveTo>
                    <a:pt x="8585" y="1"/>
                  </a:moveTo>
                  <a:cubicBezTo>
                    <a:pt x="7122" y="1"/>
                    <a:pt x="5658" y="358"/>
                    <a:pt x="4293" y="1139"/>
                  </a:cubicBezTo>
                  <a:cubicBezTo>
                    <a:pt x="3024" y="1854"/>
                    <a:pt x="1919" y="2927"/>
                    <a:pt x="1138" y="4293"/>
                  </a:cubicBezTo>
                  <a:cubicBezTo>
                    <a:pt x="423" y="5561"/>
                    <a:pt x="0" y="7025"/>
                    <a:pt x="0" y="8586"/>
                  </a:cubicBezTo>
                  <a:cubicBezTo>
                    <a:pt x="0" y="10049"/>
                    <a:pt x="358" y="11512"/>
                    <a:pt x="1138" y="12878"/>
                  </a:cubicBezTo>
                  <a:cubicBezTo>
                    <a:pt x="1886" y="14147"/>
                    <a:pt x="2927" y="15220"/>
                    <a:pt x="4293" y="16000"/>
                  </a:cubicBezTo>
                  <a:cubicBezTo>
                    <a:pt x="5561" y="16748"/>
                    <a:pt x="7024" y="17171"/>
                    <a:pt x="8585" y="17171"/>
                  </a:cubicBezTo>
                  <a:cubicBezTo>
                    <a:pt x="9528" y="17171"/>
                    <a:pt x="10471" y="17008"/>
                    <a:pt x="11349" y="16716"/>
                  </a:cubicBezTo>
                  <a:cubicBezTo>
                    <a:pt x="13037" y="16146"/>
                    <a:pt x="14625" y="15868"/>
                    <a:pt x="16090" y="15868"/>
                  </a:cubicBezTo>
                  <a:cubicBezTo>
                    <a:pt x="18971" y="15868"/>
                    <a:pt x="21375" y="16944"/>
                    <a:pt x="23121" y="18992"/>
                  </a:cubicBezTo>
                  <a:cubicBezTo>
                    <a:pt x="25365" y="21561"/>
                    <a:pt x="25365" y="25301"/>
                    <a:pt x="23154" y="27902"/>
                  </a:cubicBezTo>
                  <a:cubicBezTo>
                    <a:pt x="21372" y="29945"/>
                    <a:pt x="18952" y="31029"/>
                    <a:pt x="16057" y="31029"/>
                  </a:cubicBezTo>
                  <a:cubicBezTo>
                    <a:pt x="14620" y="31029"/>
                    <a:pt x="13065" y="30762"/>
                    <a:pt x="11414" y="30211"/>
                  </a:cubicBezTo>
                  <a:cubicBezTo>
                    <a:pt x="10536" y="29886"/>
                    <a:pt x="9561" y="29723"/>
                    <a:pt x="8585" y="29723"/>
                  </a:cubicBezTo>
                  <a:cubicBezTo>
                    <a:pt x="7122" y="29723"/>
                    <a:pt x="5658" y="30114"/>
                    <a:pt x="4293" y="30894"/>
                  </a:cubicBezTo>
                  <a:cubicBezTo>
                    <a:pt x="3024" y="31609"/>
                    <a:pt x="1919" y="32683"/>
                    <a:pt x="1138" y="34016"/>
                  </a:cubicBezTo>
                  <a:cubicBezTo>
                    <a:pt x="423" y="35284"/>
                    <a:pt x="0" y="36748"/>
                    <a:pt x="0" y="38308"/>
                  </a:cubicBezTo>
                  <a:cubicBezTo>
                    <a:pt x="0" y="39772"/>
                    <a:pt x="358" y="41268"/>
                    <a:pt x="1138" y="42601"/>
                  </a:cubicBezTo>
                  <a:cubicBezTo>
                    <a:pt x="1886" y="43869"/>
                    <a:pt x="2927" y="44975"/>
                    <a:pt x="4293" y="45755"/>
                  </a:cubicBezTo>
                  <a:cubicBezTo>
                    <a:pt x="5561" y="46471"/>
                    <a:pt x="7024" y="46894"/>
                    <a:pt x="8585" y="46894"/>
                  </a:cubicBezTo>
                  <a:cubicBezTo>
                    <a:pt x="10049" y="46894"/>
                    <a:pt x="11512" y="46536"/>
                    <a:pt x="12878" y="45755"/>
                  </a:cubicBezTo>
                  <a:cubicBezTo>
                    <a:pt x="14146" y="45040"/>
                    <a:pt x="15252" y="43967"/>
                    <a:pt x="16032" y="42601"/>
                  </a:cubicBezTo>
                  <a:cubicBezTo>
                    <a:pt x="16487" y="41821"/>
                    <a:pt x="16813" y="40910"/>
                    <a:pt x="17008" y="39967"/>
                  </a:cubicBezTo>
                  <a:cubicBezTo>
                    <a:pt x="18217" y="33996"/>
                    <a:pt x="21828" y="30738"/>
                    <a:pt x="26871" y="30738"/>
                  </a:cubicBezTo>
                  <a:cubicBezTo>
                    <a:pt x="28337" y="30738"/>
                    <a:pt x="29925" y="31013"/>
                    <a:pt x="31609" y="31577"/>
                  </a:cubicBezTo>
                  <a:cubicBezTo>
                    <a:pt x="32455" y="31870"/>
                    <a:pt x="33398" y="32032"/>
                    <a:pt x="34341" y="32032"/>
                  </a:cubicBezTo>
                  <a:cubicBezTo>
                    <a:pt x="35804" y="32032"/>
                    <a:pt x="37267" y="31642"/>
                    <a:pt x="38633" y="30862"/>
                  </a:cubicBezTo>
                  <a:cubicBezTo>
                    <a:pt x="39902" y="30146"/>
                    <a:pt x="41007" y="29105"/>
                    <a:pt x="41788" y="27740"/>
                  </a:cubicBezTo>
                  <a:cubicBezTo>
                    <a:pt x="42503" y="26471"/>
                    <a:pt x="42926" y="25008"/>
                    <a:pt x="42926" y="23447"/>
                  </a:cubicBezTo>
                  <a:cubicBezTo>
                    <a:pt x="42926" y="21984"/>
                    <a:pt x="42568" y="20520"/>
                    <a:pt x="41788" y="19155"/>
                  </a:cubicBezTo>
                  <a:cubicBezTo>
                    <a:pt x="41040" y="17886"/>
                    <a:pt x="39999" y="16781"/>
                    <a:pt x="38633" y="16000"/>
                  </a:cubicBezTo>
                  <a:cubicBezTo>
                    <a:pt x="37365" y="15285"/>
                    <a:pt x="35902" y="14862"/>
                    <a:pt x="34341" y="14862"/>
                  </a:cubicBezTo>
                  <a:cubicBezTo>
                    <a:pt x="33430" y="14862"/>
                    <a:pt x="32487" y="14992"/>
                    <a:pt x="31577" y="15317"/>
                  </a:cubicBezTo>
                  <a:cubicBezTo>
                    <a:pt x="29899" y="15881"/>
                    <a:pt x="28320" y="16156"/>
                    <a:pt x="26860" y="16156"/>
                  </a:cubicBezTo>
                  <a:cubicBezTo>
                    <a:pt x="21839" y="16156"/>
                    <a:pt x="18242" y="12899"/>
                    <a:pt x="17008" y="6927"/>
                  </a:cubicBezTo>
                  <a:cubicBezTo>
                    <a:pt x="16845" y="6017"/>
                    <a:pt x="16520" y="5139"/>
                    <a:pt x="16032" y="4293"/>
                  </a:cubicBezTo>
                  <a:cubicBezTo>
                    <a:pt x="15284" y="3025"/>
                    <a:pt x="14244" y="1919"/>
                    <a:pt x="12878" y="1139"/>
                  </a:cubicBezTo>
                  <a:cubicBezTo>
                    <a:pt x="11610" y="423"/>
                    <a:pt x="10146" y="1"/>
                    <a:pt x="858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82"/>
            <p:cNvSpPr/>
            <p:nvPr/>
          </p:nvSpPr>
          <p:spPr>
            <a:xfrm>
              <a:off x="973050" y="2160750"/>
              <a:ext cx="1287800" cy="1343075"/>
            </a:xfrm>
            <a:custGeom>
              <a:rect b="b" l="l" r="r" t="t"/>
              <a:pathLst>
                <a:path extrusionOk="0" h="53723" w="51512">
                  <a:moveTo>
                    <a:pt x="25691" y="0"/>
                  </a:moveTo>
                  <a:cubicBezTo>
                    <a:pt x="10309" y="0"/>
                    <a:pt x="1" y="9041"/>
                    <a:pt x="1" y="26536"/>
                  </a:cubicBezTo>
                  <a:lnTo>
                    <a:pt x="1" y="38666"/>
                  </a:lnTo>
                  <a:cubicBezTo>
                    <a:pt x="1594" y="38016"/>
                    <a:pt x="3285" y="37690"/>
                    <a:pt x="4944" y="37690"/>
                  </a:cubicBezTo>
                  <a:cubicBezTo>
                    <a:pt x="6732" y="37690"/>
                    <a:pt x="8456" y="38048"/>
                    <a:pt x="10017" y="38731"/>
                  </a:cubicBezTo>
                  <a:lnTo>
                    <a:pt x="10017" y="26439"/>
                  </a:lnTo>
                  <a:cubicBezTo>
                    <a:pt x="10017" y="15057"/>
                    <a:pt x="16228" y="9268"/>
                    <a:pt x="25691" y="9268"/>
                  </a:cubicBezTo>
                  <a:cubicBezTo>
                    <a:pt x="35187" y="9268"/>
                    <a:pt x="41398" y="15057"/>
                    <a:pt x="41398" y="26439"/>
                  </a:cubicBezTo>
                  <a:lnTo>
                    <a:pt x="41398" y="53722"/>
                  </a:lnTo>
                  <a:lnTo>
                    <a:pt x="51414" y="53722"/>
                  </a:lnTo>
                  <a:lnTo>
                    <a:pt x="51414" y="26439"/>
                  </a:lnTo>
                  <a:cubicBezTo>
                    <a:pt x="51512" y="8846"/>
                    <a:pt x="41073" y="0"/>
                    <a:pt x="2569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6" name="Shape 1126"/>
        <p:cNvGrpSpPr/>
        <p:nvPr/>
      </p:nvGrpSpPr>
      <p:grpSpPr>
        <a:xfrm>
          <a:off x="0" y="0"/>
          <a:ext cx="0" cy="0"/>
          <a:chOff x="0" y="0"/>
          <a:chExt cx="0" cy="0"/>
        </a:xfrm>
      </p:grpSpPr>
      <p:sp>
        <p:nvSpPr>
          <p:cNvPr id="1127" name="Google Shape;1127;p83"/>
          <p:cNvSpPr txBox="1"/>
          <p:nvPr>
            <p:ph type="ctrTitle"/>
          </p:nvPr>
        </p:nvSpPr>
        <p:spPr>
          <a:xfrm>
            <a:off x="909908" y="1605476"/>
            <a:ext cx="7498200" cy="17460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b="1" lang="en">
                <a:latin typeface="Syne"/>
                <a:ea typeface="Syne"/>
                <a:cs typeface="Syne"/>
                <a:sym typeface="Syne"/>
              </a:rPr>
              <a:t>Color up your Slides!</a:t>
            </a:r>
            <a:endParaRPr b="1">
              <a:latin typeface="Syne"/>
              <a:ea typeface="Syne"/>
              <a:cs typeface="Syne"/>
              <a:sym typeface="Syne"/>
            </a:endParaRPr>
          </a:p>
        </p:txBody>
      </p:sp>
      <p:sp>
        <p:nvSpPr>
          <p:cNvPr id="1128" name="Google Shape;1128;p83"/>
          <p:cNvSpPr txBox="1"/>
          <p:nvPr>
            <p:ph idx="1" type="subTitle"/>
          </p:nvPr>
        </p:nvSpPr>
        <p:spPr>
          <a:xfrm>
            <a:off x="922717" y="3457429"/>
            <a:ext cx="4206300" cy="883500"/>
          </a:xfrm>
          <a:prstGeom prst="rect">
            <a:avLst/>
          </a:prstGeom>
        </p:spPr>
        <p:txBody>
          <a:bodyPr anchorCtr="0" anchor="t" bIns="0" lIns="0" spcFirstLastPara="1" rIns="0" wrap="square" tIns="0">
            <a:noAutofit/>
          </a:bodyPr>
          <a:lstStyle/>
          <a:p>
            <a:pPr indent="0" lvl="0" marL="0" rtl="0" algn="l">
              <a:spcBef>
                <a:spcPts val="0"/>
              </a:spcBef>
              <a:spcAft>
                <a:spcPts val="1200"/>
              </a:spcAft>
              <a:buNone/>
            </a:pPr>
            <a:r>
              <a:rPr lang="en"/>
              <a:t>Colors make life colorful … </a:t>
            </a:r>
            <a:br>
              <a:rPr lang="en"/>
            </a:br>
            <a:r>
              <a:rPr lang="en"/>
              <a:t>just in case you didn’t know</a:t>
            </a:r>
            <a:endParaRPr/>
          </a:p>
        </p:txBody>
      </p:sp>
      <p:sp>
        <p:nvSpPr>
          <p:cNvPr id="1129" name="Google Shape;1129;p83"/>
          <p:cNvSpPr txBox="1"/>
          <p:nvPr>
            <p:ph idx="12" type="sldNum"/>
          </p:nvPr>
        </p:nvSpPr>
        <p:spPr>
          <a:xfrm>
            <a:off x="360650" y="4880150"/>
            <a:ext cx="3667800" cy="2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Neo4j Inc. All rights reserved 2023	</a:t>
            </a:r>
            <a:endParaRPr/>
          </a:p>
        </p:txBody>
      </p:sp>
      <p:sp>
        <p:nvSpPr>
          <p:cNvPr id="1130" name="Google Shape;1130;p83"/>
          <p:cNvSpPr txBox="1"/>
          <p:nvPr>
            <p:ph idx="2" type="sldNum"/>
          </p:nvPr>
        </p:nvSpPr>
        <p:spPr>
          <a:xfrm>
            <a:off x="0" y="4880150"/>
            <a:ext cx="265200" cy="2697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34" name="Shape 1134"/>
        <p:cNvGrpSpPr/>
        <p:nvPr/>
      </p:nvGrpSpPr>
      <p:grpSpPr>
        <a:xfrm>
          <a:off x="0" y="0"/>
          <a:ext cx="0" cy="0"/>
          <a:chOff x="0" y="0"/>
          <a:chExt cx="0" cy="0"/>
        </a:xfrm>
      </p:grpSpPr>
      <p:sp>
        <p:nvSpPr>
          <p:cNvPr id="1135" name="Google Shape;1135;p84"/>
          <p:cNvSpPr txBox="1"/>
          <p:nvPr>
            <p:ph type="title"/>
          </p:nvPr>
        </p:nvSpPr>
        <p:spPr>
          <a:xfrm>
            <a:off x="365750" y="274325"/>
            <a:ext cx="8412600" cy="548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Colo(u)rs, färger, Farben, colores </a:t>
            </a:r>
            <a:endParaRPr/>
          </a:p>
        </p:txBody>
      </p:sp>
      <p:sp>
        <p:nvSpPr>
          <p:cNvPr id="1136" name="Google Shape;1136;p84"/>
          <p:cNvSpPr txBox="1"/>
          <p:nvPr>
            <p:ph idx="12" type="sldNum"/>
          </p:nvPr>
        </p:nvSpPr>
        <p:spPr>
          <a:xfrm>
            <a:off x="360650" y="4880150"/>
            <a:ext cx="3667800" cy="2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Neo4j Inc. All rights reserved 2023	</a:t>
            </a:r>
            <a:endParaRPr/>
          </a:p>
        </p:txBody>
      </p:sp>
      <p:sp>
        <p:nvSpPr>
          <p:cNvPr id="1137" name="Google Shape;1137;p84"/>
          <p:cNvSpPr txBox="1"/>
          <p:nvPr>
            <p:ph idx="2" type="sldNum"/>
          </p:nvPr>
        </p:nvSpPr>
        <p:spPr>
          <a:xfrm>
            <a:off x="0" y="4880150"/>
            <a:ext cx="265200" cy="2697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138" name="Google Shape;1138;p84"/>
          <p:cNvSpPr/>
          <p:nvPr/>
        </p:nvSpPr>
        <p:spPr>
          <a:xfrm>
            <a:off x="815325" y="1511225"/>
            <a:ext cx="457200" cy="457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84"/>
          <p:cNvSpPr/>
          <p:nvPr/>
        </p:nvSpPr>
        <p:spPr>
          <a:xfrm>
            <a:off x="365750" y="1511225"/>
            <a:ext cx="457200" cy="457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84"/>
          <p:cNvSpPr/>
          <p:nvPr/>
        </p:nvSpPr>
        <p:spPr>
          <a:xfrm>
            <a:off x="1272515" y="1511225"/>
            <a:ext cx="457200" cy="4572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84"/>
          <p:cNvSpPr/>
          <p:nvPr/>
        </p:nvSpPr>
        <p:spPr>
          <a:xfrm>
            <a:off x="3013695" y="1511225"/>
            <a:ext cx="457200"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84"/>
          <p:cNvSpPr/>
          <p:nvPr/>
        </p:nvSpPr>
        <p:spPr>
          <a:xfrm>
            <a:off x="2560320" y="1511225"/>
            <a:ext cx="457200" cy="457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84"/>
          <p:cNvSpPr/>
          <p:nvPr/>
        </p:nvSpPr>
        <p:spPr>
          <a:xfrm>
            <a:off x="3884788" y="1511225"/>
            <a:ext cx="457200" cy="4572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84"/>
          <p:cNvSpPr/>
          <p:nvPr/>
        </p:nvSpPr>
        <p:spPr>
          <a:xfrm>
            <a:off x="3432825" y="1511225"/>
            <a:ext cx="457200" cy="457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84"/>
          <p:cNvSpPr/>
          <p:nvPr/>
        </p:nvSpPr>
        <p:spPr>
          <a:xfrm>
            <a:off x="4755905" y="1511225"/>
            <a:ext cx="457200" cy="457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84"/>
          <p:cNvSpPr/>
          <p:nvPr/>
        </p:nvSpPr>
        <p:spPr>
          <a:xfrm>
            <a:off x="5209243" y="1511225"/>
            <a:ext cx="457200" cy="4572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84"/>
          <p:cNvSpPr/>
          <p:nvPr/>
        </p:nvSpPr>
        <p:spPr>
          <a:xfrm>
            <a:off x="817930" y="3065700"/>
            <a:ext cx="457200" cy="457200"/>
          </a:xfrm>
          <a:prstGeom prst="rect">
            <a:avLst/>
          </a:prstGeom>
          <a:solidFill>
            <a:srgbClr val="6FA6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84"/>
          <p:cNvSpPr/>
          <p:nvPr/>
        </p:nvSpPr>
        <p:spPr>
          <a:xfrm>
            <a:off x="365750" y="3065700"/>
            <a:ext cx="457200" cy="457200"/>
          </a:xfrm>
          <a:prstGeom prst="rect">
            <a:avLst/>
          </a:prstGeom>
          <a:solidFill>
            <a:srgbClr val="1454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84"/>
          <p:cNvSpPr/>
          <p:nvPr/>
        </p:nvSpPr>
        <p:spPr>
          <a:xfrm>
            <a:off x="1275120" y="3065700"/>
            <a:ext cx="457200" cy="457200"/>
          </a:xfrm>
          <a:prstGeom prst="rect">
            <a:avLst/>
          </a:prstGeom>
          <a:solidFill>
            <a:srgbClr val="90CB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84"/>
          <p:cNvSpPr/>
          <p:nvPr/>
        </p:nvSpPr>
        <p:spPr>
          <a:xfrm>
            <a:off x="3017550" y="3065700"/>
            <a:ext cx="457200" cy="457200"/>
          </a:xfrm>
          <a:prstGeom prst="rect">
            <a:avLst/>
          </a:prstGeom>
          <a:solidFill>
            <a:srgbClr val="AF7C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84"/>
          <p:cNvSpPr/>
          <p:nvPr/>
        </p:nvSpPr>
        <p:spPr>
          <a:xfrm>
            <a:off x="2560350" y="3065700"/>
            <a:ext cx="457200" cy="457200"/>
          </a:xfrm>
          <a:prstGeom prst="rect">
            <a:avLst/>
          </a:prstGeom>
          <a:solidFill>
            <a:srgbClr val="763F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84"/>
          <p:cNvSpPr/>
          <p:nvPr/>
        </p:nvSpPr>
        <p:spPr>
          <a:xfrm>
            <a:off x="3474740" y="3065700"/>
            <a:ext cx="457200" cy="457200"/>
          </a:xfrm>
          <a:prstGeom prst="rect">
            <a:avLst/>
          </a:prstGeom>
          <a:solidFill>
            <a:srgbClr val="D196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84"/>
          <p:cNvSpPr/>
          <p:nvPr/>
        </p:nvSpPr>
        <p:spPr>
          <a:xfrm>
            <a:off x="5209550" y="3065700"/>
            <a:ext cx="457200" cy="457200"/>
          </a:xfrm>
          <a:prstGeom prst="rect">
            <a:avLst/>
          </a:prstGeom>
          <a:solidFill>
            <a:srgbClr val="F967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84"/>
          <p:cNvSpPr/>
          <p:nvPr/>
        </p:nvSpPr>
        <p:spPr>
          <a:xfrm>
            <a:off x="4754950" y="3065700"/>
            <a:ext cx="457200" cy="457200"/>
          </a:xfrm>
          <a:prstGeom prst="rect">
            <a:avLst/>
          </a:prstGeom>
          <a:solidFill>
            <a:srgbClr val="D433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84"/>
          <p:cNvSpPr/>
          <p:nvPr/>
        </p:nvSpPr>
        <p:spPr>
          <a:xfrm>
            <a:off x="5666740" y="3065700"/>
            <a:ext cx="457200" cy="457200"/>
          </a:xfrm>
          <a:prstGeom prst="rect">
            <a:avLst/>
          </a:prstGeom>
          <a:solidFill>
            <a:srgbClr val="FF8E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84"/>
          <p:cNvSpPr/>
          <p:nvPr/>
        </p:nvSpPr>
        <p:spPr>
          <a:xfrm>
            <a:off x="7406750" y="3065700"/>
            <a:ext cx="457200" cy="457200"/>
          </a:xfrm>
          <a:prstGeom prst="rect">
            <a:avLst/>
          </a:prstGeom>
          <a:solidFill>
            <a:srgbClr val="FFC4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84"/>
          <p:cNvSpPr/>
          <p:nvPr/>
        </p:nvSpPr>
        <p:spPr>
          <a:xfrm>
            <a:off x="6949550" y="3065700"/>
            <a:ext cx="457200" cy="457200"/>
          </a:xfrm>
          <a:prstGeom prst="rect">
            <a:avLst/>
          </a:prstGeom>
          <a:solidFill>
            <a:srgbClr val="FFA80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84"/>
          <p:cNvSpPr/>
          <p:nvPr/>
        </p:nvSpPr>
        <p:spPr>
          <a:xfrm>
            <a:off x="7858920" y="3065700"/>
            <a:ext cx="457200" cy="457200"/>
          </a:xfrm>
          <a:prstGeom prst="rect">
            <a:avLst/>
          </a:prstGeom>
          <a:solidFill>
            <a:srgbClr val="FFD0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84"/>
          <p:cNvSpPr txBox="1"/>
          <p:nvPr/>
        </p:nvSpPr>
        <p:spPr>
          <a:xfrm>
            <a:off x="360650" y="2743200"/>
            <a:ext cx="1559700" cy="2463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 sz="1600">
                <a:latin typeface="Public Sans Light"/>
                <a:ea typeface="Public Sans Light"/>
                <a:cs typeface="Public Sans Light"/>
                <a:sym typeface="Public Sans Light"/>
              </a:rPr>
              <a:t>Forest</a:t>
            </a:r>
            <a:endParaRPr sz="1600">
              <a:latin typeface="Public Sans Light"/>
              <a:ea typeface="Public Sans Light"/>
              <a:cs typeface="Public Sans Light"/>
              <a:sym typeface="Public Sans Light"/>
            </a:endParaRPr>
          </a:p>
        </p:txBody>
      </p:sp>
      <p:sp>
        <p:nvSpPr>
          <p:cNvPr id="1160" name="Google Shape;1160;p84"/>
          <p:cNvSpPr txBox="1"/>
          <p:nvPr/>
        </p:nvSpPr>
        <p:spPr>
          <a:xfrm>
            <a:off x="2557725" y="2743200"/>
            <a:ext cx="1559700" cy="2463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 sz="1600">
                <a:latin typeface="Public Sans Light"/>
                <a:ea typeface="Public Sans Light"/>
                <a:cs typeface="Public Sans Light"/>
                <a:sym typeface="Public Sans Light"/>
              </a:rPr>
              <a:t>Earth</a:t>
            </a:r>
            <a:endParaRPr sz="1600">
              <a:latin typeface="Public Sans Light"/>
              <a:ea typeface="Public Sans Light"/>
              <a:cs typeface="Public Sans Light"/>
              <a:sym typeface="Public Sans Light"/>
            </a:endParaRPr>
          </a:p>
        </p:txBody>
      </p:sp>
      <p:sp>
        <p:nvSpPr>
          <p:cNvPr id="1161" name="Google Shape;1161;p84"/>
          <p:cNvSpPr txBox="1"/>
          <p:nvPr/>
        </p:nvSpPr>
        <p:spPr>
          <a:xfrm>
            <a:off x="4754800" y="2743200"/>
            <a:ext cx="1559700" cy="2463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 sz="1600">
                <a:latin typeface="Public Sans Light"/>
                <a:ea typeface="Public Sans Light"/>
                <a:cs typeface="Public Sans Light"/>
                <a:sym typeface="Public Sans Light"/>
              </a:rPr>
              <a:t>Hibiscus</a:t>
            </a:r>
            <a:endParaRPr sz="1600">
              <a:latin typeface="Public Sans Light"/>
              <a:ea typeface="Public Sans Light"/>
              <a:cs typeface="Public Sans Light"/>
              <a:sym typeface="Public Sans Light"/>
            </a:endParaRPr>
          </a:p>
        </p:txBody>
      </p:sp>
      <p:sp>
        <p:nvSpPr>
          <p:cNvPr id="1162" name="Google Shape;1162;p84"/>
          <p:cNvSpPr txBox="1"/>
          <p:nvPr/>
        </p:nvSpPr>
        <p:spPr>
          <a:xfrm>
            <a:off x="6951875" y="2743200"/>
            <a:ext cx="1559700" cy="2463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 sz="1600">
                <a:latin typeface="Public Sans Light"/>
                <a:ea typeface="Public Sans Light"/>
                <a:cs typeface="Public Sans Light"/>
                <a:sym typeface="Public Sans Light"/>
              </a:rPr>
              <a:t>Marigold</a:t>
            </a:r>
            <a:endParaRPr sz="1600">
              <a:latin typeface="Public Sans Light"/>
              <a:ea typeface="Public Sans Light"/>
              <a:cs typeface="Public Sans Light"/>
              <a:sym typeface="Public Sans Light"/>
            </a:endParaRPr>
          </a:p>
        </p:txBody>
      </p:sp>
      <p:sp>
        <p:nvSpPr>
          <p:cNvPr id="1163" name="Google Shape;1163;p84"/>
          <p:cNvSpPr txBox="1"/>
          <p:nvPr/>
        </p:nvSpPr>
        <p:spPr>
          <a:xfrm>
            <a:off x="815330" y="3599100"/>
            <a:ext cx="457200" cy="1230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None/>
            </a:pPr>
            <a:r>
              <a:rPr lang="en" sz="800">
                <a:latin typeface="Public Sans"/>
                <a:ea typeface="Public Sans"/>
                <a:cs typeface="Public Sans"/>
                <a:sym typeface="Public Sans"/>
              </a:rPr>
              <a:t>mid</a:t>
            </a:r>
            <a:endParaRPr sz="800">
              <a:latin typeface="Public Sans"/>
              <a:ea typeface="Public Sans"/>
              <a:cs typeface="Public Sans"/>
              <a:sym typeface="Public Sans"/>
            </a:endParaRPr>
          </a:p>
        </p:txBody>
      </p:sp>
      <p:sp>
        <p:nvSpPr>
          <p:cNvPr id="1164" name="Google Shape;1164;p84"/>
          <p:cNvSpPr txBox="1"/>
          <p:nvPr/>
        </p:nvSpPr>
        <p:spPr>
          <a:xfrm>
            <a:off x="1275130" y="3599100"/>
            <a:ext cx="457200" cy="1230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None/>
            </a:pPr>
            <a:r>
              <a:rPr lang="en" sz="800">
                <a:latin typeface="Public Sans"/>
                <a:ea typeface="Public Sans"/>
                <a:cs typeface="Public Sans"/>
                <a:sym typeface="Public Sans"/>
              </a:rPr>
              <a:t>light</a:t>
            </a:r>
            <a:endParaRPr sz="800">
              <a:latin typeface="Public Sans"/>
              <a:ea typeface="Public Sans"/>
              <a:cs typeface="Public Sans"/>
              <a:sym typeface="Public Sans"/>
            </a:endParaRPr>
          </a:p>
        </p:txBody>
      </p:sp>
      <p:sp>
        <p:nvSpPr>
          <p:cNvPr id="1165" name="Google Shape;1165;p84"/>
          <p:cNvSpPr txBox="1"/>
          <p:nvPr/>
        </p:nvSpPr>
        <p:spPr>
          <a:xfrm>
            <a:off x="3017550" y="3599100"/>
            <a:ext cx="457200" cy="1230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None/>
            </a:pPr>
            <a:r>
              <a:rPr lang="en" sz="800">
                <a:latin typeface="Public Sans"/>
                <a:ea typeface="Public Sans"/>
                <a:cs typeface="Public Sans"/>
                <a:sym typeface="Public Sans"/>
              </a:rPr>
              <a:t>mid</a:t>
            </a:r>
            <a:endParaRPr sz="800">
              <a:latin typeface="Public Sans"/>
              <a:ea typeface="Public Sans"/>
              <a:cs typeface="Public Sans"/>
              <a:sym typeface="Public Sans"/>
            </a:endParaRPr>
          </a:p>
        </p:txBody>
      </p:sp>
      <p:sp>
        <p:nvSpPr>
          <p:cNvPr id="1166" name="Google Shape;1166;p84"/>
          <p:cNvSpPr txBox="1"/>
          <p:nvPr/>
        </p:nvSpPr>
        <p:spPr>
          <a:xfrm>
            <a:off x="3477350" y="3599100"/>
            <a:ext cx="457200" cy="1230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None/>
            </a:pPr>
            <a:r>
              <a:rPr lang="en" sz="800">
                <a:latin typeface="Public Sans"/>
                <a:ea typeface="Public Sans"/>
                <a:cs typeface="Public Sans"/>
                <a:sym typeface="Public Sans"/>
              </a:rPr>
              <a:t>light</a:t>
            </a:r>
            <a:endParaRPr sz="800">
              <a:latin typeface="Public Sans"/>
              <a:ea typeface="Public Sans"/>
              <a:cs typeface="Public Sans"/>
              <a:sym typeface="Public Sans"/>
            </a:endParaRPr>
          </a:p>
        </p:txBody>
      </p:sp>
      <p:sp>
        <p:nvSpPr>
          <p:cNvPr id="1167" name="Google Shape;1167;p84"/>
          <p:cNvSpPr txBox="1"/>
          <p:nvPr/>
        </p:nvSpPr>
        <p:spPr>
          <a:xfrm>
            <a:off x="5212150" y="3599100"/>
            <a:ext cx="457200" cy="1230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None/>
            </a:pPr>
            <a:r>
              <a:rPr lang="en" sz="800">
                <a:latin typeface="Public Sans"/>
                <a:ea typeface="Public Sans"/>
                <a:cs typeface="Public Sans"/>
                <a:sym typeface="Public Sans"/>
              </a:rPr>
              <a:t>mid</a:t>
            </a:r>
            <a:endParaRPr sz="800">
              <a:latin typeface="Public Sans"/>
              <a:ea typeface="Public Sans"/>
              <a:cs typeface="Public Sans"/>
              <a:sym typeface="Public Sans"/>
            </a:endParaRPr>
          </a:p>
        </p:txBody>
      </p:sp>
      <p:sp>
        <p:nvSpPr>
          <p:cNvPr id="1168" name="Google Shape;1168;p84"/>
          <p:cNvSpPr txBox="1"/>
          <p:nvPr/>
        </p:nvSpPr>
        <p:spPr>
          <a:xfrm>
            <a:off x="5671950" y="3599100"/>
            <a:ext cx="457200" cy="1230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None/>
            </a:pPr>
            <a:r>
              <a:rPr lang="en" sz="800">
                <a:latin typeface="Public Sans"/>
                <a:ea typeface="Public Sans"/>
                <a:cs typeface="Public Sans"/>
                <a:sym typeface="Public Sans"/>
              </a:rPr>
              <a:t>light</a:t>
            </a:r>
            <a:endParaRPr sz="800">
              <a:latin typeface="Public Sans"/>
              <a:ea typeface="Public Sans"/>
              <a:cs typeface="Public Sans"/>
              <a:sym typeface="Public Sans"/>
            </a:endParaRPr>
          </a:p>
        </p:txBody>
      </p:sp>
      <p:sp>
        <p:nvSpPr>
          <p:cNvPr id="1169" name="Google Shape;1169;p84"/>
          <p:cNvSpPr txBox="1"/>
          <p:nvPr/>
        </p:nvSpPr>
        <p:spPr>
          <a:xfrm>
            <a:off x="7411950" y="3599100"/>
            <a:ext cx="457200" cy="1230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None/>
            </a:pPr>
            <a:r>
              <a:rPr lang="en" sz="800">
                <a:latin typeface="Public Sans"/>
                <a:ea typeface="Public Sans"/>
                <a:cs typeface="Public Sans"/>
                <a:sym typeface="Public Sans"/>
              </a:rPr>
              <a:t>mid</a:t>
            </a:r>
            <a:endParaRPr sz="800">
              <a:latin typeface="Public Sans"/>
              <a:ea typeface="Public Sans"/>
              <a:cs typeface="Public Sans"/>
              <a:sym typeface="Public Sans"/>
            </a:endParaRPr>
          </a:p>
        </p:txBody>
      </p:sp>
      <p:sp>
        <p:nvSpPr>
          <p:cNvPr id="1170" name="Google Shape;1170;p84"/>
          <p:cNvSpPr txBox="1"/>
          <p:nvPr/>
        </p:nvSpPr>
        <p:spPr>
          <a:xfrm>
            <a:off x="7866730" y="3599100"/>
            <a:ext cx="457200" cy="1230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None/>
            </a:pPr>
            <a:r>
              <a:rPr lang="en" sz="800">
                <a:latin typeface="Public Sans"/>
                <a:ea typeface="Public Sans"/>
                <a:cs typeface="Public Sans"/>
                <a:sym typeface="Public Sans"/>
              </a:rPr>
              <a:t>light</a:t>
            </a:r>
            <a:endParaRPr sz="800">
              <a:latin typeface="Public Sans"/>
              <a:ea typeface="Public Sans"/>
              <a:cs typeface="Public Sans"/>
              <a:sym typeface="Public Sans"/>
            </a:endParaRPr>
          </a:p>
        </p:txBody>
      </p:sp>
      <p:sp>
        <p:nvSpPr>
          <p:cNvPr id="1171" name="Google Shape;1171;p84"/>
          <p:cNvSpPr txBox="1"/>
          <p:nvPr/>
        </p:nvSpPr>
        <p:spPr>
          <a:xfrm>
            <a:off x="360650" y="1188725"/>
            <a:ext cx="1559700" cy="2463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 sz="1600">
                <a:latin typeface="Public Sans Light"/>
                <a:ea typeface="Public Sans Light"/>
                <a:cs typeface="Public Sans Light"/>
                <a:sym typeface="Public Sans Light"/>
              </a:rPr>
              <a:t>Neutral</a:t>
            </a:r>
            <a:endParaRPr sz="1600">
              <a:latin typeface="Public Sans Light"/>
              <a:ea typeface="Public Sans Light"/>
              <a:cs typeface="Public Sans Light"/>
              <a:sym typeface="Public Sans Light"/>
            </a:endParaRPr>
          </a:p>
        </p:txBody>
      </p:sp>
      <p:sp>
        <p:nvSpPr>
          <p:cNvPr id="1172" name="Google Shape;1172;p84"/>
          <p:cNvSpPr txBox="1"/>
          <p:nvPr/>
        </p:nvSpPr>
        <p:spPr>
          <a:xfrm>
            <a:off x="2557725" y="1188725"/>
            <a:ext cx="1559700" cy="2463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 sz="1600">
                <a:latin typeface="Public Sans Light"/>
                <a:ea typeface="Public Sans Light"/>
                <a:cs typeface="Public Sans Light"/>
                <a:sym typeface="Public Sans Light"/>
              </a:rPr>
              <a:t>Primary</a:t>
            </a:r>
            <a:endParaRPr sz="1600">
              <a:latin typeface="Public Sans Light"/>
              <a:ea typeface="Public Sans Light"/>
              <a:cs typeface="Public Sans Light"/>
              <a:sym typeface="Public Sans Light"/>
            </a:endParaRPr>
          </a:p>
        </p:txBody>
      </p:sp>
      <p:sp>
        <p:nvSpPr>
          <p:cNvPr id="1173" name="Google Shape;1173;p84"/>
          <p:cNvSpPr txBox="1"/>
          <p:nvPr/>
        </p:nvSpPr>
        <p:spPr>
          <a:xfrm>
            <a:off x="4754800" y="1188725"/>
            <a:ext cx="1559700" cy="2463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 sz="1600">
                <a:latin typeface="Public Sans Light"/>
                <a:ea typeface="Public Sans Light"/>
                <a:cs typeface="Public Sans Light"/>
                <a:sym typeface="Public Sans Light"/>
              </a:rPr>
              <a:t>Highlights</a:t>
            </a:r>
            <a:endParaRPr sz="1600">
              <a:latin typeface="Public Sans Light"/>
              <a:ea typeface="Public Sans Light"/>
              <a:cs typeface="Public Sans Light"/>
              <a:sym typeface="Public Sans Light"/>
            </a:endParaRPr>
          </a:p>
        </p:txBody>
      </p:sp>
      <p:sp>
        <p:nvSpPr>
          <p:cNvPr id="1174" name="Google Shape;1174;p84"/>
          <p:cNvSpPr txBox="1"/>
          <p:nvPr/>
        </p:nvSpPr>
        <p:spPr>
          <a:xfrm>
            <a:off x="6097425" y="1188725"/>
            <a:ext cx="1559700" cy="2463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 sz="1600">
                <a:latin typeface="Public Sans Light"/>
                <a:ea typeface="Public Sans Light"/>
                <a:cs typeface="Public Sans Light"/>
                <a:sym typeface="Public Sans Light"/>
              </a:rPr>
              <a:t>Links</a:t>
            </a:r>
            <a:endParaRPr sz="1600">
              <a:latin typeface="Public Sans Light"/>
              <a:ea typeface="Public Sans Light"/>
              <a:cs typeface="Public Sans Light"/>
              <a:sym typeface="Public Sans Light"/>
            </a:endParaRPr>
          </a:p>
        </p:txBody>
      </p:sp>
      <p:sp>
        <p:nvSpPr>
          <p:cNvPr id="1175" name="Google Shape;1175;p84"/>
          <p:cNvSpPr txBox="1"/>
          <p:nvPr/>
        </p:nvSpPr>
        <p:spPr>
          <a:xfrm>
            <a:off x="355530" y="2024988"/>
            <a:ext cx="457200" cy="1230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None/>
            </a:pPr>
            <a:r>
              <a:rPr lang="en" sz="800">
                <a:latin typeface="Public Sans"/>
                <a:ea typeface="Public Sans"/>
                <a:cs typeface="Public Sans"/>
                <a:sym typeface="Public Sans"/>
              </a:rPr>
              <a:t>black</a:t>
            </a:r>
            <a:endParaRPr sz="800">
              <a:latin typeface="Public Sans"/>
              <a:ea typeface="Public Sans"/>
              <a:cs typeface="Public Sans"/>
              <a:sym typeface="Public Sans"/>
            </a:endParaRPr>
          </a:p>
        </p:txBody>
      </p:sp>
      <p:sp>
        <p:nvSpPr>
          <p:cNvPr id="1176" name="Google Shape;1176;p84"/>
          <p:cNvSpPr txBox="1"/>
          <p:nvPr/>
        </p:nvSpPr>
        <p:spPr>
          <a:xfrm>
            <a:off x="815330" y="2024988"/>
            <a:ext cx="457200" cy="2463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None/>
            </a:pPr>
            <a:r>
              <a:rPr lang="en" sz="800">
                <a:latin typeface="Public Sans"/>
                <a:ea typeface="Public Sans"/>
                <a:cs typeface="Public Sans"/>
                <a:sym typeface="Public Sans"/>
              </a:rPr>
              <a:t>dark</a:t>
            </a:r>
            <a:endParaRPr sz="800">
              <a:latin typeface="Public Sans"/>
              <a:ea typeface="Public Sans"/>
              <a:cs typeface="Public Sans"/>
              <a:sym typeface="Public Sans"/>
            </a:endParaRPr>
          </a:p>
          <a:p>
            <a:pPr indent="0" lvl="0" marL="0" rtl="0" algn="ctr">
              <a:lnSpc>
                <a:spcPct val="100000"/>
              </a:lnSpc>
              <a:spcBef>
                <a:spcPts val="0"/>
              </a:spcBef>
              <a:spcAft>
                <a:spcPts val="0"/>
              </a:spcAft>
              <a:buNone/>
            </a:pPr>
            <a:r>
              <a:rPr lang="en" sz="800">
                <a:latin typeface="Public Sans"/>
                <a:ea typeface="Public Sans"/>
                <a:cs typeface="Public Sans"/>
                <a:sym typeface="Public Sans"/>
              </a:rPr>
              <a:t>gray</a:t>
            </a:r>
            <a:endParaRPr sz="800">
              <a:latin typeface="Public Sans"/>
              <a:ea typeface="Public Sans"/>
              <a:cs typeface="Public Sans"/>
              <a:sym typeface="Public Sans"/>
            </a:endParaRPr>
          </a:p>
        </p:txBody>
      </p:sp>
      <p:sp>
        <p:nvSpPr>
          <p:cNvPr id="1177" name="Google Shape;1177;p84"/>
          <p:cNvSpPr txBox="1"/>
          <p:nvPr/>
        </p:nvSpPr>
        <p:spPr>
          <a:xfrm>
            <a:off x="1228030" y="2024988"/>
            <a:ext cx="457200" cy="1230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None/>
            </a:pPr>
            <a:r>
              <a:rPr lang="en" sz="800">
                <a:latin typeface="Public Sans"/>
                <a:ea typeface="Public Sans"/>
                <a:cs typeface="Public Sans"/>
                <a:sym typeface="Public Sans"/>
              </a:rPr>
              <a:t>cream</a:t>
            </a:r>
            <a:endParaRPr sz="800">
              <a:latin typeface="Public Sans"/>
              <a:ea typeface="Public Sans"/>
              <a:cs typeface="Public Sans"/>
              <a:sym typeface="Public Sans"/>
            </a:endParaRPr>
          </a:p>
        </p:txBody>
      </p:sp>
      <p:sp>
        <p:nvSpPr>
          <p:cNvPr id="1178" name="Google Shape;1178;p84"/>
          <p:cNvSpPr txBox="1"/>
          <p:nvPr/>
        </p:nvSpPr>
        <p:spPr>
          <a:xfrm>
            <a:off x="1732330" y="2024988"/>
            <a:ext cx="457200" cy="369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light</a:t>
            </a:r>
            <a:endParaRPr sz="800">
              <a:latin typeface="Public Sans"/>
              <a:ea typeface="Public Sans"/>
              <a:cs typeface="Public Sans"/>
              <a:sym typeface="Public Sans"/>
            </a:endParaRPr>
          </a:p>
          <a:p>
            <a:pPr indent="0" lvl="0" marL="0" rtl="0" algn="ctr">
              <a:spcBef>
                <a:spcPts val="0"/>
              </a:spcBef>
              <a:spcAft>
                <a:spcPts val="0"/>
              </a:spcAft>
              <a:buNone/>
            </a:pPr>
            <a:r>
              <a:rPr lang="en" sz="800">
                <a:latin typeface="Public Sans"/>
                <a:ea typeface="Public Sans"/>
                <a:cs typeface="Public Sans"/>
                <a:sym typeface="Public Sans"/>
              </a:rPr>
              <a:t>gray</a:t>
            </a:r>
            <a:endParaRPr sz="800">
              <a:latin typeface="Public Sans"/>
              <a:ea typeface="Public Sans"/>
              <a:cs typeface="Public Sans"/>
              <a:sym typeface="Public Sans"/>
            </a:endParaRPr>
          </a:p>
          <a:p>
            <a:pPr indent="0" lvl="0" marL="0" rtl="0" algn="ctr">
              <a:lnSpc>
                <a:spcPct val="100000"/>
              </a:lnSpc>
              <a:spcBef>
                <a:spcPts val="0"/>
              </a:spcBef>
              <a:spcAft>
                <a:spcPts val="0"/>
              </a:spcAft>
              <a:buNone/>
            </a:pPr>
            <a:r>
              <a:t/>
            </a:r>
            <a:endParaRPr sz="800">
              <a:latin typeface="Public Sans"/>
              <a:ea typeface="Public Sans"/>
              <a:cs typeface="Public Sans"/>
              <a:sym typeface="Public Sans"/>
            </a:endParaRPr>
          </a:p>
        </p:txBody>
      </p:sp>
      <p:sp>
        <p:nvSpPr>
          <p:cNvPr id="1179" name="Google Shape;1179;p84"/>
          <p:cNvSpPr txBox="1"/>
          <p:nvPr/>
        </p:nvSpPr>
        <p:spPr>
          <a:xfrm>
            <a:off x="2560330" y="2024988"/>
            <a:ext cx="457200" cy="2463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None/>
            </a:pPr>
            <a:r>
              <a:rPr lang="en" sz="800">
                <a:latin typeface="Public Sans"/>
                <a:ea typeface="Public Sans"/>
                <a:cs typeface="Public Sans"/>
                <a:sym typeface="Public Sans"/>
              </a:rPr>
              <a:t>dark</a:t>
            </a:r>
            <a:endParaRPr sz="800">
              <a:latin typeface="Public Sans"/>
              <a:ea typeface="Public Sans"/>
              <a:cs typeface="Public Sans"/>
              <a:sym typeface="Public Sans"/>
            </a:endParaRPr>
          </a:p>
          <a:p>
            <a:pPr indent="0" lvl="0" marL="0" rtl="0" algn="ctr">
              <a:lnSpc>
                <a:spcPct val="100000"/>
              </a:lnSpc>
              <a:spcBef>
                <a:spcPts val="0"/>
              </a:spcBef>
              <a:spcAft>
                <a:spcPts val="0"/>
              </a:spcAft>
              <a:buNone/>
            </a:pPr>
            <a:r>
              <a:rPr lang="en" sz="800">
                <a:latin typeface="Public Sans"/>
                <a:ea typeface="Public Sans"/>
                <a:cs typeface="Public Sans"/>
                <a:sym typeface="Public Sans"/>
              </a:rPr>
              <a:t>baltic</a:t>
            </a:r>
            <a:endParaRPr sz="800">
              <a:latin typeface="Public Sans"/>
              <a:ea typeface="Public Sans"/>
              <a:cs typeface="Public Sans"/>
              <a:sym typeface="Public Sans"/>
            </a:endParaRPr>
          </a:p>
        </p:txBody>
      </p:sp>
      <p:sp>
        <p:nvSpPr>
          <p:cNvPr id="1180" name="Google Shape;1180;p84"/>
          <p:cNvSpPr txBox="1"/>
          <p:nvPr/>
        </p:nvSpPr>
        <p:spPr>
          <a:xfrm>
            <a:off x="2973030" y="2024988"/>
            <a:ext cx="457200" cy="2463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None/>
            </a:pPr>
            <a:r>
              <a:rPr lang="en" sz="800">
                <a:latin typeface="Public Sans"/>
                <a:ea typeface="Public Sans"/>
                <a:cs typeface="Public Sans"/>
                <a:sym typeface="Public Sans"/>
              </a:rPr>
              <a:t>mid</a:t>
            </a:r>
            <a:endParaRPr sz="800">
              <a:latin typeface="Public Sans"/>
              <a:ea typeface="Public Sans"/>
              <a:cs typeface="Public Sans"/>
              <a:sym typeface="Public Sans"/>
            </a:endParaRPr>
          </a:p>
          <a:p>
            <a:pPr indent="0" lvl="0" marL="0" rtl="0" algn="ctr">
              <a:lnSpc>
                <a:spcPct val="100000"/>
              </a:lnSpc>
              <a:spcBef>
                <a:spcPts val="0"/>
              </a:spcBef>
              <a:spcAft>
                <a:spcPts val="0"/>
              </a:spcAft>
              <a:buNone/>
            </a:pPr>
            <a:r>
              <a:rPr lang="en" sz="800">
                <a:latin typeface="Public Sans"/>
                <a:ea typeface="Public Sans"/>
                <a:cs typeface="Public Sans"/>
                <a:sym typeface="Public Sans"/>
              </a:rPr>
              <a:t>baltic</a:t>
            </a:r>
            <a:endParaRPr sz="800">
              <a:latin typeface="Public Sans"/>
              <a:ea typeface="Public Sans"/>
              <a:cs typeface="Public Sans"/>
              <a:sym typeface="Public Sans"/>
            </a:endParaRPr>
          </a:p>
        </p:txBody>
      </p:sp>
      <p:sp>
        <p:nvSpPr>
          <p:cNvPr id="1181" name="Google Shape;1181;p84"/>
          <p:cNvSpPr txBox="1"/>
          <p:nvPr/>
        </p:nvSpPr>
        <p:spPr>
          <a:xfrm>
            <a:off x="3432830" y="2024988"/>
            <a:ext cx="457200" cy="1230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None/>
            </a:pPr>
            <a:r>
              <a:rPr lang="en" sz="800">
                <a:latin typeface="Public Sans"/>
                <a:ea typeface="Public Sans"/>
                <a:cs typeface="Public Sans"/>
                <a:sym typeface="Public Sans"/>
              </a:rPr>
              <a:t>baltic</a:t>
            </a:r>
            <a:endParaRPr sz="800">
              <a:latin typeface="Public Sans"/>
              <a:ea typeface="Public Sans"/>
              <a:cs typeface="Public Sans"/>
              <a:sym typeface="Public Sans"/>
            </a:endParaRPr>
          </a:p>
        </p:txBody>
      </p:sp>
      <p:sp>
        <p:nvSpPr>
          <p:cNvPr id="1182" name="Google Shape;1182;p84"/>
          <p:cNvSpPr txBox="1"/>
          <p:nvPr/>
        </p:nvSpPr>
        <p:spPr>
          <a:xfrm>
            <a:off x="5214755" y="2024988"/>
            <a:ext cx="457200" cy="369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peri-</a:t>
            </a:r>
            <a:endParaRPr sz="800">
              <a:latin typeface="Public Sans"/>
              <a:ea typeface="Public Sans"/>
              <a:cs typeface="Public Sans"/>
              <a:sym typeface="Public Sans"/>
            </a:endParaRPr>
          </a:p>
          <a:p>
            <a:pPr indent="0" lvl="0" marL="0" rtl="0" algn="ctr">
              <a:spcBef>
                <a:spcPts val="0"/>
              </a:spcBef>
              <a:spcAft>
                <a:spcPts val="0"/>
              </a:spcAft>
              <a:buNone/>
            </a:pPr>
            <a:r>
              <a:rPr lang="en" sz="800">
                <a:latin typeface="Public Sans"/>
                <a:ea typeface="Public Sans"/>
                <a:cs typeface="Public Sans"/>
                <a:sym typeface="Public Sans"/>
              </a:rPr>
              <a:t>winkle</a:t>
            </a:r>
            <a:endParaRPr sz="800">
              <a:latin typeface="Public Sans"/>
              <a:ea typeface="Public Sans"/>
              <a:cs typeface="Public Sans"/>
              <a:sym typeface="Public Sans"/>
            </a:endParaRPr>
          </a:p>
          <a:p>
            <a:pPr indent="0" lvl="0" marL="0" rtl="0" algn="l">
              <a:lnSpc>
                <a:spcPct val="100000"/>
              </a:lnSpc>
              <a:spcBef>
                <a:spcPts val="0"/>
              </a:spcBef>
              <a:spcAft>
                <a:spcPts val="0"/>
              </a:spcAft>
              <a:buNone/>
            </a:pPr>
            <a:r>
              <a:t/>
            </a:r>
            <a:endParaRPr sz="800">
              <a:latin typeface="Public Sans"/>
              <a:ea typeface="Public Sans"/>
              <a:cs typeface="Public Sans"/>
              <a:sym typeface="Public Sans"/>
            </a:endParaRPr>
          </a:p>
        </p:txBody>
      </p:sp>
      <p:sp>
        <p:nvSpPr>
          <p:cNvPr id="1183" name="Google Shape;1183;p84"/>
          <p:cNvSpPr txBox="1"/>
          <p:nvPr/>
        </p:nvSpPr>
        <p:spPr>
          <a:xfrm>
            <a:off x="4765130" y="2024988"/>
            <a:ext cx="457200" cy="3693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None/>
            </a:pPr>
            <a:r>
              <a:rPr lang="en" sz="800">
                <a:latin typeface="Public Sans"/>
                <a:ea typeface="Public Sans"/>
                <a:cs typeface="Public Sans"/>
                <a:sym typeface="Public Sans"/>
              </a:rPr>
              <a:t>high-</a:t>
            </a:r>
            <a:endParaRPr sz="800">
              <a:latin typeface="Public Sans"/>
              <a:ea typeface="Public Sans"/>
              <a:cs typeface="Public Sans"/>
              <a:sym typeface="Public Sans"/>
            </a:endParaRPr>
          </a:p>
          <a:p>
            <a:pPr indent="0" lvl="0" marL="0" rtl="0" algn="ctr">
              <a:lnSpc>
                <a:spcPct val="100000"/>
              </a:lnSpc>
              <a:spcBef>
                <a:spcPts val="0"/>
              </a:spcBef>
              <a:spcAft>
                <a:spcPts val="0"/>
              </a:spcAft>
              <a:buNone/>
            </a:pPr>
            <a:r>
              <a:rPr lang="en" sz="800">
                <a:latin typeface="Public Sans"/>
                <a:ea typeface="Public Sans"/>
                <a:cs typeface="Public Sans"/>
                <a:sym typeface="Public Sans"/>
              </a:rPr>
              <a:t>light</a:t>
            </a:r>
            <a:endParaRPr sz="800">
              <a:latin typeface="Public Sans"/>
              <a:ea typeface="Public Sans"/>
              <a:cs typeface="Public Sans"/>
              <a:sym typeface="Public Sans"/>
            </a:endParaRPr>
          </a:p>
          <a:p>
            <a:pPr indent="0" lvl="0" marL="0" rtl="0" algn="ctr">
              <a:lnSpc>
                <a:spcPct val="100000"/>
              </a:lnSpc>
              <a:spcBef>
                <a:spcPts val="0"/>
              </a:spcBef>
              <a:spcAft>
                <a:spcPts val="0"/>
              </a:spcAft>
              <a:buNone/>
            </a:pPr>
            <a:r>
              <a:rPr lang="en" sz="800">
                <a:latin typeface="Public Sans"/>
                <a:ea typeface="Public Sans"/>
                <a:cs typeface="Public Sans"/>
                <a:sym typeface="Public Sans"/>
              </a:rPr>
              <a:t>yellow</a:t>
            </a:r>
            <a:endParaRPr sz="800">
              <a:latin typeface="Public Sans"/>
              <a:ea typeface="Public Sans"/>
              <a:cs typeface="Public Sans"/>
              <a:sym typeface="Public Sans"/>
            </a:endParaRPr>
          </a:p>
        </p:txBody>
      </p:sp>
      <p:sp>
        <p:nvSpPr>
          <p:cNvPr id="1184" name="Google Shape;1184;p84"/>
          <p:cNvSpPr txBox="1"/>
          <p:nvPr/>
        </p:nvSpPr>
        <p:spPr>
          <a:xfrm>
            <a:off x="3869080" y="2024988"/>
            <a:ext cx="457200" cy="2463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None/>
            </a:pPr>
            <a:r>
              <a:rPr lang="en" sz="800">
                <a:latin typeface="Public Sans"/>
                <a:ea typeface="Public Sans"/>
                <a:cs typeface="Public Sans"/>
                <a:sym typeface="Public Sans"/>
              </a:rPr>
              <a:t>light</a:t>
            </a:r>
            <a:endParaRPr sz="800">
              <a:latin typeface="Public Sans"/>
              <a:ea typeface="Public Sans"/>
              <a:cs typeface="Public Sans"/>
              <a:sym typeface="Public Sans"/>
            </a:endParaRPr>
          </a:p>
          <a:p>
            <a:pPr indent="0" lvl="0" marL="0" rtl="0" algn="ctr">
              <a:lnSpc>
                <a:spcPct val="100000"/>
              </a:lnSpc>
              <a:spcBef>
                <a:spcPts val="0"/>
              </a:spcBef>
              <a:spcAft>
                <a:spcPts val="0"/>
              </a:spcAft>
              <a:buNone/>
            </a:pPr>
            <a:r>
              <a:rPr lang="en" sz="800">
                <a:latin typeface="Public Sans"/>
                <a:ea typeface="Public Sans"/>
                <a:cs typeface="Public Sans"/>
                <a:sym typeface="Public Sans"/>
              </a:rPr>
              <a:t>baltic</a:t>
            </a:r>
            <a:endParaRPr sz="800">
              <a:latin typeface="Public Sans"/>
              <a:ea typeface="Public Sans"/>
              <a:cs typeface="Public Sans"/>
              <a:sym typeface="Public Sans"/>
            </a:endParaRPr>
          </a:p>
        </p:txBody>
      </p:sp>
      <p:sp>
        <p:nvSpPr>
          <p:cNvPr id="1185" name="Google Shape;1185;p84"/>
          <p:cNvSpPr/>
          <p:nvPr/>
        </p:nvSpPr>
        <p:spPr>
          <a:xfrm>
            <a:off x="1732315" y="1511225"/>
            <a:ext cx="457200" cy="4572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84"/>
          <p:cNvSpPr/>
          <p:nvPr/>
        </p:nvSpPr>
        <p:spPr>
          <a:xfrm>
            <a:off x="6131220" y="1511225"/>
            <a:ext cx="457200"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84"/>
          <p:cNvSpPr txBox="1"/>
          <p:nvPr/>
        </p:nvSpPr>
        <p:spPr>
          <a:xfrm>
            <a:off x="6142230" y="2024988"/>
            <a:ext cx="457200" cy="2463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None/>
            </a:pPr>
            <a:r>
              <a:rPr lang="en" sz="800">
                <a:latin typeface="Public Sans"/>
                <a:ea typeface="Public Sans"/>
                <a:cs typeface="Public Sans"/>
                <a:sym typeface="Public Sans"/>
              </a:rPr>
              <a:t>mid</a:t>
            </a:r>
            <a:endParaRPr sz="800">
              <a:latin typeface="Public Sans"/>
              <a:ea typeface="Public Sans"/>
              <a:cs typeface="Public Sans"/>
              <a:sym typeface="Public Sans"/>
            </a:endParaRPr>
          </a:p>
          <a:p>
            <a:pPr indent="0" lvl="0" marL="0" rtl="0" algn="ctr">
              <a:lnSpc>
                <a:spcPct val="100000"/>
              </a:lnSpc>
              <a:spcBef>
                <a:spcPts val="0"/>
              </a:spcBef>
              <a:spcAft>
                <a:spcPts val="0"/>
              </a:spcAft>
              <a:buNone/>
            </a:pPr>
            <a:r>
              <a:rPr lang="en" sz="800">
                <a:latin typeface="Public Sans"/>
                <a:ea typeface="Public Sans"/>
                <a:cs typeface="Public Sans"/>
                <a:sym typeface="Public Sans"/>
              </a:rPr>
              <a:t>baltic</a:t>
            </a:r>
            <a:endParaRPr sz="800">
              <a:latin typeface="Public Sans"/>
              <a:ea typeface="Public Sans"/>
              <a:cs typeface="Public Sans"/>
              <a:sym typeface="Public Sans"/>
            </a:endParaRPr>
          </a:p>
        </p:txBody>
      </p:sp>
      <p:sp>
        <p:nvSpPr>
          <p:cNvPr id="1188" name="Google Shape;1188;p84"/>
          <p:cNvSpPr txBox="1"/>
          <p:nvPr/>
        </p:nvSpPr>
        <p:spPr>
          <a:xfrm>
            <a:off x="2798225" y="4177975"/>
            <a:ext cx="5742000" cy="246300"/>
          </a:xfrm>
          <a:prstGeom prst="rect">
            <a:avLst/>
          </a:prstGeom>
          <a:noFill/>
          <a:ln>
            <a:noFill/>
          </a:ln>
        </p:spPr>
        <p:txBody>
          <a:bodyPr anchorCtr="0" anchor="t" bIns="0" lIns="0" spcFirstLastPara="1" rIns="91425" wrap="square" tIns="0">
            <a:spAutoFit/>
          </a:bodyPr>
          <a:lstStyle/>
          <a:p>
            <a:pPr indent="0" lvl="0" marL="0" rtl="0" algn="r">
              <a:lnSpc>
                <a:spcPct val="100000"/>
              </a:lnSpc>
              <a:spcBef>
                <a:spcPts val="0"/>
              </a:spcBef>
              <a:spcAft>
                <a:spcPts val="0"/>
              </a:spcAft>
              <a:buNone/>
            </a:pPr>
            <a:r>
              <a:rPr lang="en" sz="1600">
                <a:solidFill>
                  <a:schemeClr val="dk1"/>
                </a:solidFill>
                <a:latin typeface="Public Sans SemiBold"/>
                <a:ea typeface="Public Sans SemiBold"/>
                <a:cs typeface="Public Sans SemiBold"/>
                <a:sym typeface="Public Sans SemiBold"/>
              </a:rPr>
              <a:t>White </a:t>
            </a:r>
            <a:r>
              <a:rPr lang="en" sz="1600">
                <a:solidFill>
                  <a:schemeClr val="dk1"/>
                </a:solidFill>
                <a:latin typeface="Public Sans Light"/>
                <a:ea typeface="Public Sans Light"/>
                <a:cs typeface="Public Sans Light"/>
                <a:sym typeface="Public Sans Light"/>
              </a:rPr>
              <a:t>must be chosen from the default palette</a:t>
            </a:r>
            <a:endParaRPr sz="1600">
              <a:solidFill>
                <a:schemeClr val="dk1"/>
              </a:solidFill>
              <a:latin typeface="Public Sans Light"/>
              <a:ea typeface="Public Sans Light"/>
              <a:cs typeface="Public Sans Light"/>
              <a:sym typeface="Public Sans Light"/>
            </a:endParaRPr>
          </a:p>
        </p:txBody>
      </p:sp>
      <p:pic>
        <p:nvPicPr>
          <p:cNvPr id="1189" name="Google Shape;1189;p84"/>
          <p:cNvPicPr preferRelativeResize="0"/>
          <p:nvPr/>
        </p:nvPicPr>
        <p:blipFill>
          <a:blip r:embed="rId3">
            <a:alphaModFix/>
          </a:blip>
          <a:stretch>
            <a:fillRect/>
          </a:stretch>
        </p:blipFill>
        <p:spPr>
          <a:xfrm>
            <a:off x="7078974" y="249999"/>
            <a:ext cx="1461250" cy="2122769"/>
          </a:xfrm>
          <a:prstGeom prst="rect">
            <a:avLst/>
          </a:prstGeom>
          <a:noFill/>
          <a:ln>
            <a:noFill/>
          </a:ln>
        </p:spPr>
      </p:pic>
      <p:cxnSp>
        <p:nvCxnSpPr>
          <p:cNvPr id="1190" name="Google Shape;1190;p84"/>
          <p:cNvCxnSpPr>
            <a:stCxn id="1188" idx="3"/>
            <a:endCxn id="1189" idx="3"/>
          </p:cNvCxnSpPr>
          <p:nvPr/>
        </p:nvCxnSpPr>
        <p:spPr>
          <a:xfrm flipH="1" rot="10800000">
            <a:off x="8540225" y="1311325"/>
            <a:ext cx="600" cy="2989800"/>
          </a:xfrm>
          <a:prstGeom prst="bentConnector3">
            <a:avLst>
              <a:gd fmla="val 39687500" name="adj1"/>
            </a:avLst>
          </a:prstGeom>
          <a:noFill/>
          <a:ln cap="flat" cmpd="sng" w="9525">
            <a:solidFill>
              <a:srgbClr val="D43300"/>
            </a:solidFill>
            <a:prstDash val="solid"/>
            <a:round/>
            <a:headEnd len="med" w="med" type="oval"/>
            <a:tailEnd len="med" w="med" type="triangle"/>
          </a:ln>
        </p:spPr>
      </p:cxn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4" name="Shape 1194"/>
        <p:cNvGrpSpPr/>
        <p:nvPr/>
      </p:nvGrpSpPr>
      <p:grpSpPr>
        <a:xfrm>
          <a:off x="0" y="0"/>
          <a:ext cx="0" cy="0"/>
          <a:chOff x="0" y="0"/>
          <a:chExt cx="0" cy="0"/>
        </a:xfrm>
      </p:grpSpPr>
      <p:sp>
        <p:nvSpPr>
          <p:cNvPr id="1195" name="Google Shape;1195;p85"/>
          <p:cNvSpPr txBox="1"/>
          <p:nvPr>
            <p:ph type="ctrTitle"/>
          </p:nvPr>
        </p:nvSpPr>
        <p:spPr>
          <a:xfrm>
            <a:off x="909908" y="1605476"/>
            <a:ext cx="7498200" cy="17460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b="1" lang="en">
                <a:latin typeface="Syne"/>
                <a:ea typeface="Syne"/>
                <a:cs typeface="Syne"/>
                <a:sym typeface="Syne"/>
              </a:rPr>
              <a:t>Metaballogy</a:t>
            </a:r>
            <a:endParaRPr b="1">
              <a:latin typeface="Syne"/>
              <a:ea typeface="Syne"/>
              <a:cs typeface="Syne"/>
              <a:sym typeface="Syne"/>
            </a:endParaRPr>
          </a:p>
        </p:txBody>
      </p:sp>
      <p:sp>
        <p:nvSpPr>
          <p:cNvPr id="1196" name="Google Shape;1196;p85"/>
          <p:cNvSpPr txBox="1"/>
          <p:nvPr>
            <p:ph idx="1" type="subTitle"/>
          </p:nvPr>
        </p:nvSpPr>
        <p:spPr>
          <a:xfrm>
            <a:off x="922717" y="3457429"/>
            <a:ext cx="4206300" cy="883500"/>
          </a:xfrm>
          <a:prstGeom prst="rect">
            <a:avLst/>
          </a:prstGeom>
        </p:spPr>
        <p:txBody>
          <a:bodyPr anchorCtr="0" anchor="t" bIns="0" lIns="0" spcFirstLastPara="1" rIns="0" wrap="square" tIns="0">
            <a:noAutofit/>
          </a:bodyPr>
          <a:lstStyle/>
          <a:p>
            <a:pPr indent="0" lvl="0" marL="0" rtl="0" algn="l">
              <a:spcBef>
                <a:spcPts val="0"/>
              </a:spcBef>
              <a:spcAft>
                <a:spcPts val="1200"/>
              </a:spcAft>
              <a:buNone/>
            </a:pPr>
            <a:r>
              <a:rPr lang="en"/>
              <a:t>Shape the shapes</a:t>
            </a:r>
            <a:endParaRPr/>
          </a:p>
        </p:txBody>
      </p:sp>
      <p:sp>
        <p:nvSpPr>
          <p:cNvPr id="1197" name="Google Shape;1197;p85"/>
          <p:cNvSpPr txBox="1"/>
          <p:nvPr>
            <p:ph idx="12" type="sldNum"/>
          </p:nvPr>
        </p:nvSpPr>
        <p:spPr>
          <a:xfrm>
            <a:off x="360650" y="4880150"/>
            <a:ext cx="3667800" cy="2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Neo4j Inc. All rights reserved 2023	</a:t>
            </a:r>
            <a:endParaRPr/>
          </a:p>
        </p:txBody>
      </p:sp>
      <p:sp>
        <p:nvSpPr>
          <p:cNvPr id="1198" name="Google Shape;1198;p85"/>
          <p:cNvSpPr txBox="1"/>
          <p:nvPr>
            <p:ph idx="2" type="sldNum"/>
          </p:nvPr>
        </p:nvSpPr>
        <p:spPr>
          <a:xfrm>
            <a:off x="0" y="4880150"/>
            <a:ext cx="265200" cy="2697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sp>
        <p:nvSpPr>
          <p:cNvPr id="1203" name="Google Shape;1203;p86"/>
          <p:cNvSpPr txBox="1"/>
          <p:nvPr>
            <p:ph type="title"/>
          </p:nvPr>
        </p:nvSpPr>
        <p:spPr>
          <a:xfrm>
            <a:off x="365750" y="274325"/>
            <a:ext cx="8412600" cy="548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Look at the speaker notes!</a:t>
            </a:r>
            <a:endParaRPr/>
          </a:p>
        </p:txBody>
      </p:sp>
      <p:sp>
        <p:nvSpPr>
          <p:cNvPr id="1204" name="Google Shape;1204;p86"/>
          <p:cNvSpPr/>
          <p:nvPr/>
        </p:nvSpPr>
        <p:spPr>
          <a:xfrm>
            <a:off x="365947" y="1103013"/>
            <a:ext cx="171924" cy="171876"/>
          </a:xfrm>
          <a:custGeom>
            <a:rect b="b" l="l" r="r" t="t"/>
            <a:pathLst>
              <a:path extrusionOk="0" h="3572" w="3573">
                <a:moveTo>
                  <a:pt x="1786" y="0"/>
                </a:moveTo>
                <a:cubicBezTo>
                  <a:pt x="1477" y="0"/>
                  <a:pt x="1179" y="72"/>
                  <a:pt x="893" y="238"/>
                </a:cubicBezTo>
                <a:cubicBezTo>
                  <a:pt x="631" y="381"/>
                  <a:pt x="405" y="607"/>
                  <a:pt x="239" y="893"/>
                </a:cubicBezTo>
                <a:cubicBezTo>
                  <a:pt x="96" y="1155"/>
                  <a:pt x="0" y="1453"/>
                  <a:pt x="0" y="1786"/>
                </a:cubicBezTo>
                <a:cubicBezTo>
                  <a:pt x="0" y="2096"/>
                  <a:pt x="72" y="2393"/>
                  <a:pt x="239" y="2679"/>
                </a:cubicBezTo>
                <a:cubicBezTo>
                  <a:pt x="393" y="2941"/>
                  <a:pt x="608" y="3167"/>
                  <a:pt x="893" y="3334"/>
                </a:cubicBezTo>
                <a:cubicBezTo>
                  <a:pt x="1143" y="3477"/>
                  <a:pt x="1465" y="3572"/>
                  <a:pt x="1786" y="3572"/>
                </a:cubicBezTo>
                <a:cubicBezTo>
                  <a:pt x="2096" y="3572"/>
                  <a:pt x="2394" y="3489"/>
                  <a:pt x="2679" y="3334"/>
                </a:cubicBezTo>
                <a:cubicBezTo>
                  <a:pt x="2953" y="3179"/>
                  <a:pt x="3168" y="2953"/>
                  <a:pt x="3334" y="2679"/>
                </a:cubicBezTo>
                <a:cubicBezTo>
                  <a:pt x="3477" y="2405"/>
                  <a:pt x="3572" y="2107"/>
                  <a:pt x="3572" y="1786"/>
                </a:cubicBezTo>
                <a:cubicBezTo>
                  <a:pt x="3572" y="1465"/>
                  <a:pt x="3501" y="1167"/>
                  <a:pt x="3334" y="893"/>
                </a:cubicBezTo>
                <a:cubicBezTo>
                  <a:pt x="3179" y="619"/>
                  <a:pt x="2965" y="393"/>
                  <a:pt x="2679" y="238"/>
                </a:cubicBezTo>
                <a:cubicBezTo>
                  <a:pt x="2417" y="83"/>
                  <a:pt x="2120" y="0"/>
                  <a:pt x="178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86"/>
          <p:cNvSpPr/>
          <p:nvPr/>
        </p:nvSpPr>
        <p:spPr>
          <a:xfrm>
            <a:off x="1266041" y="1098809"/>
            <a:ext cx="472129" cy="430844"/>
          </a:xfrm>
          <a:custGeom>
            <a:rect b="b" l="l" r="r" t="t"/>
            <a:pathLst>
              <a:path extrusionOk="0" h="8954" w="9812">
                <a:moveTo>
                  <a:pt x="8025" y="0"/>
                </a:moveTo>
                <a:cubicBezTo>
                  <a:pt x="7716" y="0"/>
                  <a:pt x="7418" y="72"/>
                  <a:pt x="7132" y="238"/>
                </a:cubicBezTo>
                <a:cubicBezTo>
                  <a:pt x="6966" y="322"/>
                  <a:pt x="6799" y="465"/>
                  <a:pt x="6680" y="607"/>
                </a:cubicBezTo>
                <a:cubicBezTo>
                  <a:pt x="6137" y="1228"/>
                  <a:pt x="5531" y="1538"/>
                  <a:pt x="4924" y="1538"/>
                </a:cubicBezTo>
                <a:cubicBezTo>
                  <a:pt x="4319" y="1538"/>
                  <a:pt x="3714" y="1231"/>
                  <a:pt x="3168" y="619"/>
                </a:cubicBezTo>
                <a:cubicBezTo>
                  <a:pt x="3037" y="476"/>
                  <a:pt x="2894" y="346"/>
                  <a:pt x="2715" y="250"/>
                </a:cubicBezTo>
                <a:cubicBezTo>
                  <a:pt x="2441" y="107"/>
                  <a:pt x="2144" y="12"/>
                  <a:pt x="1822" y="12"/>
                </a:cubicBezTo>
                <a:cubicBezTo>
                  <a:pt x="1501" y="12"/>
                  <a:pt x="1203" y="84"/>
                  <a:pt x="929" y="250"/>
                </a:cubicBezTo>
                <a:cubicBezTo>
                  <a:pt x="655" y="405"/>
                  <a:pt x="429" y="619"/>
                  <a:pt x="274" y="905"/>
                </a:cubicBezTo>
                <a:cubicBezTo>
                  <a:pt x="120" y="1179"/>
                  <a:pt x="36" y="1477"/>
                  <a:pt x="36" y="1798"/>
                </a:cubicBezTo>
                <a:cubicBezTo>
                  <a:pt x="0" y="2084"/>
                  <a:pt x="84" y="2393"/>
                  <a:pt x="239" y="2679"/>
                </a:cubicBezTo>
                <a:cubicBezTo>
                  <a:pt x="393" y="2941"/>
                  <a:pt x="620" y="3167"/>
                  <a:pt x="893" y="3334"/>
                </a:cubicBezTo>
                <a:cubicBezTo>
                  <a:pt x="1167" y="3477"/>
                  <a:pt x="1465" y="3572"/>
                  <a:pt x="1786" y="3572"/>
                </a:cubicBezTo>
                <a:cubicBezTo>
                  <a:pt x="2108" y="3572"/>
                  <a:pt x="2406" y="3501"/>
                  <a:pt x="2679" y="3334"/>
                </a:cubicBezTo>
                <a:cubicBezTo>
                  <a:pt x="2846" y="3227"/>
                  <a:pt x="3013" y="3108"/>
                  <a:pt x="3144" y="2965"/>
                </a:cubicBezTo>
                <a:cubicBezTo>
                  <a:pt x="3687" y="2350"/>
                  <a:pt x="4304" y="2036"/>
                  <a:pt x="4914" y="2036"/>
                </a:cubicBezTo>
                <a:cubicBezTo>
                  <a:pt x="5119" y="2036"/>
                  <a:pt x="5324" y="2071"/>
                  <a:pt x="5525" y="2143"/>
                </a:cubicBezTo>
                <a:cubicBezTo>
                  <a:pt x="6192" y="2381"/>
                  <a:pt x="6597" y="3048"/>
                  <a:pt x="6466" y="3763"/>
                </a:cubicBezTo>
                <a:cubicBezTo>
                  <a:pt x="6299" y="4596"/>
                  <a:pt x="5644" y="5191"/>
                  <a:pt x="4572" y="5418"/>
                </a:cubicBezTo>
                <a:cubicBezTo>
                  <a:pt x="4382" y="5441"/>
                  <a:pt x="4180" y="5525"/>
                  <a:pt x="4001" y="5620"/>
                </a:cubicBezTo>
                <a:cubicBezTo>
                  <a:pt x="3739" y="5775"/>
                  <a:pt x="3513" y="5989"/>
                  <a:pt x="3358" y="6275"/>
                </a:cubicBezTo>
                <a:cubicBezTo>
                  <a:pt x="3203" y="6549"/>
                  <a:pt x="3108" y="6846"/>
                  <a:pt x="3108" y="7168"/>
                </a:cubicBezTo>
                <a:cubicBezTo>
                  <a:pt x="3108" y="7477"/>
                  <a:pt x="3191" y="7775"/>
                  <a:pt x="3358" y="8061"/>
                </a:cubicBezTo>
                <a:cubicBezTo>
                  <a:pt x="3501" y="8335"/>
                  <a:pt x="3727" y="8549"/>
                  <a:pt x="4001" y="8716"/>
                </a:cubicBezTo>
                <a:cubicBezTo>
                  <a:pt x="4275" y="8870"/>
                  <a:pt x="4572" y="8954"/>
                  <a:pt x="4894" y="8954"/>
                </a:cubicBezTo>
                <a:cubicBezTo>
                  <a:pt x="5215" y="8954"/>
                  <a:pt x="5513" y="8882"/>
                  <a:pt x="5787" y="8716"/>
                </a:cubicBezTo>
                <a:cubicBezTo>
                  <a:pt x="6061" y="8573"/>
                  <a:pt x="6287" y="8347"/>
                  <a:pt x="6442" y="8061"/>
                </a:cubicBezTo>
                <a:cubicBezTo>
                  <a:pt x="6597" y="7799"/>
                  <a:pt x="6680" y="7501"/>
                  <a:pt x="6680" y="7168"/>
                </a:cubicBezTo>
                <a:cubicBezTo>
                  <a:pt x="6680" y="6977"/>
                  <a:pt x="6656" y="6787"/>
                  <a:pt x="6597" y="6584"/>
                </a:cubicBezTo>
                <a:cubicBezTo>
                  <a:pt x="6073" y="5025"/>
                  <a:pt x="6739" y="3870"/>
                  <a:pt x="8371" y="3536"/>
                </a:cubicBezTo>
                <a:cubicBezTo>
                  <a:pt x="8561" y="3489"/>
                  <a:pt x="8740" y="3441"/>
                  <a:pt x="8918" y="3334"/>
                </a:cubicBezTo>
                <a:cubicBezTo>
                  <a:pt x="9180" y="3179"/>
                  <a:pt x="9406" y="2965"/>
                  <a:pt x="9573" y="2679"/>
                </a:cubicBezTo>
                <a:cubicBezTo>
                  <a:pt x="9716" y="2405"/>
                  <a:pt x="9811" y="2108"/>
                  <a:pt x="9811" y="1786"/>
                </a:cubicBezTo>
                <a:cubicBezTo>
                  <a:pt x="9811" y="1477"/>
                  <a:pt x="9740" y="1179"/>
                  <a:pt x="9573" y="893"/>
                </a:cubicBezTo>
                <a:cubicBezTo>
                  <a:pt x="9418" y="619"/>
                  <a:pt x="9204" y="405"/>
                  <a:pt x="8918" y="238"/>
                </a:cubicBezTo>
                <a:cubicBezTo>
                  <a:pt x="8656" y="84"/>
                  <a:pt x="8359" y="0"/>
                  <a:pt x="802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86"/>
          <p:cNvSpPr/>
          <p:nvPr/>
        </p:nvSpPr>
        <p:spPr>
          <a:xfrm>
            <a:off x="365816" y="1621892"/>
            <a:ext cx="471551" cy="171924"/>
          </a:xfrm>
          <a:custGeom>
            <a:rect b="b" l="l" r="r" t="t"/>
            <a:pathLst>
              <a:path extrusionOk="0" h="3573" w="9800">
                <a:moveTo>
                  <a:pt x="1786" y="0"/>
                </a:moveTo>
                <a:cubicBezTo>
                  <a:pt x="1477" y="0"/>
                  <a:pt x="1179" y="84"/>
                  <a:pt x="893" y="239"/>
                </a:cubicBezTo>
                <a:cubicBezTo>
                  <a:pt x="632" y="393"/>
                  <a:pt x="405" y="620"/>
                  <a:pt x="239" y="893"/>
                </a:cubicBezTo>
                <a:cubicBezTo>
                  <a:pt x="96" y="1167"/>
                  <a:pt x="0" y="1465"/>
                  <a:pt x="0" y="1786"/>
                </a:cubicBezTo>
                <a:cubicBezTo>
                  <a:pt x="0" y="2108"/>
                  <a:pt x="84" y="2405"/>
                  <a:pt x="239" y="2679"/>
                </a:cubicBezTo>
                <a:cubicBezTo>
                  <a:pt x="393" y="2953"/>
                  <a:pt x="620" y="3179"/>
                  <a:pt x="893" y="3334"/>
                </a:cubicBezTo>
                <a:cubicBezTo>
                  <a:pt x="1167" y="3489"/>
                  <a:pt x="1465" y="3572"/>
                  <a:pt x="1786" y="3572"/>
                </a:cubicBezTo>
                <a:cubicBezTo>
                  <a:pt x="2108" y="3572"/>
                  <a:pt x="2406" y="3501"/>
                  <a:pt x="2679" y="3334"/>
                </a:cubicBezTo>
                <a:cubicBezTo>
                  <a:pt x="2846" y="3251"/>
                  <a:pt x="3013" y="3108"/>
                  <a:pt x="3132" y="2965"/>
                </a:cubicBezTo>
                <a:cubicBezTo>
                  <a:pt x="3674" y="2346"/>
                  <a:pt x="4281" y="2036"/>
                  <a:pt x="4888" y="2036"/>
                </a:cubicBezTo>
                <a:cubicBezTo>
                  <a:pt x="5495" y="2036"/>
                  <a:pt x="6102" y="2346"/>
                  <a:pt x="6644" y="2965"/>
                </a:cubicBezTo>
                <a:cubicBezTo>
                  <a:pt x="6775" y="3108"/>
                  <a:pt x="6930" y="3251"/>
                  <a:pt x="7109" y="3334"/>
                </a:cubicBezTo>
                <a:cubicBezTo>
                  <a:pt x="7370" y="3489"/>
                  <a:pt x="7668" y="3572"/>
                  <a:pt x="8001" y="3572"/>
                </a:cubicBezTo>
                <a:cubicBezTo>
                  <a:pt x="8311" y="3572"/>
                  <a:pt x="8609" y="3501"/>
                  <a:pt x="8894" y="3334"/>
                </a:cubicBezTo>
                <a:cubicBezTo>
                  <a:pt x="9156" y="3191"/>
                  <a:pt x="9383" y="2965"/>
                  <a:pt x="9549" y="2679"/>
                </a:cubicBezTo>
                <a:cubicBezTo>
                  <a:pt x="9692" y="2417"/>
                  <a:pt x="9787" y="2120"/>
                  <a:pt x="9787" y="1786"/>
                </a:cubicBezTo>
                <a:cubicBezTo>
                  <a:pt x="9799" y="1489"/>
                  <a:pt x="9728" y="1191"/>
                  <a:pt x="9561" y="917"/>
                </a:cubicBezTo>
                <a:cubicBezTo>
                  <a:pt x="9406" y="643"/>
                  <a:pt x="9192" y="417"/>
                  <a:pt x="8906" y="262"/>
                </a:cubicBezTo>
                <a:cubicBezTo>
                  <a:pt x="8644" y="108"/>
                  <a:pt x="8347" y="24"/>
                  <a:pt x="8013" y="24"/>
                </a:cubicBezTo>
                <a:cubicBezTo>
                  <a:pt x="7704" y="24"/>
                  <a:pt x="7406" y="96"/>
                  <a:pt x="7120" y="262"/>
                </a:cubicBezTo>
                <a:cubicBezTo>
                  <a:pt x="6954" y="358"/>
                  <a:pt x="6799" y="477"/>
                  <a:pt x="6656" y="631"/>
                </a:cubicBezTo>
                <a:cubicBezTo>
                  <a:pt x="6114" y="1251"/>
                  <a:pt x="5507" y="1560"/>
                  <a:pt x="4900" y="1560"/>
                </a:cubicBezTo>
                <a:cubicBezTo>
                  <a:pt x="4293" y="1560"/>
                  <a:pt x="3685" y="1251"/>
                  <a:pt x="3144" y="631"/>
                </a:cubicBezTo>
                <a:cubicBezTo>
                  <a:pt x="3013" y="477"/>
                  <a:pt x="2858" y="346"/>
                  <a:pt x="2679" y="239"/>
                </a:cubicBezTo>
                <a:cubicBezTo>
                  <a:pt x="2417" y="96"/>
                  <a:pt x="2120" y="0"/>
                  <a:pt x="178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86"/>
          <p:cNvSpPr/>
          <p:nvPr/>
        </p:nvSpPr>
        <p:spPr>
          <a:xfrm>
            <a:off x="2757394" y="1098809"/>
            <a:ext cx="619898" cy="430844"/>
          </a:xfrm>
          <a:custGeom>
            <a:rect b="b" l="l" r="r" t="t"/>
            <a:pathLst>
              <a:path extrusionOk="0" h="8954" w="12883">
                <a:moveTo>
                  <a:pt x="7990" y="0"/>
                </a:moveTo>
                <a:cubicBezTo>
                  <a:pt x="7680" y="0"/>
                  <a:pt x="7382" y="72"/>
                  <a:pt x="7097" y="238"/>
                </a:cubicBezTo>
                <a:cubicBezTo>
                  <a:pt x="6930" y="322"/>
                  <a:pt x="6787" y="465"/>
                  <a:pt x="6644" y="607"/>
                </a:cubicBezTo>
                <a:cubicBezTo>
                  <a:pt x="6101" y="1228"/>
                  <a:pt x="5495" y="1538"/>
                  <a:pt x="4887" y="1538"/>
                </a:cubicBezTo>
                <a:cubicBezTo>
                  <a:pt x="4281" y="1538"/>
                  <a:pt x="3672" y="1231"/>
                  <a:pt x="3120" y="619"/>
                </a:cubicBezTo>
                <a:cubicBezTo>
                  <a:pt x="2989" y="476"/>
                  <a:pt x="2834" y="357"/>
                  <a:pt x="2656" y="250"/>
                </a:cubicBezTo>
                <a:cubicBezTo>
                  <a:pt x="2394" y="107"/>
                  <a:pt x="2096" y="12"/>
                  <a:pt x="1763" y="12"/>
                </a:cubicBezTo>
                <a:cubicBezTo>
                  <a:pt x="1453" y="12"/>
                  <a:pt x="1155" y="84"/>
                  <a:pt x="870" y="250"/>
                </a:cubicBezTo>
                <a:cubicBezTo>
                  <a:pt x="631" y="369"/>
                  <a:pt x="393" y="596"/>
                  <a:pt x="239" y="881"/>
                </a:cubicBezTo>
                <a:cubicBezTo>
                  <a:pt x="84" y="1143"/>
                  <a:pt x="0" y="1441"/>
                  <a:pt x="0" y="1774"/>
                </a:cubicBezTo>
                <a:cubicBezTo>
                  <a:pt x="0" y="2084"/>
                  <a:pt x="72" y="2381"/>
                  <a:pt x="239" y="2667"/>
                </a:cubicBezTo>
                <a:cubicBezTo>
                  <a:pt x="381" y="2929"/>
                  <a:pt x="608" y="3155"/>
                  <a:pt x="893" y="3310"/>
                </a:cubicBezTo>
                <a:cubicBezTo>
                  <a:pt x="1155" y="3465"/>
                  <a:pt x="1453" y="3560"/>
                  <a:pt x="1786" y="3560"/>
                </a:cubicBezTo>
                <a:cubicBezTo>
                  <a:pt x="2096" y="3560"/>
                  <a:pt x="2394" y="3477"/>
                  <a:pt x="2679" y="3310"/>
                </a:cubicBezTo>
                <a:cubicBezTo>
                  <a:pt x="2834" y="3215"/>
                  <a:pt x="3001" y="3096"/>
                  <a:pt x="3132" y="2941"/>
                </a:cubicBezTo>
                <a:cubicBezTo>
                  <a:pt x="3679" y="2322"/>
                  <a:pt x="4287" y="2012"/>
                  <a:pt x="4892" y="2012"/>
                </a:cubicBezTo>
                <a:cubicBezTo>
                  <a:pt x="5498" y="2012"/>
                  <a:pt x="6102" y="2322"/>
                  <a:pt x="6644" y="2941"/>
                </a:cubicBezTo>
                <a:cubicBezTo>
                  <a:pt x="6787" y="3096"/>
                  <a:pt x="6930" y="3227"/>
                  <a:pt x="7108" y="3334"/>
                </a:cubicBezTo>
                <a:cubicBezTo>
                  <a:pt x="7275" y="3441"/>
                  <a:pt x="7466" y="3501"/>
                  <a:pt x="7656" y="3536"/>
                </a:cubicBezTo>
                <a:cubicBezTo>
                  <a:pt x="9264" y="3870"/>
                  <a:pt x="9942" y="5025"/>
                  <a:pt x="9418" y="6572"/>
                </a:cubicBezTo>
                <a:cubicBezTo>
                  <a:pt x="9359" y="6751"/>
                  <a:pt x="9311" y="6965"/>
                  <a:pt x="9311" y="7168"/>
                </a:cubicBezTo>
                <a:cubicBezTo>
                  <a:pt x="9311" y="7477"/>
                  <a:pt x="9383" y="7775"/>
                  <a:pt x="9549" y="8061"/>
                </a:cubicBezTo>
                <a:cubicBezTo>
                  <a:pt x="9704" y="8335"/>
                  <a:pt x="9918" y="8549"/>
                  <a:pt x="10204" y="8716"/>
                </a:cubicBezTo>
                <a:cubicBezTo>
                  <a:pt x="10478" y="8870"/>
                  <a:pt x="10776" y="8954"/>
                  <a:pt x="11097" y="8954"/>
                </a:cubicBezTo>
                <a:cubicBezTo>
                  <a:pt x="11407" y="8954"/>
                  <a:pt x="11704" y="8882"/>
                  <a:pt x="11990" y="8716"/>
                </a:cubicBezTo>
                <a:cubicBezTo>
                  <a:pt x="12264" y="8573"/>
                  <a:pt x="12478" y="8347"/>
                  <a:pt x="12645" y="8061"/>
                </a:cubicBezTo>
                <a:cubicBezTo>
                  <a:pt x="12800" y="7799"/>
                  <a:pt x="12883" y="7501"/>
                  <a:pt x="12883" y="7168"/>
                </a:cubicBezTo>
                <a:cubicBezTo>
                  <a:pt x="12883" y="6858"/>
                  <a:pt x="12812" y="6561"/>
                  <a:pt x="12645" y="6275"/>
                </a:cubicBezTo>
                <a:cubicBezTo>
                  <a:pt x="12502" y="6013"/>
                  <a:pt x="12276" y="5787"/>
                  <a:pt x="11990" y="5620"/>
                </a:cubicBezTo>
                <a:cubicBezTo>
                  <a:pt x="11823" y="5525"/>
                  <a:pt x="11633" y="5453"/>
                  <a:pt x="11442" y="5418"/>
                </a:cubicBezTo>
                <a:cubicBezTo>
                  <a:pt x="9835" y="5084"/>
                  <a:pt x="9144" y="3929"/>
                  <a:pt x="9668" y="2370"/>
                </a:cubicBezTo>
                <a:cubicBezTo>
                  <a:pt x="9728" y="2191"/>
                  <a:pt x="9775" y="1977"/>
                  <a:pt x="9775" y="1786"/>
                </a:cubicBezTo>
                <a:cubicBezTo>
                  <a:pt x="9775" y="1477"/>
                  <a:pt x="9704" y="1179"/>
                  <a:pt x="9537" y="893"/>
                </a:cubicBezTo>
                <a:cubicBezTo>
                  <a:pt x="9383" y="619"/>
                  <a:pt x="9168" y="405"/>
                  <a:pt x="8883" y="238"/>
                </a:cubicBezTo>
                <a:cubicBezTo>
                  <a:pt x="8609" y="84"/>
                  <a:pt x="8311" y="0"/>
                  <a:pt x="799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86"/>
          <p:cNvSpPr/>
          <p:nvPr/>
        </p:nvSpPr>
        <p:spPr>
          <a:xfrm>
            <a:off x="2625136" y="2920733"/>
            <a:ext cx="621630" cy="691545"/>
          </a:xfrm>
          <a:custGeom>
            <a:rect b="b" l="l" r="r" t="t"/>
            <a:pathLst>
              <a:path extrusionOk="0" h="14372" w="12919">
                <a:moveTo>
                  <a:pt x="8025" y="1"/>
                </a:moveTo>
                <a:cubicBezTo>
                  <a:pt x="7704" y="1"/>
                  <a:pt x="7406" y="84"/>
                  <a:pt x="7132" y="239"/>
                </a:cubicBezTo>
                <a:cubicBezTo>
                  <a:pt x="6966" y="334"/>
                  <a:pt x="6811" y="465"/>
                  <a:pt x="6680" y="620"/>
                </a:cubicBezTo>
                <a:cubicBezTo>
                  <a:pt x="6137" y="1234"/>
                  <a:pt x="5528" y="1541"/>
                  <a:pt x="4918" y="1541"/>
                </a:cubicBezTo>
                <a:cubicBezTo>
                  <a:pt x="4310" y="1541"/>
                  <a:pt x="3702" y="1237"/>
                  <a:pt x="3156" y="632"/>
                </a:cubicBezTo>
                <a:cubicBezTo>
                  <a:pt x="3025" y="477"/>
                  <a:pt x="2870" y="358"/>
                  <a:pt x="2691" y="263"/>
                </a:cubicBezTo>
                <a:cubicBezTo>
                  <a:pt x="2429" y="108"/>
                  <a:pt x="2132" y="24"/>
                  <a:pt x="1798" y="24"/>
                </a:cubicBezTo>
                <a:cubicBezTo>
                  <a:pt x="1489" y="24"/>
                  <a:pt x="1191" y="96"/>
                  <a:pt x="905" y="263"/>
                </a:cubicBezTo>
                <a:cubicBezTo>
                  <a:pt x="643" y="405"/>
                  <a:pt x="417" y="632"/>
                  <a:pt x="250" y="917"/>
                </a:cubicBezTo>
                <a:cubicBezTo>
                  <a:pt x="108" y="1179"/>
                  <a:pt x="12" y="1477"/>
                  <a:pt x="12" y="1810"/>
                </a:cubicBezTo>
                <a:cubicBezTo>
                  <a:pt x="12" y="2120"/>
                  <a:pt x="84" y="2418"/>
                  <a:pt x="250" y="2703"/>
                </a:cubicBezTo>
                <a:cubicBezTo>
                  <a:pt x="405" y="2965"/>
                  <a:pt x="619" y="3191"/>
                  <a:pt x="905" y="3358"/>
                </a:cubicBezTo>
                <a:cubicBezTo>
                  <a:pt x="1179" y="3501"/>
                  <a:pt x="1477" y="3596"/>
                  <a:pt x="1798" y="3596"/>
                </a:cubicBezTo>
                <a:cubicBezTo>
                  <a:pt x="2108" y="3596"/>
                  <a:pt x="2405" y="3513"/>
                  <a:pt x="2691" y="3358"/>
                </a:cubicBezTo>
                <a:cubicBezTo>
                  <a:pt x="2858" y="3251"/>
                  <a:pt x="3025" y="3132"/>
                  <a:pt x="3156" y="2977"/>
                </a:cubicBezTo>
                <a:cubicBezTo>
                  <a:pt x="3697" y="2364"/>
                  <a:pt x="4304" y="2057"/>
                  <a:pt x="4912" y="2057"/>
                </a:cubicBezTo>
                <a:cubicBezTo>
                  <a:pt x="5519" y="2057"/>
                  <a:pt x="6126" y="2364"/>
                  <a:pt x="6668" y="2977"/>
                </a:cubicBezTo>
                <a:cubicBezTo>
                  <a:pt x="6799" y="3132"/>
                  <a:pt x="6954" y="3263"/>
                  <a:pt x="7132" y="3370"/>
                </a:cubicBezTo>
                <a:cubicBezTo>
                  <a:pt x="7287" y="3477"/>
                  <a:pt x="7489" y="3537"/>
                  <a:pt x="7680" y="3572"/>
                </a:cubicBezTo>
                <a:cubicBezTo>
                  <a:pt x="9287" y="3906"/>
                  <a:pt x="9954" y="5061"/>
                  <a:pt x="9430" y="6609"/>
                </a:cubicBezTo>
                <a:cubicBezTo>
                  <a:pt x="9371" y="6787"/>
                  <a:pt x="9335" y="7001"/>
                  <a:pt x="9335" y="7204"/>
                </a:cubicBezTo>
                <a:cubicBezTo>
                  <a:pt x="9335" y="7406"/>
                  <a:pt x="9359" y="7597"/>
                  <a:pt x="9430" y="7787"/>
                </a:cubicBezTo>
                <a:cubicBezTo>
                  <a:pt x="9954" y="9347"/>
                  <a:pt x="9287" y="10502"/>
                  <a:pt x="7680" y="10835"/>
                </a:cubicBezTo>
                <a:cubicBezTo>
                  <a:pt x="7489" y="10871"/>
                  <a:pt x="7287" y="10942"/>
                  <a:pt x="7108" y="11050"/>
                </a:cubicBezTo>
                <a:cubicBezTo>
                  <a:pt x="6954" y="11157"/>
                  <a:pt x="6787" y="11276"/>
                  <a:pt x="6656" y="11419"/>
                </a:cubicBezTo>
                <a:cubicBezTo>
                  <a:pt x="6108" y="12038"/>
                  <a:pt x="5501" y="12347"/>
                  <a:pt x="4895" y="12347"/>
                </a:cubicBezTo>
                <a:cubicBezTo>
                  <a:pt x="4290" y="12347"/>
                  <a:pt x="3685" y="12038"/>
                  <a:pt x="3144" y="11419"/>
                </a:cubicBezTo>
                <a:cubicBezTo>
                  <a:pt x="3001" y="11276"/>
                  <a:pt x="2858" y="11133"/>
                  <a:pt x="2679" y="11038"/>
                </a:cubicBezTo>
                <a:cubicBezTo>
                  <a:pt x="2405" y="10883"/>
                  <a:pt x="2108" y="10800"/>
                  <a:pt x="1786" y="10800"/>
                </a:cubicBezTo>
                <a:cubicBezTo>
                  <a:pt x="1477" y="10800"/>
                  <a:pt x="1179" y="10871"/>
                  <a:pt x="893" y="11038"/>
                </a:cubicBezTo>
                <a:cubicBezTo>
                  <a:pt x="619" y="11181"/>
                  <a:pt x="405" y="11407"/>
                  <a:pt x="238" y="11693"/>
                </a:cubicBezTo>
                <a:cubicBezTo>
                  <a:pt x="84" y="11954"/>
                  <a:pt x="0" y="12252"/>
                  <a:pt x="0" y="12585"/>
                </a:cubicBezTo>
                <a:cubicBezTo>
                  <a:pt x="0" y="12895"/>
                  <a:pt x="72" y="13193"/>
                  <a:pt x="238" y="13478"/>
                </a:cubicBezTo>
                <a:cubicBezTo>
                  <a:pt x="381" y="13740"/>
                  <a:pt x="608" y="13967"/>
                  <a:pt x="893" y="14133"/>
                </a:cubicBezTo>
                <a:cubicBezTo>
                  <a:pt x="1155" y="14276"/>
                  <a:pt x="1453" y="14371"/>
                  <a:pt x="1786" y="14371"/>
                </a:cubicBezTo>
                <a:cubicBezTo>
                  <a:pt x="2096" y="14371"/>
                  <a:pt x="2394" y="14288"/>
                  <a:pt x="2679" y="14133"/>
                </a:cubicBezTo>
                <a:cubicBezTo>
                  <a:pt x="2846" y="14038"/>
                  <a:pt x="3001" y="13907"/>
                  <a:pt x="3120" y="13752"/>
                </a:cubicBezTo>
                <a:cubicBezTo>
                  <a:pt x="3667" y="13139"/>
                  <a:pt x="4275" y="12833"/>
                  <a:pt x="4880" y="12833"/>
                </a:cubicBezTo>
                <a:cubicBezTo>
                  <a:pt x="5486" y="12833"/>
                  <a:pt x="6090" y="13139"/>
                  <a:pt x="6632" y="13752"/>
                </a:cubicBezTo>
                <a:cubicBezTo>
                  <a:pt x="6775" y="13907"/>
                  <a:pt x="6918" y="14038"/>
                  <a:pt x="7096" y="14133"/>
                </a:cubicBezTo>
                <a:cubicBezTo>
                  <a:pt x="7370" y="14276"/>
                  <a:pt x="7668" y="14371"/>
                  <a:pt x="7989" y="14371"/>
                </a:cubicBezTo>
                <a:cubicBezTo>
                  <a:pt x="8299" y="14371"/>
                  <a:pt x="8597" y="14288"/>
                  <a:pt x="8882" y="14133"/>
                </a:cubicBezTo>
                <a:cubicBezTo>
                  <a:pt x="9156" y="13979"/>
                  <a:pt x="9371" y="13752"/>
                  <a:pt x="9537" y="13478"/>
                </a:cubicBezTo>
                <a:cubicBezTo>
                  <a:pt x="9692" y="13205"/>
                  <a:pt x="9775" y="12907"/>
                  <a:pt x="9775" y="12585"/>
                </a:cubicBezTo>
                <a:cubicBezTo>
                  <a:pt x="9775" y="12383"/>
                  <a:pt x="9752" y="12193"/>
                  <a:pt x="9692" y="12002"/>
                </a:cubicBezTo>
                <a:cubicBezTo>
                  <a:pt x="9168" y="10442"/>
                  <a:pt x="9835" y="9276"/>
                  <a:pt x="11442" y="8954"/>
                </a:cubicBezTo>
                <a:cubicBezTo>
                  <a:pt x="11633" y="8918"/>
                  <a:pt x="11811" y="8847"/>
                  <a:pt x="11990" y="8740"/>
                </a:cubicBezTo>
                <a:cubicBezTo>
                  <a:pt x="12264" y="8597"/>
                  <a:pt x="12490" y="8371"/>
                  <a:pt x="12645" y="8085"/>
                </a:cubicBezTo>
                <a:cubicBezTo>
                  <a:pt x="12800" y="7823"/>
                  <a:pt x="12883" y="7525"/>
                  <a:pt x="12883" y="7192"/>
                </a:cubicBezTo>
                <a:cubicBezTo>
                  <a:pt x="12919" y="6882"/>
                  <a:pt x="12847" y="6573"/>
                  <a:pt x="12681" y="6287"/>
                </a:cubicBezTo>
                <a:cubicBezTo>
                  <a:pt x="12526" y="6013"/>
                  <a:pt x="12311" y="5799"/>
                  <a:pt x="12026" y="5632"/>
                </a:cubicBezTo>
                <a:cubicBezTo>
                  <a:pt x="11859" y="5537"/>
                  <a:pt x="11668" y="5466"/>
                  <a:pt x="11478" y="5418"/>
                </a:cubicBezTo>
                <a:cubicBezTo>
                  <a:pt x="9871" y="5096"/>
                  <a:pt x="9180" y="3930"/>
                  <a:pt x="9704" y="2370"/>
                </a:cubicBezTo>
                <a:cubicBezTo>
                  <a:pt x="9763" y="2191"/>
                  <a:pt x="9811" y="1989"/>
                  <a:pt x="9811" y="1787"/>
                </a:cubicBezTo>
                <a:cubicBezTo>
                  <a:pt x="9811" y="1477"/>
                  <a:pt x="9728" y="1179"/>
                  <a:pt x="9573" y="894"/>
                </a:cubicBezTo>
                <a:cubicBezTo>
                  <a:pt x="9418" y="632"/>
                  <a:pt x="9192" y="405"/>
                  <a:pt x="8918" y="239"/>
                </a:cubicBezTo>
                <a:cubicBezTo>
                  <a:pt x="8644" y="96"/>
                  <a:pt x="8347" y="1"/>
                  <a:pt x="802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86"/>
          <p:cNvSpPr/>
          <p:nvPr/>
        </p:nvSpPr>
        <p:spPr>
          <a:xfrm>
            <a:off x="518514" y="1881977"/>
            <a:ext cx="770024" cy="171924"/>
          </a:xfrm>
          <a:custGeom>
            <a:rect b="b" l="l" r="r" t="t"/>
            <a:pathLst>
              <a:path extrusionOk="0" h="3573" w="16003">
                <a:moveTo>
                  <a:pt x="1786" y="1"/>
                </a:moveTo>
                <a:cubicBezTo>
                  <a:pt x="1477" y="1"/>
                  <a:pt x="1179" y="72"/>
                  <a:pt x="893" y="239"/>
                </a:cubicBezTo>
                <a:cubicBezTo>
                  <a:pt x="619" y="393"/>
                  <a:pt x="405" y="620"/>
                  <a:pt x="238" y="893"/>
                </a:cubicBezTo>
                <a:cubicBezTo>
                  <a:pt x="84" y="1167"/>
                  <a:pt x="0" y="1465"/>
                  <a:pt x="0" y="1786"/>
                </a:cubicBezTo>
                <a:cubicBezTo>
                  <a:pt x="0" y="2108"/>
                  <a:pt x="72" y="2406"/>
                  <a:pt x="238" y="2679"/>
                </a:cubicBezTo>
                <a:cubicBezTo>
                  <a:pt x="381" y="2953"/>
                  <a:pt x="607" y="3179"/>
                  <a:pt x="893" y="3334"/>
                </a:cubicBezTo>
                <a:cubicBezTo>
                  <a:pt x="1155" y="3489"/>
                  <a:pt x="1453" y="3572"/>
                  <a:pt x="1786" y="3572"/>
                </a:cubicBezTo>
                <a:cubicBezTo>
                  <a:pt x="2096" y="3572"/>
                  <a:pt x="2393" y="3501"/>
                  <a:pt x="2679" y="3334"/>
                </a:cubicBezTo>
                <a:cubicBezTo>
                  <a:pt x="2846" y="3251"/>
                  <a:pt x="3001" y="3108"/>
                  <a:pt x="3120" y="2965"/>
                </a:cubicBezTo>
                <a:cubicBezTo>
                  <a:pt x="3667" y="2346"/>
                  <a:pt x="4275" y="2036"/>
                  <a:pt x="4880" y="2036"/>
                </a:cubicBezTo>
                <a:cubicBezTo>
                  <a:pt x="5486" y="2036"/>
                  <a:pt x="6090" y="2346"/>
                  <a:pt x="6632" y="2965"/>
                </a:cubicBezTo>
                <a:cubicBezTo>
                  <a:pt x="6775" y="3108"/>
                  <a:pt x="6918" y="3251"/>
                  <a:pt x="7096" y="3334"/>
                </a:cubicBezTo>
                <a:cubicBezTo>
                  <a:pt x="7370" y="3489"/>
                  <a:pt x="7668" y="3572"/>
                  <a:pt x="7989" y="3572"/>
                </a:cubicBezTo>
                <a:cubicBezTo>
                  <a:pt x="8311" y="3572"/>
                  <a:pt x="8608" y="3501"/>
                  <a:pt x="8882" y="3334"/>
                </a:cubicBezTo>
                <a:cubicBezTo>
                  <a:pt x="9049" y="3251"/>
                  <a:pt x="9204" y="3108"/>
                  <a:pt x="9335" y="2965"/>
                </a:cubicBezTo>
                <a:cubicBezTo>
                  <a:pt x="9878" y="2345"/>
                  <a:pt x="10487" y="2035"/>
                  <a:pt x="11097" y="2035"/>
                </a:cubicBezTo>
                <a:cubicBezTo>
                  <a:pt x="11704" y="2035"/>
                  <a:pt x="12313" y="2342"/>
                  <a:pt x="12859" y="2953"/>
                </a:cubicBezTo>
                <a:cubicBezTo>
                  <a:pt x="12990" y="3096"/>
                  <a:pt x="13145" y="3227"/>
                  <a:pt x="13323" y="3322"/>
                </a:cubicBezTo>
                <a:cubicBezTo>
                  <a:pt x="13585" y="3465"/>
                  <a:pt x="13883" y="3560"/>
                  <a:pt x="14216" y="3560"/>
                </a:cubicBezTo>
                <a:cubicBezTo>
                  <a:pt x="14526" y="3560"/>
                  <a:pt x="14823" y="3489"/>
                  <a:pt x="15109" y="3322"/>
                </a:cubicBezTo>
                <a:cubicBezTo>
                  <a:pt x="15371" y="3168"/>
                  <a:pt x="15597" y="2953"/>
                  <a:pt x="15764" y="2668"/>
                </a:cubicBezTo>
                <a:cubicBezTo>
                  <a:pt x="15907" y="2394"/>
                  <a:pt x="16002" y="2096"/>
                  <a:pt x="16002" y="1775"/>
                </a:cubicBezTo>
                <a:cubicBezTo>
                  <a:pt x="16002" y="1513"/>
                  <a:pt x="15931" y="1191"/>
                  <a:pt x="15764" y="917"/>
                </a:cubicBezTo>
                <a:cubicBezTo>
                  <a:pt x="15609" y="643"/>
                  <a:pt x="15395" y="417"/>
                  <a:pt x="15109" y="262"/>
                </a:cubicBezTo>
                <a:cubicBezTo>
                  <a:pt x="14835" y="108"/>
                  <a:pt x="14538" y="24"/>
                  <a:pt x="14216" y="24"/>
                </a:cubicBezTo>
                <a:cubicBezTo>
                  <a:pt x="13907" y="24"/>
                  <a:pt x="13609" y="96"/>
                  <a:pt x="13323" y="262"/>
                </a:cubicBezTo>
                <a:cubicBezTo>
                  <a:pt x="13157" y="358"/>
                  <a:pt x="12990" y="477"/>
                  <a:pt x="12859" y="632"/>
                </a:cubicBezTo>
                <a:cubicBezTo>
                  <a:pt x="12317" y="1251"/>
                  <a:pt x="11710" y="1560"/>
                  <a:pt x="11103" y="1560"/>
                </a:cubicBezTo>
                <a:cubicBezTo>
                  <a:pt x="10496" y="1560"/>
                  <a:pt x="9888" y="1251"/>
                  <a:pt x="9347" y="632"/>
                </a:cubicBezTo>
                <a:cubicBezTo>
                  <a:pt x="9228" y="477"/>
                  <a:pt x="9061" y="358"/>
                  <a:pt x="8906" y="262"/>
                </a:cubicBezTo>
                <a:cubicBezTo>
                  <a:pt x="8632" y="108"/>
                  <a:pt x="8335" y="24"/>
                  <a:pt x="8013" y="24"/>
                </a:cubicBezTo>
                <a:cubicBezTo>
                  <a:pt x="7692" y="24"/>
                  <a:pt x="7394" y="96"/>
                  <a:pt x="7120" y="262"/>
                </a:cubicBezTo>
                <a:cubicBezTo>
                  <a:pt x="6953" y="358"/>
                  <a:pt x="6787" y="477"/>
                  <a:pt x="6656" y="632"/>
                </a:cubicBezTo>
                <a:cubicBezTo>
                  <a:pt x="6108" y="1251"/>
                  <a:pt x="5501" y="1560"/>
                  <a:pt x="4895" y="1560"/>
                </a:cubicBezTo>
                <a:cubicBezTo>
                  <a:pt x="4289" y="1560"/>
                  <a:pt x="3685" y="1251"/>
                  <a:pt x="3143" y="632"/>
                </a:cubicBezTo>
                <a:cubicBezTo>
                  <a:pt x="3001" y="477"/>
                  <a:pt x="2858" y="346"/>
                  <a:pt x="2679" y="239"/>
                </a:cubicBezTo>
                <a:cubicBezTo>
                  <a:pt x="2405" y="96"/>
                  <a:pt x="2108" y="1"/>
                  <a:pt x="178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86"/>
          <p:cNvSpPr/>
          <p:nvPr/>
        </p:nvSpPr>
        <p:spPr>
          <a:xfrm>
            <a:off x="5462101" y="1620703"/>
            <a:ext cx="770024" cy="430844"/>
          </a:xfrm>
          <a:custGeom>
            <a:rect b="b" l="l" r="r" t="t"/>
            <a:pathLst>
              <a:path extrusionOk="0" h="8954" w="16003">
                <a:moveTo>
                  <a:pt x="8025" y="1"/>
                </a:moveTo>
                <a:cubicBezTo>
                  <a:pt x="7692" y="1"/>
                  <a:pt x="7394" y="84"/>
                  <a:pt x="7132" y="239"/>
                </a:cubicBezTo>
                <a:cubicBezTo>
                  <a:pt x="6954" y="346"/>
                  <a:pt x="6799" y="477"/>
                  <a:pt x="6668" y="620"/>
                </a:cubicBezTo>
                <a:cubicBezTo>
                  <a:pt x="6126" y="1239"/>
                  <a:pt x="5519" y="1548"/>
                  <a:pt x="4912" y="1548"/>
                </a:cubicBezTo>
                <a:cubicBezTo>
                  <a:pt x="4305" y="1548"/>
                  <a:pt x="3697" y="1239"/>
                  <a:pt x="3156" y="620"/>
                </a:cubicBezTo>
                <a:cubicBezTo>
                  <a:pt x="3025" y="477"/>
                  <a:pt x="2858" y="358"/>
                  <a:pt x="2691" y="251"/>
                </a:cubicBezTo>
                <a:cubicBezTo>
                  <a:pt x="2418" y="84"/>
                  <a:pt x="2120" y="12"/>
                  <a:pt x="1798" y="12"/>
                </a:cubicBezTo>
                <a:cubicBezTo>
                  <a:pt x="1477" y="12"/>
                  <a:pt x="1179" y="108"/>
                  <a:pt x="905" y="251"/>
                </a:cubicBezTo>
                <a:cubicBezTo>
                  <a:pt x="632" y="417"/>
                  <a:pt x="405" y="643"/>
                  <a:pt x="251" y="905"/>
                </a:cubicBezTo>
                <a:cubicBezTo>
                  <a:pt x="96" y="1191"/>
                  <a:pt x="12" y="1489"/>
                  <a:pt x="1" y="1786"/>
                </a:cubicBezTo>
                <a:cubicBezTo>
                  <a:pt x="1" y="2108"/>
                  <a:pt x="96" y="2406"/>
                  <a:pt x="239" y="2679"/>
                </a:cubicBezTo>
                <a:cubicBezTo>
                  <a:pt x="405" y="2953"/>
                  <a:pt x="632" y="3179"/>
                  <a:pt x="894" y="3334"/>
                </a:cubicBezTo>
                <a:cubicBezTo>
                  <a:pt x="1179" y="3489"/>
                  <a:pt x="1477" y="3572"/>
                  <a:pt x="1786" y="3572"/>
                </a:cubicBezTo>
                <a:cubicBezTo>
                  <a:pt x="2120" y="3572"/>
                  <a:pt x="2418" y="3477"/>
                  <a:pt x="2679" y="3334"/>
                </a:cubicBezTo>
                <a:cubicBezTo>
                  <a:pt x="2858" y="3239"/>
                  <a:pt x="3013" y="3108"/>
                  <a:pt x="3144" y="2953"/>
                </a:cubicBezTo>
                <a:cubicBezTo>
                  <a:pt x="3686" y="2340"/>
                  <a:pt x="4293" y="2033"/>
                  <a:pt x="4900" y="2033"/>
                </a:cubicBezTo>
                <a:cubicBezTo>
                  <a:pt x="5507" y="2033"/>
                  <a:pt x="6114" y="2340"/>
                  <a:pt x="6656" y="2953"/>
                </a:cubicBezTo>
                <a:cubicBezTo>
                  <a:pt x="6775" y="3108"/>
                  <a:pt x="6942" y="3239"/>
                  <a:pt x="7097" y="3334"/>
                </a:cubicBezTo>
                <a:cubicBezTo>
                  <a:pt x="7275" y="3430"/>
                  <a:pt x="7454" y="3513"/>
                  <a:pt x="7656" y="3537"/>
                </a:cubicBezTo>
                <a:cubicBezTo>
                  <a:pt x="9264" y="3870"/>
                  <a:pt x="9930" y="5025"/>
                  <a:pt x="9406" y="6585"/>
                </a:cubicBezTo>
                <a:cubicBezTo>
                  <a:pt x="9347" y="6787"/>
                  <a:pt x="9323" y="6978"/>
                  <a:pt x="9323" y="7168"/>
                </a:cubicBezTo>
                <a:cubicBezTo>
                  <a:pt x="9323" y="7501"/>
                  <a:pt x="9406" y="7799"/>
                  <a:pt x="9561" y="8061"/>
                </a:cubicBezTo>
                <a:cubicBezTo>
                  <a:pt x="9716" y="8347"/>
                  <a:pt x="9942" y="8573"/>
                  <a:pt x="10216" y="8716"/>
                </a:cubicBezTo>
                <a:cubicBezTo>
                  <a:pt x="10490" y="8883"/>
                  <a:pt x="10788" y="8954"/>
                  <a:pt x="11109" y="8954"/>
                </a:cubicBezTo>
                <a:cubicBezTo>
                  <a:pt x="11431" y="8954"/>
                  <a:pt x="11728" y="8871"/>
                  <a:pt x="12002" y="8716"/>
                </a:cubicBezTo>
                <a:cubicBezTo>
                  <a:pt x="12276" y="8549"/>
                  <a:pt x="12502" y="8335"/>
                  <a:pt x="12657" y="8061"/>
                </a:cubicBezTo>
                <a:cubicBezTo>
                  <a:pt x="12812" y="7775"/>
                  <a:pt x="12895" y="7478"/>
                  <a:pt x="12895" y="7168"/>
                </a:cubicBezTo>
                <a:cubicBezTo>
                  <a:pt x="12895" y="6966"/>
                  <a:pt x="12859" y="6763"/>
                  <a:pt x="12800" y="6585"/>
                </a:cubicBezTo>
                <a:cubicBezTo>
                  <a:pt x="12276" y="5025"/>
                  <a:pt x="12931" y="3870"/>
                  <a:pt x="14562" y="3537"/>
                </a:cubicBezTo>
                <a:cubicBezTo>
                  <a:pt x="14752" y="3489"/>
                  <a:pt x="14943" y="3441"/>
                  <a:pt x="15110" y="3334"/>
                </a:cubicBezTo>
                <a:cubicBezTo>
                  <a:pt x="15395" y="3168"/>
                  <a:pt x="15610" y="2941"/>
                  <a:pt x="15764" y="2679"/>
                </a:cubicBezTo>
                <a:cubicBezTo>
                  <a:pt x="15931" y="2394"/>
                  <a:pt x="16003" y="2096"/>
                  <a:pt x="16003" y="1786"/>
                </a:cubicBezTo>
                <a:cubicBezTo>
                  <a:pt x="16003" y="1453"/>
                  <a:pt x="15907" y="1155"/>
                  <a:pt x="15764" y="893"/>
                </a:cubicBezTo>
                <a:cubicBezTo>
                  <a:pt x="15598" y="608"/>
                  <a:pt x="15372" y="382"/>
                  <a:pt x="15110" y="239"/>
                </a:cubicBezTo>
                <a:cubicBezTo>
                  <a:pt x="14824" y="72"/>
                  <a:pt x="14526" y="1"/>
                  <a:pt x="14217" y="1"/>
                </a:cubicBezTo>
                <a:cubicBezTo>
                  <a:pt x="13883" y="1"/>
                  <a:pt x="13586" y="84"/>
                  <a:pt x="13324" y="239"/>
                </a:cubicBezTo>
                <a:cubicBezTo>
                  <a:pt x="13038" y="405"/>
                  <a:pt x="12812" y="620"/>
                  <a:pt x="12669" y="893"/>
                </a:cubicBezTo>
                <a:cubicBezTo>
                  <a:pt x="12502" y="1167"/>
                  <a:pt x="12431" y="1465"/>
                  <a:pt x="12431" y="1786"/>
                </a:cubicBezTo>
                <a:cubicBezTo>
                  <a:pt x="12431" y="1989"/>
                  <a:pt x="12478" y="2203"/>
                  <a:pt x="12538" y="2382"/>
                </a:cubicBezTo>
                <a:cubicBezTo>
                  <a:pt x="12895" y="3418"/>
                  <a:pt x="12693" y="4287"/>
                  <a:pt x="12062" y="4834"/>
                </a:cubicBezTo>
                <a:cubicBezTo>
                  <a:pt x="11794" y="5067"/>
                  <a:pt x="11460" y="5183"/>
                  <a:pt x="11127" y="5183"/>
                </a:cubicBezTo>
                <a:cubicBezTo>
                  <a:pt x="10794" y="5183"/>
                  <a:pt x="10460" y="5067"/>
                  <a:pt x="10192" y="4834"/>
                </a:cubicBezTo>
                <a:cubicBezTo>
                  <a:pt x="9561" y="4263"/>
                  <a:pt x="9383" y="3406"/>
                  <a:pt x="9716" y="2358"/>
                </a:cubicBezTo>
                <a:cubicBezTo>
                  <a:pt x="9776" y="2167"/>
                  <a:pt x="9811" y="1977"/>
                  <a:pt x="9811" y="1786"/>
                </a:cubicBezTo>
                <a:cubicBezTo>
                  <a:pt x="9811" y="1453"/>
                  <a:pt x="9716" y="1155"/>
                  <a:pt x="9573" y="893"/>
                </a:cubicBezTo>
                <a:cubicBezTo>
                  <a:pt x="9406" y="608"/>
                  <a:pt x="9180" y="382"/>
                  <a:pt x="8918" y="239"/>
                </a:cubicBezTo>
                <a:cubicBezTo>
                  <a:pt x="8633" y="72"/>
                  <a:pt x="8335" y="1"/>
                  <a:pt x="802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86"/>
          <p:cNvSpPr/>
          <p:nvPr/>
        </p:nvSpPr>
        <p:spPr>
          <a:xfrm>
            <a:off x="361276" y="2661028"/>
            <a:ext cx="770024" cy="431422"/>
          </a:xfrm>
          <a:custGeom>
            <a:rect b="b" l="l" r="r" t="t"/>
            <a:pathLst>
              <a:path extrusionOk="0" h="8966" w="16003">
                <a:moveTo>
                  <a:pt x="7990" y="1"/>
                </a:moveTo>
                <a:cubicBezTo>
                  <a:pt x="7680" y="1"/>
                  <a:pt x="7382" y="72"/>
                  <a:pt x="7097" y="239"/>
                </a:cubicBezTo>
                <a:cubicBezTo>
                  <a:pt x="6942" y="322"/>
                  <a:pt x="6775" y="465"/>
                  <a:pt x="6656" y="608"/>
                </a:cubicBezTo>
                <a:cubicBezTo>
                  <a:pt x="6113" y="1228"/>
                  <a:pt x="5504" y="1538"/>
                  <a:pt x="4896" y="1538"/>
                </a:cubicBezTo>
                <a:cubicBezTo>
                  <a:pt x="4290" y="1538"/>
                  <a:pt x="3684" y="1231"/>
                  <a:pt x="3144" y="620"/>
                </a:cubicBezTo>
                <a:cubicBezTo>
                  <a:pt x="3013" y="477"/>
                  <a:pt x="2858" y="346"/>
                  <a:pt x="2679" y="251"/>
                </a:cubicBezTo>
                <a:cubicBezTo>
                  <a:pt x="2418" y="108"/>
                  <a:pt x="2120" y="12"/>
                  <a:pt x="1787" y="12"/>
                </a:cubicBezTo>
                <a:cubicBezTo>
                  <a:pt x="1477" y="12"/>
                  <a:pt x="1179" y="84"/>
                  <a:pt x="894" y="251"/>
                </a:cubicBezTo>
                <a:cubicBezTo>
                  <a:pt x="632" y="405"/>
                  <a:pt x="405" y="620"/>
                  <a:pt x="239" y="905"/>
                </a:cubicBezTo>
                <a:cubicBezTo>
                  <a:pt x="96" y="1167"/>
                  <a:pt x="1" y="1465"/>
                  <a:pt x="1" y="1798"/>
                </a:cubicBezTo>
                <a:cubicBezTo>
                  <a:pt x="1" y="2108"/>
                  <a:pt x="72" y="2406"/>
                  <a:pt x="239" y="2691"/>
                </a:cubicBezTo>
                <a:cubicBezTo>
                  <a:pt x="393" y="2953"/>
                  <a:pt x="608" y="3179"/>
                  <a:pt x="894" y="3346"/>
                </a:cubicBezTo>
                <a:cubicBezTo>
                  <a:pt x="1167" y="3489"/>
                  <a:pt x="1465" y="3584"/>
                  <a:pt x="1787" y="3584"/>
                </a:cubicBezTo>
                <a:cubicBezTo>
                  <a:pt x="2096" y="3584"/>
                  <a:pt x="2394" y="3513"/>
                  <a:pt x="2679" y="3346"/>
                </a:cubicBezTo>
                <a:cubicBezTo>
                  <a:pt x="2846" y="3239"/>
                  <a:pt x="3013" y="3120"/>
                  <a:pt x="3144" y="2977"/>
                </a:cubicBezTo>
                <a:cubicBezTo>
                  <a:pt x="3687" y="2363"/>
                  <a:pt x="4297" y="2048"/>
                  <a:pt x="4909" y="2048"/>
                </a:cubicBezTo>
                <a:cubicBezTo>
                  <a:pt x="5115" y="2048"/>
                  <a:pt x="5321" y="2084"/>
                  <a:pt x="5525" y="2156"/>
                </a:cubicBezTo>
                <a:cubicBezTo>
                  <a:pt x="6192" y="2394"/>
                  <a:pt x="6597" y="3060"/>
                  <a:pt x="6466" y="3775"/>
                </a:cubicBezTo>
                <a:cubicBezTo>
                  <a:pt x="6299" y="4608"/>
                  <a:pt x="5644" y="5204"/>
                  <a:pt x="4573" y="5430"/>
                </a:cubicBezTo>
                <a:cubicBezTo>
                  <a:pt x="4382" y="5465"/>
                  <a:pt x="4180" y="5537"/>
                  <a:pt x="4001" y="5632"/>
                </a:cubicBezTo>
                <a:cubicBezTo>
                  <a:pt x="3739" y="5787"/>
                  <a:pt x="3513" y="6013"/>
                  <a:pt x="3346" y="6287"/>
                </a:cubicBezTo>
                <a:cubicBezTo>
                  <a:pt x="3203" y="6561"/>
                  <a:pt x="3108" y="6858"/>
                  <a:pt x="3108" y="7180"/>
                </a:cubicBezTo>
                <a:cubicBezTo>
                  <a:pt x="3108" y="7501"/>
                  <a:pt x="3191" y="7799"/>
                  <a:pt x="3346" y="8073"/>
                </a:cubicBezTo>
                <a:cubicBezTo>
                  <a:pt x="3501" y="8347"/>
                  <a:pt x="3727" y="8573"/>
                  <a:pt x="4001" y="8728"/>
                </a:cubicBezTo>
                <a:cubicBezTo>
                  <a:pt x="4275" y="8883"/>
                  <a:pt x="4573" y="8966"/>
                  <a:pt x="4894" y="8966"/>
                </a:cubicBezTo>
                <a:cubicBezTo>
                  <a:pt x="5216" y="8966"/>
                  <a:pt x="5513" y="8894"/>
                  <a:pt x="5787" y="8728"/>
                </a:cubicBezTo>
                <a:cubicBezTo>
                  <a:pt x="6061" y="8585"/>
                  <a:pt x="6287" y="8359"/>
                  <a:pt x="6442" y="8073"/>
                </a:cubicBezTo>
                <a:cubicBezTo>
                  <a:pt x="6597" y="7811"/>
                  <a:pt x="6680" y="7513"/>
                  <a:pt x="6680" y="7180"/>
                </a:cubicBezTo>
                <a:cubicBezTo>
                  <a:pt x="6680" y="6989"/>
                  <a:pt x="6656" y="6799"/>
                  <a:pt x="6585" y="6608"/>
                </a:cubicBezTo>
                <a:cubicBezTo>
                  <a:pt x="6061" y="5037"/>
                  <a:pt x="6728" y="3882"/>
                  <a:pt x="8347" y="3549"/>
                </a:cubicBezTo>
                <a:cubicBezTo>
                  <a:pt x="8549" y="3513"/>
                  <a:pt x="8728" y="3453"/>
                  <a:pt x="8906" y="3346"/>
                </a:cubicBezTo>
                <a:cubicBezTo>
                  <a:pt x="9061" y="3251"/>
                  <a:pt x="9228" y="3120"/>
                  <a:pt x="9347" y="2977"/>
                </a:cubicBezTo>
                <a:cubicBezTo>
                  <a:pt x="9889" y="2358"/>
                  <a:pt x="10496" y="2048"/>
                  <a:pt x="11103" y="2048"/>
                </a:cubicBezTo>
                <a:cubicBezTo>
                  <a:pt x="11710" y="2048"/>
                  <a:pt x="12318" y="2358"/>
                  <a:pt x="12859" y="2977"/>
                </a:cubicBezTo>
                <a:cubicBezTo>
                  <a:pt x="12990" y="3120"/>
                  <a:pt x="13145" y="3239"/>
                  <a:pt x="13324" y="3346"/>
                </a:cubicBezTo>
                <a:cubicBezTo>
                  <a:pt x="13586" y="3489"/>
                  <a:pt x="13883" y="3584"/>
                  <a:pt x="14217" y="3584"/>
                </a:cubicBezTo>
                <a:cubicBezTo>
                  <a:pt x="14526" y="3584"/>
                  <a:pt x="14824" y="3513"/>
                  <a:pt x="15110" y="3346"/>
                </a:cubicBezTo>
                <a:cubicBezTo>
                  <a:pt x="15372" y="3191"/>
                  <a:pt x="15598" y="2977"/>
                  <a:pt x="15764" y="2691"/>
                </a:cubicBezTo>
                <a:cubicBezTo>
                  <a:pt x="15907" y="2429"/>
                  <a:pt x="16003" y="2132"/>
                  <a:pt x="16003" y="1798"/>
                </a:cubicBezTo>
                <a:cubicBezTo>
                  <a:pt x="16003" y="1489"/>
                  <a:pt x="15931" y="1191"/>
                  <a:pt x="15764" y="905"/>
                </a:cubicBezTo>
                <a:cubicBezTo>
                  <a:pt x="15610" y="643"/>
                  <a:pt x="15383" y="417"/>
                  <a:pt x="15110" y="251"/>
                </a:cubicBezTo>
                <a:cubicBezTo>
                  <a:pt x="14836" y="108"/>
                  <a:pt x="14538" y="12"/>
                  <a:pt x="14217" y="12"/>
                </a:cubicBezTo>
                <a:cubicBezTo>
                  <a:pt x="13895" y="12"/>
                  <a:pt x="13598" y="84"/>
                  <a:pt x="13324" y="251"/>
                </a:cubicBezTo>
                <a:cubicBezTo>
                  <a:pt x="13157" y="358"/>
                  <a:pt x="12990" y="477"/>
                  <a:pt x="12859" y="620"/>
                </a:cubicBezTo>
                <a:cubicBezTo>
                  <a:pt x="12318" y="1239"/>
                  <a:pt x="11710" y="1548"/>
                  <a:pt x="11103" y="1548"/>
                </a:cubicBezTo>
                <a:cubicBezTo>
                  <a:pt x="10496" y="1548"/>
                  <a:pt x="9889" y="1239"/>
                  <a:pt x="9347" y="620"/>
                </a:cubicBezTo>
                <a:cubicBezTo>
                  <a:pt x="9216" y="477"/>
                  <a:pt x="9061" y="346"/>
                  <a:pt x="8883" y="239"/>
                </a:cubicBezTo>
                <a:cubicBezTo>
                  <a:pt x="8621" y="84"/>
                  <a:pt x="8323" y="1"/>
                  <a:pt x="799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86"/>
          <p:cNvSpPr/>
          <p:nvPr/>
        </p:nvSpPr>
        <p:spPr>
          <a:xfrm rot="3599888">
            <a:off x="5907317" y="3687441"/>
            <a:ext cx="770598" cy="691542"/>
          </a:xfrm>
          <a:custGeom>
            <a:rect b="b" l="l" r="r" t="t"/>
            <a:pathLst>
              <a:path extrusionOk="0" h="14372" w="16015">
                <a:moveTo>
                  <a:pt x="11121" y="1"/>
                </a:moveTo>
                <a:cubicBezTo>
                  <a:pt x="10812" y="1"/>
                  <a:pt x="10514" y="84"/>
                  <a:pt x="10228" y="239"/>
                </a:cubicBezTo>
                <a:cubicBezTo>
                  <a:pt x="9954" y="394"/>
                  <a:pt x="9740" y="620"/>
                  <a:pt x="9573" y="894"/>
                </a:cubicBezTo>
                <a:cubicBezTo>
                  <a:pt x="9419" y="1167"/>
                  <a:pt x="9335" y="1465"/>
                  <a:pt x="9335" y="1787"/>
                </a:cubicBezTo>
                <a:cubicBezTo>
                  <a:pt x="9335" y="1989"/>
                  <a:pt x="9359" y="2179"/>
                  <a:pt x="9419" y="2370"/>
                </a:cubicBezTo>
                <a:cubicBezTo>
                  <a:pt x="9942" y="3930"/>
                  <a:pt x="9276" y="5096"/>
                  <a:pt x="7656" y="5418"/>
                </a:cubicBezTo>
                <a:cubicBezTo>
                  <a:pt x="7454" y="5466"/>
                  <a:pt x="7275" y="5525"/>
                  <a:pt x="7097" y="5632"/>
                </a:cubicBezTo>
                <a:cubicBezTo>
                  <a:pt x="6942" y="5716"/>
                  <a:pt x="6775" y="5858"/>
                  <a:pt x="6656" y="6001"/>
                </a:cubicBezTo>
                <a:cubicBezTo>
                  <a:pt x="6113" y="6622"/>
                  <a:pt x="5504" y="6932"/>
                  <a:pt x="4896" y="6932"/>
                </a:cubicBezTo>
                <a:cubicBezTo>
                  <a:pt x="4290" y="6932"/>
                  <a:pt x="3684" y="6625"/>
                  <a:pt x="3144" y="6013"/>
                </a:cubicBezTo>
                <a:cubicBezTo>
                  <a:pt x="3013" y="5870"/>
                  <a:pt x="2858" y="5739"/>
                  <a:pt x="2680" y="5644"/>
                </a:cubicBezTo>
                <a:cubicBezTo>
                  <a:pt x="2418" y="5501"/>
                  <a:pt x="2120" y="5406"/>
                  <a:pt x="1787" y="5406"/>
                </a:cubicBezTo>
                <a:cubicBezTo>
                  <a:pt x="1477" y="5406"/>
                  <a:pt x="1179" y="5477"/>
                  <a:pt x="894" y="5644"/>
                </a:cubicBezTo>
                <a:cubicBezTo>
                  <a:pt x="632" y="5799"/>
                  <a:pt x="406" y="6013"/>
                  <a:pt x="239" y="6299"/>
                </a:cubicBezTo>
                <a:cubicBezTo>
                  <a:pt x="96" y="6573"/>
                  <a:pt x="1" y="6870"/>
                  <a:pt x="1" y="7192"/>
                </a:cubicBezTo>
                <a:cubicBezTo>
                  <a:pt x="1" y="7502"/>
                  <a:pt x="72" y="7799"/>
                  <a:pt x="239" y="8085"/>
                </a:cubicBezTo>
                <a:cubicBezTo>
                  <a:pt x="394" y="8359"/>
                  <a:pt x="608" y="8573"/>
                  <a:pt x="894" y="8740"/>
                </a:cubicBezTo>
                <a:cubicBezTo>
                  <a:pt x="1168" y="8895"/>
                  <a:pt x="1465" y="8978"/>
                  <a:pt x="1787" y="8978"/>
                </a:cubicBezTo>
                <a:cubicBezTo>
                  <a:pt x="2096" y="8978"/>
                  <a:pt x="2394" y="8906"/>
                  <a:pt x="2680" y="8740"/>
                </a:cubicBezTo>
                <a:cubicBezTo>
                  <a:pt x="2846" y="8633"/>
                  <a:pt x="3013" y="8514"/>
                  <a:pt x="3144" y="8371"/>
                </a:cubicBezTo>
                <a:cubicBezTo>
                  <a:pt x="3687" y="7756"/>
                  <a:pt x="4297" y="7441"/>
                  <a:pt x="4909" y="7441"/>
                </a:cubicBezTo>
                <a:cubicBezTo>
                  <a:pt x="5115" y="7441"/>
                  <a:pt x="5321" y="7477"/>
                  <a:pt x="5525" y="7549"/>
                </a:cubicBezTo>
                <a:cubicBezTo>
                  <a:pt x="6192" y="7787"/>
                  <a:pt x="6597" y="8454"/>
                  <a:pt x="6466" y="9168"/>
                </a:cubicBezTo>
                <a:cubicBezTo>
                  <a:pt x="6299" y="10002"/>
                  <a:pt x="5644" y="10597"/>
                  <a:pt x="4573" y="10823"/>
                </a:cubicBezTo>
                <a:cubicBezTo>
                  <a:pt x="4382" y="10859"/>
                  <a:pt x="4180" y="10931"/>
                  <a:pt x="4001" y="11038"/>
                </a:cubicBezTo>
                <a:cubicBezTo>
                  <a:pt x="3739" y="11181"/>
                  <a:pt x="3513" y="11407"/>
                  <a:pt x="3346" y="11693"/>
                </a:cubicBezTo>
                <a:cubicBezTo>
                  <a:pt x="3204" y="11954"/>
                  <a:pt x="3108" y="12252"/>
                  <a:pt x="3108" y="12585"/>
                </a:cubicBezTo>
                <a:cubicBezTo>
                  <a:pt x="3108" y="12895"/>
                  <a:pt x="3192" y="13193"/>
                  <a:pt x="3346" y="13478"/>
                </a:cubicBezTo>
                <a:cubicBezTo>
                  <a:pt x="3501" y="13740"/>
                  <a:pt x="3727" y="13967"/>
                  <a:pt x="4001" y="14133"/>
                </a:cubicBezTo>
                <a:cubicBezTo>
                  <a:pt x="4275" y="14276"/>
                  <a:pt x="4573" y="14371"/>
                  <a:pt x="4894" y="14371"/>
                </a:cubicBezTo>
                <a:cubicBezTo>
                  <a:pt x="5216" y="14371"/>
                  <a:pt x="5513" y="14288"/>
                  <a:pt x="5787" y="14133"/>
                </a:cubicBezTo>
                <a:cubicBezTo>
                  <a:pt x="6061" y="13979"/>
                  <a:pt x="6287" y="13752"/>
                  <a:pt x="6442" y="13478"/>
                </a:cubicBezTo>
                <a:cubicBezTo>
                  <a:pt x="6597" y="13205"/>
                  <a:pt x="6680" y="12907"/>
                  <a:pt x="6680" y="12585"/>
                </a:cubicBezTo>
                <a:cubicBezTo>
                  <a:pt x="6680" y="12383"/>
                  <a:pt x="6656" y="12193"/>
                  <a:pt x="6597" y="12002"/>
                </a:cubicBezTo>
                <a:cubicBezTo>
                  <a:pt x="6073" y="10442"/>
                  <a:pt x="6740" y="9276"/>
                  <a:pt x="8371" y="8954"/>
                </a:cubicBezTo>
                <a:cubicBezTo>
                  <a:pt x="8561" y="8906"/>
                  <a:pt x="8740" y="8847"/>
                  <a:pt x="8919" y="8740"/>
                </a:cubicBezTo>
                <a:cubicBezTo>
                  <a:pt x="9085" y="8656"/>
                  <a:pt x="9240" y="8514"/>
                  <a:pt x="9359" y="8371"/>
                </a:cubicBezTo>
                <a:cubicBezTo>
                  <a:pt x="9908" y="7750"/>
                  <a:pt x="10517" y="7440"/>
                  <a:pt x="11124" y="7440"/>
                </a:cubicBezTo>
                <a:cubicBezTo>
                  <a:pt x="11728" y="7440"/>
                  <a:pt x="12331" y="7747"/>
                  <a:pt x="12871" y="8359"/>
                </a:cubicBezTo>
                <a:cubicBezTo>
                  <a:pt x="13014" y="8502"/>
                  <a:pt x="13157" y="8633"/>
                  <a:pt x="13336" y="8728"/>
                </a:cubicBezTo>
                <a:cubicBezTo>
                  <a:pt x="13610" y="8871"/>
                  <a:pt x="13907" y="8966"/>
                  <a:pt x="14229" y="8966"/>
                </a:cubicBezTo>
                <a:cubicBezTo>
                  <a:pt x="14538" y="8966"/>
                  <a:pt x="14836" y="8895"/>
                  <a:pt x="15122" y="8728"/>
                </a:cubicBezTo>
                <a:cubicBezTo>
                  <a:pt x="15396" y="8573"/>
                  <a:pt x="15610" y="8359"/>
                  <a:pt x="15777" y="8073"/>
                </a:cubicBezTo>
                <a:cubicBezTo>
                  <a:pt x="15931" y="7799"/>
                  <a:pt x="16015" y="7502"/>
                  <a:pt x="16015" y="7180"/>
                </a:cubicBezTo>
                <a:cubicBezTo>
                  <a:pt x="16015" y="6870"/>
                  <a:pt x="15943" y="6573"/>
                  <a:pt x="15777" y="6287"/>
                </a:cubicBezTo>
                <a:cubicBezTo>
                  <a:pt x="15634" y="6013"/>
                  <a:pt x="15407" y="5799"/>
                  <a:pt x="15122" y="5632"/>
                </a:cubicBezTo>
                <a:cubicBezTo>
                  <a:pt x="14860" y="5477"/>
                  <a:pt x="14562" y="5394"/>
                  <a:pt x="14229" y="5394"/>
                </a:cubicBezTo>
                <a:cubicBezTo>
                  <a:pt x="13919" y="5394"/>
                  <a:pt x="13621" y="5466"/>
                  <a:pt x="13336" y="5632"/>
                </a:cubicBezTo>
                <a:cubicBezTo>
                  <a:pt x="13169" y="5739"/>
                  <a:pt x="13014" y="5858"/>
                  <a:pt x="12871" y="6001"/>
                </a:cubicBezTo>
                <a:cubicBezTo>
                  <a:pt x="12328" y="6616"/>
                  <a:pt x="11718" y="6931"/>
                  <a:pt x="11107" y="6931"/>
                </a:cubicBezTo>
                <a:cubicBezTo>
                  <a:pt x="10900" y="6931"/>
                  <a:pt x="10694" y="6895"/>
                  <a:pt x="10490" y="6823"/>
                </a:cubicBezTo>
                <a:cubicBezTo>
                  <a:pt x="9823" y="6585"/>
                  <a:pt x="9419" y="5918"/>
                  <a:pt x="9561" y="5204"/>
                </a:cubicBezTo>
                <a:cubicBezTo>
                  <a:pt x="9716" y="4370"/>
                  <a:pt x="10371" y="3775"/>
                  <a:pt x="11443" y="3549"/>
                </a:cubicBezTo>
                <a:cubicBezTo>
                  <a:pt x="11645" y="3513"/>
                  <a:pt x="11836" y="3441"/>
                  <a:pt x="12014" y="3334"/>
                </a:cubicBezTo>
                <a:cubicBezTo>
                  <a:pt x="12276" y="3191"/>
                  <a:pt x="12502" y="2965"/>
                  <a:pt x="12669" y="2679"/>
                </a:cubicBezTo>
                <a:cubicBezTo>
                  <a:pt x="12812" y="2418"/>
                  <a:pt x="12907" y="2120"/>
                  <a:pt x="12907" y="1787"/>
                </a:cubicBezTo>
                <a:cubicBezTo>
                  <a:pt x="12907" y="1477"/>
                  <a:pt x="12836" y="1179"/>
                  <a:pt x="12669" y="894"/>
                </a:cubicBezTo>
                <a:cubicBezTo>
                  <a:pt x="12514" y="632"/>
                  <a:pt x="12300" y="405"/>
                  <a:pt x="12014" y="239"/>
                </a:cubicBezTo>
                <a:cubicBezTo>
                  <a:pt x="11740" y="96"/>
                  <a:pt x="11443" y="1"/>
                  <a:pt x="1112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86"/>
          <p:cNvSpPr/>
          <p:nvPr/>
        </p:nvSpPr>
        <p:spPr>
          <a:xfrm>
            <a:off x="366307" y="2142040"/>
            <a:ext cx="620523" cy="430844"/>
          </a:xfrm>
          <a:custGeom>
            <a:rect b="b" l="l" r="r" t="t"/>
            <a:pathLst>
              <a:path extrusionOk="0" h="8954" w="12896">
                <a:moveTo>
                  <a:pt x="8002" y="1"/>
                </a:moveTo>
                <a:cubicBezTo>
                  <a:pt x="7680" y="1"/>
                  <a:pt x="7383" y="72"/>
                  <a:pt x="7109" y="239"/>
                </a:cubicBezTo>
                <a:cubicBezTo>
                  <a:pt x="6942" y="322"/>
                  <a:pt x="6776" y="465"/>
                  <a:pt x="6656" y="608"/>
                </a:cubicBezTo>
                <a:cubicBezTo>
                  <a:pt x="6113" y="1228"/>
                  <a:pt x="5505" y="1538"/>
                  <a:pt x="4896" y="1538"/>
                </a:cubicBezTo>
                <a:cubicBezTo>
                  <a:pt x="4290" y="1538"/>
                  <a:pt x="3685" y="1231"/>
                  <a:pt x="3144" y="620"/>
                </a:cubicBezTo>
                <a:cubicBezTo>
                  <a:pt x="3013" y="477"/>
                  <a:pt x="2858" y="346"/>
                  <a:pt x="2680" y="251"/>
                </a:cubicBezTo>
                <a:cubicBezTo>
                  <a:pt x="2418" y="108"/>
                  <a:pt x="2120" y="12"/>
                  <a:pt x="1787" y="12"/>
                </a:cubicBezTo>
                <a:cubicBezTo>
                  <a:pt x="1477" y="12"/>
                  <a:pt x="1180" y="84"/>
                  <a:pt x="894" y="251"/>
                </a:cubicBezTo>
                <a:cubicBezTo>
                  <a:pt x="632" y="405"/>
                  <a:pt x="406" y="620"/>
                  <a:pt x="239" y="905"/>
                </a:cubicBezTo>
                <a:cubicBezTo>
                  <a:pt x="96" y="1167"/>
                  <a:pt x="1" y="1465"/>
                  <a:pt x="1" y="1798"/>
                </a:cubicBezTo>
                <a:cubicBezTo>
                  <a:pt x="1" y="2108"/>
                  <a:pt x="84" y="2406"/>
                  <a:pt x="239" y="2691"/>
                </a:cubicBezTo>
                <a:cubicBezTo>
                  <a:pt x="394" y="2953"/>
                  <a:pt x="620" y="3179"/>
                  <a:pt x="894" y="3346"/>
                </a:cubicBezTo>
                <a:cubicBezTo>
                  <a:pt x="1168" y="3489"/>
                  <a:pt x="1465" y="3584"/>
                  <a:pt x="1787" y="3584"/>
                </a:cubicBezTo>
                <a:cubicBezTo>
                  <a:pt x="2108" y="3584"/>
                  <a:pt x="2406" y="3513"/>
                  <a:pt x="2680" y="3346"/>
                </a:cubicBezTo>
                <a:cubicBezTo>
                  <a:pt x="2846" y="3239"/>
                  <a:pt x="3013" y="3120"/>
                  <a:pt x="3144" y="2977"/>
                </a:cubicBezTo>
                <a:cubicBezTo>
                  <a:pt x="3687" y="2363"/>
                  <a:pt x="4304" y="2048"/>
                  <a:pt x="4914" y="2048"/>
                </a:cubicBezTo>
                <a:cubicBezTo>
                  <a:pt x="5120" y="2048"/>
                  <a:pt x="5324" y="2084"/>
                  <a:pt x="5525" y="2156"/>
                </a:cubicBezTo>
                <a:cubicBezTo>
                  <a:pt x="6192" y="2394"/>
                  <a:pt x="6597" y="3060"/>
                  <a:pt x="6466" y="3763"/>
                </a:cubicBezTo>
                <a:cubicBezTo>
                  <a:pt x="6299" y="4596"/>
                  <a:pt x="5644" y="5192"/>
                  <a:pt x="4561" y="5418"/>
                </a:cubicBezTo>
                <a:cubicBezTo>
                  <a:pt x="4370" y="5454"/>
                  <a:pt x="4192" y="5525"/>
                  <a:pt x="4001" y="5620"/>
                </a:cubicBezTo>
                <a:cubicBezTo>
                  <a:pt x="3739" y="5775"/>
                  <a:pt x="3513" y="5989"/>
                  <a:pt x="3358" y="6275"/>
                </a:cubicBezTo>
                <a:cubicBezTo>
                  <a:pt x="3204" y="6549"/>
                  <a:pt x="3108" y="6847"/>
                  <a:pt x="3108" y="7168"/>
                </a:cubicBezTo>
                <a:cubicBezTo>
                  <a:pt x="3108" y="7478"/>
                  <a:pt x="3192" y="7775"/>
                  <a:pt x="3358" y="8061"/>
                </a:cubicBezTo>
                <a:cubicBezTo>
                  <a:pt x="3501" y="8335"/>
                  <a:pt x="3728" y="8549"/>
                  <a:pt x="4001" y="8716"/>
                </a:cubicBezTo>
                <a:cubicBezTo>
                  <a:pt x="4275" y="8871"/>
                  <a:pt x="4573" y="8954"/>
                  <a:pt x="4894" y="8954"/>
                </a:cubicBezTo>
                <a:cubicBezTo>
                  <a:pt x="5216" y="8954"/>
                  <a:pt x="5513" y="8883"/>
                  <a:pt x="5787" y="8716"/>
                </a:cubicBezTo>
                <a:cubicBezTo>
                  <a:pt x="5954" y="8633"/>
                  <a:pt x="6121" y="8490"/>
                  <a:pt x="6240" y="8347"/>
                </a:cubicBezTo>
                <a:cubicBezTo>
                  <a:pt x="6783" y="7726"/>
                  <a:pt x="7392" y="7417"/>
                  <a:pt x="8000" y="7417"/>
                </a:cubicBezTo>
                <a:cubicBezTo>
                  <a:pt x="8606" y="7417"/>
                  <a:pt x="9212" y="7723"/>
                  <a:pt x="9752" y="8335"/>
                </a:cubicBezTo>
                <a:cubicBezTo>
                  <a:pt x="9883" y="8478"/>
                  <a:pt x="10038" y="8609"/>
                  <a:pt x="10216" y="8704"/>
                </a:cubicBezTo>
                <a:cubicBezTo>
                  <a:pt x="10478" y="8847"/>
                  <a:pt x="10776" y="8942"/>
                  <a:pt x="11109" y="8942"/>
                </a:cubicBezTo>
                <a:cubicBezTo>
                  <a:pt x="11419" y="8942"/>
                  <a:pt x="11717" y="8871"/>
                  <a:pt x="12002" y="8704"/>
                </a:cubicBezTo>
                <a:cubicBezTo>
                  <a:pt x="12264" y="8549"/>
                  <a:pt x="12491" y="8335"/>
                  <a:pt x="12657" y="8049"/>
                </a:cubicBezTo>
                <a:cubicBezTo>
                  <a:pt x="12800" y="7775"/>
                  <a:pt x="12895" y="7478"/>
                  <a:pt x="12895" y="7156"/>
                </a:cubicBezTo>
                <a:cubicBezTo>
                  <a:pt x="12895" y="6847"/>
                  <a:pt x="12824" y="6549"/>
                  <a:pt x="12657" y="6263"/>
                </a:cubicBezTo>
                <a:cubicBezTo>
                  <a:pt x="12502" y="5989"/>
                  <a:pt x="12288" y="5775"/>
                  <a:pt x="12002" y="5608"/>
                </a:cubicBezTo>
                <a:cubicBezTo>
                  <a:pt x="11729" y="5454"/>
                  <a:pt x="11431" y="5370"/>
                  <a:pt x="11109" y="5370"/>
                </a:cubicBezTo>
                <a:cubicBezTo>
                  <a:pt x="10800" y="5370"/>
                  <a:pt x="10502" y="5442"/>
                  <a:pt x="10216" y="5608"/>
                </a:cubicBezTo>
                <a:cubicBezTo>
                  <a:pt x="10050" y="5715"/>
                  <a:pt x="9883" y="5835"/>
                  <a:pt x="9752" y="5977"/>
                </a:cubicBezTo>
                <a:cubicBezTo>
                  <a:pt x="9209" y="6592"/>
                  <a:pt x="8592" y="6907"/>
                  <a:pt x="7982" y="6907"/>
                </a:cubicBezTo>
                <a:cubicBezTo>
                  <a:pt x="7777" y="6907"/>
                  <a:pt x="7572" y="6871"/>
                  <a:pt x="7371" y="6799"/>
                </a:cubicBezTo>
                <a:cubicBezTo>
                  <a:pt x="6704" y="6561"/>
                  <a:pt x="6299" y="5894"/>
                  <a:pt x="6430" y="5180"/>
                </a:cubicBezTo>
                <a:cubicBezTo>
                  <a:pt x="6597" y="4346"/>
                  <a:pt x="7240" y="3751"/>
                  <a:pt x="8323" y="3525"/>
                </a:cubicBezTo>
                <a:lnTo>
                  <a:pt x="8335" y="3525"/>
                </a:lnTo>
                <a:cubicBezTo>
                  <a:pt x="8538" y="3477"/>
                  <a:pt x="8716" y="3418"/>
                  <a:pt x="8895" y="3310"/>
                </a:cubicBezTo>
                <a:cubicBezTo>
                  <a:pt x="9157" y="3168"/>
                  <a:pt x="9383" y="2941"/>
                  <a:pt x="9550" y="2656"/>
                </a:cubicBezTo>
                <a:cubicBezTo>
                  <a:pt x="9693" y="2394"/>
                  <a:pt x="9788" y="2096"/>
                  <a:pt x="9788" y="1763"/>
                </a:cubicBezTo>
                <a:cubicBezTo>
                  <a:pt x="9788" y="1453"/>
                  <a:pt x="9704" y="1155"/>
                  <a:pt x="9550" y="870"/>
                </a:cubicBezTo>
                <a:cubicBezTo>
                  <a:pt x="9395" y="608"/>
                  <a:pt x="9169" y="382"/>
                  <a:pt x="8895" y="215"/>
                </a:cubicBezTo>
                <a:cubicBezTo>
                  <a:pt x="8633" y="84"/>
                  <a:pt x="8323" y="1"/>
                  <a:pt x="800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86"/>
          <p:cNvSpPr/>
          <p:nvPr/>
        </p:nvSpPr>
        <p:spPr>
          <a:xfrm>
            <a:off x="4860540" y="1097420"/>
            <a:ext cx="621053" cy="692122"/>
          </a:xfrm>
          <a:custGeom>
            <a:rect b="b" l="l" r="r" t="t"/>
            <a:pathLst>
              <a:path extrusionOk="0" h="14384" w="12907">
                <a:moveTo>
                  <a:pt x="8001" y="0"/>
                </a:moveTo>
                <a:cubicBezTo>
                  <a:pt x="7692" y="0"/>
                  <a:pt x="7394" y="84"/>
                  <a:pt x="7108" y="238"/>
                </a:cubicBezTo>
                <a:cubicBezTo>
                  <a:pt x="6954" y="334"/>
                  <a:pt x="6799" y="465"/>
                  <a:pt x="6668" y="619"/>
                </a:cubicBezTo>
                <a:cubicBezTo>
                  <a:pt x="6125" y="1234"/>
                  <a:pt x="5516" y="1541"/>
                  <a:pt x="4906" y="1541"/>
                </a:cubicBezTo>
                <a:cubicBezTo>
                  <a:pt x="4299" y="1541"/>
                  <a:pt x="3690" y="1237"/>
                  <a:pt x="3144" y="631"/>
                </a:cubicBezTo>
                <a:cubicBezTo>
                  <a:pt x="3001" y="477"/>
                  <a:pt x="2858" y="358"/>
                  <a:pt x="2679" y="262"/>
                </a:cubicBezTo>
                <a:cubicBezTo>
                  <a:pt x="2405" y="107"/>
                  <a:pt x="2108" y="24"/>
                  <a:pt x="1786" y="24"/>
                </a:cubicBezTo>
                <a:cubicBezTo>
                  <a:pt x="1477" y="24"/>
                  <a:pt x="1179" y="96"/>
                  <a:pt x="893" y="262"/>
                </a:cubicBezTo>
                <a:cubicBezTo>
                  <a:pt x="619" y="405"/>
                  <a:pt x="405" y="631"/>
                  <a:pt x="238" y="917"/>
                </a:cubicBezTo>
                <a:cubicBezTo>
                  <a:pt x="84" y="1179"/>
                  <a:pt x="0" y="1477"/>
                  <a:pt x="0" y="1810"/>
                </a:cubicBezTo>
                <a:cubicBezTo>
                  <a:pt x="0" y="2120"/>
                  <a:pt x="72" y="2417"/>
                  <a:pt x="238" y="2703"/>
                </a:cubicBezTo>
                <a:cubicBezTo>
                  <a:pt x="381" y="2965"/>
                  <a:pt x="608" y="3191"/>
                  <a:pt x="893" y="3358"/>
                </a:cubicBezTo>
                <a:cubicBezTo>
                  <a:pt x="1155" y="3501"/>
                  <a:pt x="1453" y="3596"/>
                  <a:pt x="1786" y="3596"/>
                </a:cubicBezTo>
                <a:cubicBezTo>
                  <a:pt x="2096" y="3596"/>
                  <a:pt x="2394" y="3513"/>
                  <a:pt x="2679" y="3358"/>
                </a:cubicBezTo>
                <a:cubicBezTo>
                  <a:pt x="2846" y="3251"/>
                  <a:pt x="3001" y="3132"/>
                  <a:pt x="3144" y="2977"/>
                </a:cubicBezTo>
                <a:cubicBezTo>
                  <a:pt x="3685" y="2364"/>
                  <a:pt x="4290" y="2057"/>
                  <a:pt x="4895" y="2057"/>
                </a:cubicBezTo>
                <a:cubicBezTo>
                  <a:pt x="5501" y="2057"/>
                  <a:pt x="6108" y="2364"/>
                  <a:pt x="6656" y="2977"/>
                </a:cubicBezTo>
                <a:cubicBezTo>
                  <a:pt x="6787" y="3132"/>
                  <a:pt x="6930" y="3263"/>
                  <a:pt x="7108" y="3370"/>
                </a:cubicBezTo>
                <a:cubicBezTo>
                  <a:pt x="7275" y="3477"/>
                  <a:pt x="7466" y="3536"/>
                  <a:pt x="7668" y="3572"/>
                </a:cubicBezTo>
                <a:cubicBezTo>
                  <a:pt x="9275" y="3906"/>
                  <a:pt x="9942" y="5060"/>
                  <a:pt x="9418" y="6608"/>
                </a:cubicBezTo>
                <a:cubicBezTo>
                  <a:pt x="9359" y="6787"/>
                  <a:pt x="9311" y="7001"/>
                  <a:pt x="9311" y="7204"/>
                </a:cubicBezTo>
                <a:cubicBezTo>
                  <a:pt x="9311" y="7406"/>
                  <a:pt x="9347" y="7596"/>
                  <a:pt x="9406" y="7787"/>
                </a:cubicBezTo>
                <a:cubicBezTo>
                  <a:pt x="9930" y="9347"/>
                  <a:pt x="9252" y="10514"/>
                  <a:pt x="7644" y="10835"/>
                </a:cubicBezTo>
                <a:cubicBezTo>
                  <a:pt x="7454" y="10871"/>
                  <a:pt x="7275" y="10942"/>
                  <a:pt x="7096" y="11049"/>
                </a:cubicBezTo>
                <a:cubicBezTo>
                  <a:pt x="6835" y="11192"/>
                  <a:pt x="6608" y="11418"/>
                  <a:pt x="6442" y="11704"/>
                </a:cubicBezTo>
                <a:cubicBezTo>
                  <a:pt x="6299" y="11966"/>
                  <a:pt x="6204" y="12264"/>
                  <a:pt x="6204" y="12597"/>
                </a:cubicBezTo>
                <a:cubicBezTo>
                  <a:pt x="6204" y="12907"/>
                  <a:pt x="6275" y="13204"/>
                  <a:pt x="6442" y="13490"/>
                </a:cubicBezTo>
                <a:cubicBezTo>
                  <a:pt x="6596" y="13752"/>
                  <a:pt x="6811" y="13978"/>
                  <a:pt x="7096" y="14145"/>
                </a:cubicBezTo>
                <a:cubicBezTo>
                  <a:pt x="7370" y="14288"/>
                  <a:pt x="7668" y="14383"/>
                  <a:pt x="7989" y="14383"/>
                </a:cubicBezTo>
                <a:cubicBezTo>
                  <a:pt x="8299" y="14383"/>
                  <a:pt x="8597" y="14312"/>
                  <a:pt x="8882" y="14145"/>
                </a:cubicBezTo>
                <a:cubicBezTo>
                  <a:pt x="9168" y="13966"/>
                  <a:pt x="9406" y="13740"/>
                  <a:pt x="9573" y="13454"/>
                </a:cubicBezTo>
                <a:cubicBezTo>
                  <a:pt x="9716" y="13192"/>
                  <a:pt x="9811" y="12895"/>
                  <a:pt x="9811" y="12561"/>
                </a:cubicBezTo>
                <a:cubicBezTo>
                  <a:pt x="9811" y="12371"/>
                  <a:pt x="9775" y="12180"/>
                  <a:pt x="9704" y="11990"/>
                </a:cubicBezTo>
                <a:cubicBezTo>
                  <a:pt x="9180" y="10418"/>
                  <a:pt x="9847" y="9263"/>
                  <a:pt x="11454" y="8930"/>
                </a:cubicBezTo>
                <a:cubicBezTo>
                  <a:pt x="11657" y="8906"/>
                  <a:pt x="11835" y="8823"/>
                  <a:pt x="12014" y="8728"/>
                </a:cubicBezTo>
                <a:cubicBezTo>
                  <a:pt x="12276" y="8573"/>
                  <a:pt x="12502" y="8358"/>
                  <a:pt x="12669" y="8073"/>
                </a:cubicBezTo>
                <a:cubicBezTo>
                  <a:pt x="12811" y="7799"/>
                  <a:pt x="12907" y="7501"/>
                  <a:pt x="12907" y="7180"/>
                </a:cubicBezTo>
                <a:cubicBezTo>
                  <a:pt x="12907" y="6870"/>
                  <a:pt x="12823" y="6573"/>
                  <a:pt x="12669" y="6287"/>
                </a:cubicBezTo>
                <a:cubicBezTo>
                  <a:pt x="12514" y="6013"/>
                  <a:pt x="12288" y="5799"/>
                  <a:pt x="12014" y="5632"/>
                </a:cubicBezTo>
                <a:cubicBezTo>
                  <a:pt x="11847" y="5525"/>
                  <a:pt x="11657" y="5465"/>
                  <a:pt x="11454" y="5418"/>
                </a:cubicBezTo>
                <a:cubicBezTo>
                  <a:pt x="9847" y="5096"/>
                  <a:pt x="9168" y="3929"/>
                  <a:pt x="9692" y="2370"/>
                </a:cubicBezTo>
                <a:cubicBezTo>
                  <a:pt x="9752" y="2191"/>
                  <a:pt x="9787" y="1989"/>
                  <a:pt x="9787" y="1786"/>
                </a:cubicBezTo>
                <a:cubicBezTo>
                  <a:pt x="9787" y="1477"/>
                  <a:pt x="9716" y="1179"/>
                  <a:pt x="9549" y="893"/>
                </a:cubicBezTo>
                <a:cubicBezTo>
                  <a:pt x="9406" y="631"/>
                  <a:pt x="9180" y="405"/>
                  <a:pt x="8894" y="238"/>
                </a:cubicBezTo>
                <a:cubicBezTo>
                  <a:pt x="8632" y="96"/>
                  <a:pt x="8335" y="0"/>
                  <a:pt x="800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86"/>
          <p:cNvSpPr/>
          <p:nvPr/>
        </p:nvSpPr>
        <p:spPr>
          <a:xfrm>
            <a:off x="510070" y="3440018"/>
            <a:ext cx="619368" cy="431999"/>
          </a:xfrm>
          <a:custGeom>
            <a:rect b="b" l="l" r="r" t="t"/>
            <a:pathLst>
              <a:path extrusionOk="0" h="8978" w="12872">
                <a:moveTo>
                  <a:pt x="7989" y="0"/>
                </a:moveTo>
                <a:cubicBezTo>
                  <a:pt x="7680" y="0"/>
                  <a:pt x="7382" y="72"/>
                  <a:pt x="7097" y="239"/>
                </a:cubicBezTo>
                <a:cubicBezTo>
                  <a:pt x="6942" y="334"/>
                  <a:pt x="6775" y="465"/>
                  <a:pt x="6656" y="608"/>
                </a:cubicBezTo>
                <a:cubicBezTo>
                  <a:pt x="6112" y="1230"/>
                  <a:pt x="5501" y="1539"/>
                  <a:pt x="4891" y="1539"/>
                </a:cubicBezTo>
                <a:cubicBezTo>
                  <a:pt x="4287" y="1539"/>
                  <a:pt x="3683" y="1236"/>
                  <a:pt x="3144" y="631"/>
                </a:cubicBezTo>
                <a:cubicBezTo>
                  <a:pt x="3013" y="477"/>
                  <a:pt x="2858" y="346"/>
                  <a:pt x="2679" y="250"/>
                </a:cubicBezTo>
                <a:cubicBezTo>
                  <a:pt x="2417" y="108"/>
                  <a:pt x="2120" y="12"/>
                  <a:pt x="1786" y="12"/>
                </a:cubicBezTo>
                <a:cubicBezTo>
                  <a:pt x="1477" y="12"/>
                  <a:pt x="1179" y="96"/>
                  <a:pt x="893" y="250"/>
                </a:cubicBezTo>
                <a:cubicBezTo>
                  <a:pt x="631" y="405"/>
                  <a:pt x="405" y="631"/>
                  <a:pt x="239" y="905"/>
                </a:cubicBezTo>
                <a:cubicBezTo>
                  <a:pt x="96" y="1179"/>
                  <a:pt x="0" y="1477"/>
                  <a:pt x="0" y="1798"/>
                </a:cubicBezTo>
                <a:cubicBezTo>
                  <a:pt x="0" y="2120"/>
                  <a:pt x="72" y="2417"/>
                  <a:pt x="239" y="2691"/>
                </a:cubicBezTo>
                <a:cubicBezTo>
                  <a:pt x="393" y="2965"/>
                  <a:pt x="608" y="3191"/>
                  <a:pt x="893" y="3346"/>
                </a:cubicBezTo>
                <a:cubicBezTo>
                  <a:pt x="1167" y="3501"/>
                  <a:pt x="1465" y="3584"/>
                  <a:pt x="1786" y="3584"/>
                </a:cubicBezTo>
                <a:cubicBezTo>
                  <a:pt x="2096" y="3584"/>
                  <a:pt x="2394" y="3513"/>
                  <a:pt x="2679" y="3346"/>
                </a:cubicBezTo>
                <a:cubicBezTo>
                  <a:pt x="2846" y="3251"/>
                  <a:pt x="3013" y="3132"/>
                  <a:pt x="3144" y="2977"/>
                </a:cubicBezTo>
                <a:cubicBezTo>
                  <a:pt x="3688" y="2361"/>
                  <a:pt x="4300" y="2053"/>
                  <a:pt x="4913" y="2053"/>
                </a:cubicBezTo>
                <a:cubicBezTo>
                  <a:pt x="5118" y="2053"/>
                  <a:pt x="5322" y="2087"/>
                  <a:pt x="5525" y="2155"/>
                </a:cubicBezTo>
                <a:cubicBezTo>
                  <a:pt x="6192" y="2394"/>
                  <a:pt x="6596" y="3072"/>
                  <a:pt x="6465" y="3787"/>
                </a:cubicBezTo>
                <a:cubicBezTo>
                  <a:pt x="6299" y="4620"/>
                  <a:pt x="5644" y="5215"/>
                  <a:pt x="4572" y="5430"/>
                </a:cubicBezTo>
                <a:cubicBezTo>
                  <a:pt x="4382" y="5465"/>
                  <a:pt x="4179" y="5537"/>
                  <a:pt x="4001" y="5644"/>
                </a:cubicBezTo>
                <a:cubicBezTo>
                  <a:pt x="3739" y="5787"/>
                  <a:pt x="3513" y="6013"/>
                  <a:pt x="3346" y="6299"/>
                </a:cubicBezTo>
                <a:cubicBezTo>
                  <a:pt x="3203" y="6561"/>
                  <a:pt x="3108" y="6858"/>
                  <a:pt x="3108" y="7192"/>
                </a:cubicBezTo>
                <a:cubicBezTo>
                  <a:pt x="3108" y="7501"/>
                  <a:pt x="3191" y="7799"/>
                  <a:pt x="3346" y="8085"/>
                </a:cubicBezTo>
                <a:cubicBezTo>
                  <a:pt x="3501" y="8347"/>
                  <a:pt x="3727" y="8573"/>
                  <a:pt x="4001" y="8740"/>
                </a:cubicBezTo>
                <a:cubicBezTo>
                  <a:pt x="4275" y="8882"/>
                  <a:pt x="4572" y="8978"/>
                  <a:pt x="4894" y="8978"/>
                </a:cubicBezTo>
                <a:cubicBezTo>
                  <a:pt x="5215" y="8978"/>
                  <a:pt x="5513" y="8906"/>
                  <a:pt x="5787" y="8740"/>
                </a:cubicBezTo>
                <a:cubicBezTo>
                  <a:pt x="6061" y="8585"/>
                  <a:pt x="6287" y="8370"/>
                  <a:pt x="6442" y="8085"/>
                </a:cubicBezTo>
                <a:cubicBezTo>
                  <a:pt x="6596" y="7811"/>
                  <a:pt x="6680" y="7513"/>
                  <a:pt x="6680" y="7192"/>
                </a:cubicBezTo>
                <a:cubicBezTo>
                  <a:pt x="6680" y="7001"/>
                  <a:pt x="6656" y="6799"/>
                  <a:pt x="6596" y="6608"/>
                </a:cubicBezTo>
                <a:cubicBezTo>
                  <a:pt x="6239" y="5573"/>
                  <a:pt x="6430" y="4691"/>
                  <a:pt x="7073" y="4144"/>
                </a:cubicBezTo>
                <a:cubicBezTo>
                  <a:pt x="7341" y="3912"/>
                  <a:pt x="7671" y="3796"/>
                  <a:pt x="8001" y="3796"/>
                </a:cubicBezTo>
                <a:cubicBezTo>
                  <a:pt x="8332" y="3796"/>
                  <a:pt x="8662" y="3912"/>
                  <a:pt x="8930" y="4144"/>
                </a:cubicBezTo>
                <a:cubicBezTo>
                  <a:pt x="9573" y="4691"/>
                  <a:pt x="9764" y="5549"/>
                  <a:pt x="9406" y="6596"/>
                </a:cubicBezTo>
                <a:cubicBezTo>
                  <a:pt x="9347" y="6775"/>
                  <a:pt x="9299" y="6977"/>
                  <a:pt x="9299" y="7192"/>
                </a:cubicBezTo>
                <a:cubicBezTo>
                  <a:pt x="9299" y="7501"/>
                  <a:pt x="9383" y="7799"/>
                  <a:pt x="9537" y="8085"/>
                </a:cubicBezTo>
                <a:cubicBezTo>
                  <a:pt x="9692" y="8347"/>
                  <a:pt x="9918" y="8573"/>
                  <a:pt x="10192" y="8740"/>
                </a:cubicBezTo>
                <a:cubicBezTo>
                  <a:pt x="10466" y="8882"/>
                  <a:pt x="10764" y="8978"/>
                  <a:pt x="11085" y="8978"/>
                </a:cubicBezTo>
                <a:cubicBezTo>
                  <a:pt x="11407" y="8978"/>
                  <a:pt x="11704" y="8906"/>
                  <a:pt x="11978" y="8740"/>
                </a:cubicBezTo>
                <a:cubicBezTo>
                  <a:pt x="12252" y="8585"/>
                  <a:pt x="12478" y="8370"/>
                  <a:pt x="12633" y="8085"/>
                </a:cubicBezTo>
                <a:cubicBezTo>
                  <a:pt x="12788" y="7811"/>
                  <a:pt x="12871" y="7513"/>
                  <a:pt x="12871" y="7192"/>
                </a:cubicBezTo>
                <a:cubicBezTo>
                  <a:pt x="12871" y="6882"/>
                  <a:pt x="12800" y="6561"/>
                  <a:pt x="12633" y="6287"/>
                </a:cubicBezTo>
                <a:cubicBezTo>
                  <a:pt x="12490" y="6013"/>
                  <a:pt x="12264" y="5787"/>
                  <a:pt x="11978" y="5632"/>
                </a:cubicBezTo>
                <a:cubicBezTo>
                  <a:pt x="11823" y="5525"/>
                  <a:pt x="11621" y="5465"/>
                  <a:pt x="11430" y="5418"/>
                </a:cubicBezTo>
                <a:cubicBezTo>
                  <a:pt x="9823" y="5096"/>
                  <a:pt x="9156" y="3929"/>
                  <a:pt x="9680" y="2382"/>
                </a:cubicBezTo>
                <a:cubicBezTo>
                  <a:pt x="9740" y="2203"/>
                  <a:pt x="9775" y="2001"/>
                  <a:pt x="9775" y="1786"/>
                </a:cubicBezTo>
                <a:cubicBezTo>
                  <a:pt x="9775" y="1477"/>
                  <a:pt x="9704" y="1179"/>
                  <a:pt x="9537" y="893"/>
                </a:cubicBezTo>
                <a:cubicBezTo>
                  <a:pt x="9394" y="631"/>
                  <a:pt x="9168" y="405"/>
                  <a:pt x="8882" y="239"/>
                </a:cubicBezTo>
                <a:cubicBezTo>
                  <a:pt x="8621" y="96"/>
                  <a:pt x="8323" y="0"/>
                  <a:pt x="798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86"/>
          <p:cNvSpPr/>
          <p:nvPr/>
        </p:nvSpPr>
        <p:spPr>
          <a:xfrm>
            <a:off x="8006801" y="3440020"/>
            <a:ext cx="770024" cy="431999"/>
          </a:xfrm>
          <a:custGeom>
            <a:rect b="b" l="l" r="r" t="t"/>
            <a:pathLst>
              <a:path extrusionOk="0" h="8978" w="16003">
                <a:moveTo>
                  <a:pt x="8001" y="1"/>
                </a:moveTo>
                <a:cubicBezTo>
                  <a:pt x="7680" y="1"/>
                  <a:pt x="7382" y="84"/>
                  <a:pt x="7108" y="239"/>
                </a:cubicBezTo>
                <a:cubicBezTo>
                  <a:pt x="6942" y="334"/>
                  <a:pt x="6775" y="465"/>
                  <a:pt x="6656" y="620"/>
                </a:cubicBezTo>
                <a:cubicBezTo>
                  <a:pt x="6113" y="1234"/>
                  <a:pt x="5504" y="1541"/>
                  <a:pt x="4895" y="1541"/>
                </a:cubicBezTo>
                <a:cubicBezTo>
                  <a:pt x="4289" y="1541"/>
                  <a:pt x="3684" y="1237"/>
                  <a:pt x="3143" y="632"/>
                </a:cubicBezTo>
                <a:cubicBezTo>
                  <a:pt x="3012" y="477"/>
                  <a:pt x="2858" y="346"/>
                  <a:pt x="2679" y="263"/>
                </a:cubicBezTo>
                <a:cubicBezTo>
                  <a:pt x="2417" y="108"/>
                  <a:pt x="2120" y="24"/>
                  <a:pt x="1786" y="24"/>
                </a:cubicBezTo>
                <a:cubicBezTo>
                  <a:pt x="1477" y="24"/>
                  <a:pt x="1179" y="96"/>
                  <a:pt x="893" y="263"/>
                </a:cubicBezTo>
                <a:cubicBezTo>
                  <a:pt x="631" y="405"/>
                  <a:pt x="405" y="632"/>
                  <a:pt x="238" y="917"/>
                </a:cubicBezTo>
                <a:cubicBezTo>
                  <a:pt x="95" y="1179"/>
                  <a:pt x="0" y="1477"/>
                  <a:pt x="0" y="1810"/>
                </a:cubicBezTo>
                <a:cubicBezTo>
                  <a:pt x="0" y="2120"/>
                  <a:pt x="84" y="2418"/>
                  <a:pt x="238" y="2703"/>
                </a:cubicBezTo>
                <a:cubicBezTo>
                  <a:pt x="393" y="2965"/>
                  <a:pt x="619" y="3191"/>
                  <a:pt x="893" y="3358"/>
                </a:cubicBezTo>
                <a:cubicBezTo>
                  <a:pt x="1167" y="3501"/>
                  <a:pt x="1465" y="3596"/>
                  <a:pt x="1786" y="3596"/>
                </a:cubicBezTo>
                <a:cubicBezTo>
                  <a:pt x="2108" y="3596"/>
                  <a:pt x="2405" y="3513"/>
                  <a:pt x="2679" y="3358"/>
                </a:cubicBezTo>
                <a:cubicBezTo>
                  <a:pt x="2846" y="3251"/>
                  <a:pt x="3012" y="3132"/>
                  <a:pt x="3143" y="2977"/>
                </a:cubicBezTo>
                <a:cubicBezTo>
                  <a:pt x="3686" y="2372"/>
                  <a:pt x="4302" y="2060"/>
                  <a:pt x="4912" y="2060"/>
                </a:cubicBezTo>
                <a:cubicBezTo>
                  <a:pt x="5118" y="2060"/>
                  <a:pt x="5323" y="2095"/>
                  <a:pt x="5525" y="2168"/>
                </a:cubicBezTo>
                <a:cubicBezTo>
                  <a:pt x="6191" y="2406"/>
                  <a:pt x="6596" y="3072"/>
                  <a:pt x="6465" y="3787"/>
                </a:cubicBezTo>
                <a:cubicBezTo>
                  <a:pt x="6299" y="4620"/>
                  <a:pt x="5644" y="5216"/>
                  <a:pt x="4572" y="5442"/>
                </a:cubicBezTo>
                <a:cubicBezTo>
                  <a:pt x="4382" y="5466"/>
                  <a:pt x="4191" y="5537"/>
                  <a:pt x="4013" y="5644"/>
                </a:cubicBezTo>
                <a:cubicBezTo>
                  <a:pt x="3739" y="5799"/>
                  <a:pt x="3513" y="6013"/>
                  <a:pt x="3358" y="6299"/>
                </a:cubicBezTo>
                <a:cubicBezTo>
                  <a:pt x="3203" y="6561"/>
                  <a:pt x="3120" y="6859"/>
                  <a:pt x="3120" y="7192"/>
                </a:cubicBezTo>
                <a:cubicBezTo>
                  <a:pt x="3120" y="7502"/>
                  <a:pt x="3191" y="7799"/>
                  <a:pt x="3358" y="8085"/>
                </a:cubicBezTo>
                <a:cubicBezTo>
                  <a:pt x="3501" y="8347"/>
                  <a:pt x="3727" y="8573"/>
                  <a:pt x="4013" y="8740"/>
                </a:cubicBezTo>
                <a:cubicBezTo>
                  <a:pt x="4275" y="8883"/>
                  <a:pt x="4572" y="8978"/>
                  <a:pt x="4906" y="8978"/>
                </a:cubicBezTo>
                <a:cubicBezTo>
                  <a:pt x="5215" y="8978"/>
                  <a:pt x="5513" y="8906"/>
                  <a:pt x="5799" y="8740"/>
                </a:cubicBezTo>
                <a:cubicBezTo>
                  <a:pt x="6060" y="8585"/>
                  <a:pt x="6287" y="8371"/>
                  <a:pt x="6453" y="8085"/>
                </a:cubicBezTo>
                <a:cubicBezTo>
                  <a:pt x="6596" y="7823"/>
                  <a:pt x="6692" y="7525"/>
                  <a:pt x="6692" y="7192"/>
                </a:cubicBezTo>
                <a:cubicBezTo>
                  <a:pt x="6692" y="7001"/>
                  <a:pt x="6656" y="6799"/>
                  <a:pt x="6596" y="6609"/>
                </a:cubicBezTo>
                <a:cubicBezTo>
                  <a:pt x="6239" y="5573"/>
                  <a:pt x="6430" y="4692"/>
                  <a:pt x="7084" y="4144"/>
                </a:cubicBezTo>
                <a:cubicBezTo>
                  <a:pt x="7352" y="3912"/>
                  <a:pt x="7686" y="3796"/>
                  <a:pt x="8019" y="3796"/>
                </a:cubicBezTo>
                <a:cubicBezTo>
                  <a:pt x="8352" y="3796"/>
                  <a:pt x="8686" y="3912"/>
                  <a:pt x="8954" y="4144"/>
                </a:cubicBezTo>
                <a:cubicBezTo>
                  <a:pt x="9585" y="4692"/>
                  <a:pt x="9787" y="5549"/>
                  <a:pt x="9430" y="6597"/>
                </a:cubicBezTo>
                <a:cubicBezTo>
                  <a:pt x="9370" y="6775"/>
                  <a:pt x="9323" y="6990"/>
                  <a:pt x="9323" y="7192"/>
                </a:cubicBezTo>
                <a:cubicBezTo>
                  <a:pt x="9323" y="7502"/>
                  <a:pt x="9394" y="7799"/>
                  <a:pt x="9561" y="8085"/>
                </a:cubicBezTo>
                <a:cubicBezTo>
                  <a:pt x="9704" y="8347"/>
                  <a:pt x="9930" y="8573"/>
                  <a:pt x="10216" y="8740"/>
                </a:cubicBezTo>
                <a:cubicBezTo>
                  <a:pt x="10478" y="8883"/>
                  <a:pt x="10775" y="8978"/>
                  <a:pt x="11109" y="8978"/>
                </a:cubicBezTo>
                <a:cubicBezTo>
                  <a:pt x="11418" y="8978"/>
                  <a:pt x="11716" y="8906"/>
                  <a:pt x="12002" y="8740"/>
                </a:cubicBezTo>
                <a:cubicBezTo>
                  <a:pt x="12264" y="8585"/>
                  <a:pt x="12490" y="8371"/>
                  <a:pt x="12657" y="8085"/>
                </a:cubicBezTo>
                <a:cubicBezTo>
                  <a:pt x="12799" y="7823"/>
                  <a:pt x="12895" y="7525"/>
                  <a:pt x="12895" y="7192"/>
                </a:cubicBezTo>
                <a:cubicBezTo>
                  <a:pt x="12895" y="6882"/>
                  <a:pt x="12823" y="6585"/>
                  <a:pt x="12657" y="6299"/>
                </a:cubicBezTo>
                <a:cubicBezTo>
                  <a:pt x="12502" y="6037"/>
                  <a:pt x="12287" y="5811"/>
                  <a:pt x="12002" y="5644"/>
                </a:cubicBezTo>
                <a:cubicBezTo>
                  <a:pt x="11835" y="5537"/>
                  <a:pt x="11645" y="5477"/>
                  <a:pt x="11454" y="5442"/>
                </a:cubicBezTo>
                <a:cubicBezTo>
                  <a:pt x="10359" y="5216"/>
                  <a:pt x="9704" y="4620"/>
                  <a:pt x="9549" y="3763"/>
                </a:cubicBezTo>
                <a:cubicBezTo>
                  <a:pt x="9430" y="3072"/>
                  <a:pt x="9811" y="2394"/>
                  <a:pt x="10478" y="2168"/>
                </a:cubicBezTo>
                <a:cubicBezTo>
                  <a:pt x="10688" y="2093"/>
                  <a:pt x="10901" y="2056"/>
                  <a:pt x="11112" y="2056"/>
                </a:cubicBezTo>
                <a:cubicBezTo>
                  <a:pt x="11714" y="2056"/>
                  <a:pt x="12310" y="2357"/>
                  <a:pt x="12847" y="2965"/>
                </a:cubicBezTo>
                <a:cubicBezTo>
                  <a:pt x="12978" y="3120"/>
                  <a:pt x="13133" y="3251"/>
                  <a:pt x="13311" y="3358"/>
                </a:cubicBezTo>
                <a:cubicBezTo>
                  <a:pt x="13573" y="3501"/>
                  <a:pt x="13871" y="3596"/>
                  <a:pt x="14204" y="3596"/>
                </a:cubicBezTo>
                <a:cubicBezTo>
                  <a:pt x="14514" y="3596"/>
                  <a:pt x="14812" y="3513"/>
                  <a:pt x="15097" y="3358"/>
                </a:cubicBezTo>
                <a:cubicBezTo>
                  <a:pt x="15359" y="3203"/>
                  <a:pt x="15585" y="2977"/>
                  <a:pt x="15752" y="2703"/>
                </a:cubicBezTo>
                <a:cubicBezTo>
                  <a:pt x="15895" y="2429"/>
                  <a:pt x="15990" y="2132"/>
                  <a:pt x="15990" y="1810"/>
                </a:cubicBezTo>
                <a:cubicBezTo>
                  <a:pt x="16002" y="1489"/>
                  <a:pt x="15931" y="1179"/>
                  <a:pt x="15764" y="894"/>
                </a:cubicBezTo>
                <a:cubicBezTo>
                  <a:pt x="15621" y="632"/>
                  <a:pt x="15395" y="405"/>
                  <a:pt x="15109" y="239"/>
                </a:cubicBezTo>
                <a:cubicBezTo>
                  <a:pt x="14847" y="96"/>
                  <a:pt x="14550" y="1"/>
                  <a:pt x="14216" y="1"/>
                </a:cubicBezTo>
                <a:cubicBezTo>
                  <a:pt x="13907" y="1"/>
                  <a:pt x="13609" y="84"/>
                  <a:pt x="13323" y="239"/>
                </a:cubicBezTo>
                <a:cubicBezTo>
                  <a:pt x="13157" y="346"/>
                  <a:pt x="13002" y="465"/>
                  <a:pt x="12859" y="620"/>
                </a:cubicBezTo>
                <a:cubicBezTo>
                  <a:pt x="12317" y="1233"/>
                  <a:pt x="11713" y="1539"/>
                  <a:pt x="11107" y="1539"/>
                </a:cubicBezTo>
                <a:cubicBezTo>
                  <a:pt x="10502" y="1539"/>
                  <a:pt x="9894" y="1233"/>
                  <a:pt x="9347" y="620"/>
                </a:cubicBezTo>
                <a:cubicBezTo>
                  <a:pt x="9216" y="465"/>
                  <a:pt x="9073" y="334"/>
                  <a:pt x="8894" y="239"/>
                </a:cubicBezTo>
                <a:cubicBezTo>
                  <a:pt x="8620" y="96"/>
                  <a:pt x="8323" y="1"/>
                  <a:pt x="800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86"/>
          <p:cNvSpPr/>
          <p:nvPr/>
        </p:nvSpPr>
        <p:spPr>
          <a:xfrm>
            <a:off x="8002641" y="2402733"/>
            <a:ext cx="621053" cy="691545"/>
          </a:xfrm>
          <a:custGeom>
            <a:rect b="b" l="l" r="r" t="t"/>
            <a:pathLst>
              <a:path extrusionOk="0" h="14372" w="12907">
                <a:moveTo>
                  <a:pt x="8013" y="1"/>
                </a:moveTo>
                <a:cubicBezTo>
                  <a:pt x="7704" y="1"/>
                  <a:pt x="7406" y="84"/>
                  <a:pt x="7120" y="239"/>
                </a:cubicBezTo>
                <a:cubicBezTo>
                  <a:pt x="6954" y="334"/>
                  <a:pt x="6787" y="465"/>
                  <a:pt x="6668" y="620"/>
                </a:cubicBezTo>
                <a:cubicBezTo>
                  <a:pt x="6125" y="1234"/>
                  <a:pt x="5519" y="1541"/>
                  <a:pt x="4912" y="1541"/>
                </a:cubicBezTo>
                <a:cubicBezTo>
                  <a:pt x="4307" y="1541"/>
                  <a:pt x="3702" y="1237"/>
                  <a:pt x="3156" y="632"/>
                </a:cubicBezTo>
                <a:cubicBezTo>
                  <a:pt x="3025" y="477"/>
                  <a:pt x="2882" y="346"/>
                  <a:pt x="2703" y="263"/>
                </a:cubicBezTo>
                <a:cubicBezTo>
                  <a:pt x="2429" y="108"/>
                  <a:pt x="2132" y="24"/>
                  <a:pt x="1810" y="24"/>
                </a:cubicBezTo>
                <a:cubicBezTo>
                  <a:pt x="1489" y="24"/>
                  <a:pt x="1191" y="96"/>
                  <a:pt x="917" y="263"/>
                </a:cubicBezTo>
                <a:cubicBezTo>
                  <a:pt x="643" y="405"/>
                  <a:pt x="417" y="632"/>
                  <a:pt x="262" y="917"/>
                </a:cubicBezTo>
                <a:cubicBezTo>
                  <a:pt x="108" y="1179"/>
                  <a:pt x="24" y="1477"/>
                  <a:pt x="24" y="1810"/>
                </a:cubicBezTo>
                <a:cubicBezTo>
                  <a:pt x="24" y="2120"/>
                  <a:pt x="96" y="2418"/>
                  <a:pt x="262" y="2703"/>
                </a:cubicBezTo>
                <a:cubicBezTo>
                  <a:pt x="405" y="2965"/>
                  <a:pt x="631" y="3191"/>
                  <a:pt x="917" y="3358"/>
                </a:cubicBezTo>
                <a:cubicBezTo>
                  <a:pt x="1179" y="3501"/>
                  <a:pt x="1477" y="3596"/>
                  <a:pt x="1810" y="3596"/>
                </a:cubicBezTo>
                <a:cubicBezTo>
                  <a:pt x="2120" y="3596"/>
                  <a:pt x="2417" y="3513"/>
                  <a:pt x="2703" y="3358"/>
                </a:cubicBezTo>
                <a:cubicBezTo>
                  <a:pt x="2858" y="3251"/>
                  <a:pt x="3025" y="3132"/>
                  <a:pt x="3156" y="2977"/>
                </a:cubicBezTo>
                <a:cubicBezTo>
                  <a:pt x="3707" y="2372"/>
                  <a:pt x="4319" y="2060"/>
                  <a:pt x="4926" y="2060"/>
                </a:cubicBezTo>
                <a:cubicBezTo>
                  <a:pt x="5131" y="2060"/>
                  <a:pt x="5335" y="2095"/>
                  <a:pt x="5537" y="2168"/>
                </a:cubicBezTo>
                <a:cubicBezTo>
                  <a:pt x="6215" y="2406"/>
                  <a:pt x="6608" y="3072"/>
                  <a:pt x="6477" y="3787"/>
                </a:cubicBezTo>
                <a:cubicBezTo>
                  <a:pt x="6311" y="4620"/>
                  <a:pt x="5656" y="5216"/>
                  <a:pt x="4584" y="5442"/>
                </a:cubicBezTo>
                <a:cubicBezTo>
                  <a:pt x="4394" y="5466"/>
                  <a:pt x="4203" y="5537"/>
                  <a:pt x="4025" y="5644"/>
                </a:cubicBezTo>
                <a:cubicBezTo>
                  <a:pt x="3751" y="5799"/>
                  <a:pt x="3537" y="6013"/>
                  <a:pt x="3370" y="6299"/>
                </a:cubicBezTo>
                <a:cubicBezTo>
                  <a:pt x="3215" y="6573"/>
                  <a:pt x="3132" y="6870"/>
                  <a:pt x="3132" y="7192"/>
                </a:cubicBezTo>
                <a:cubicBezTo>
                  <a:pt x="3132" y="7382"/>
                  <a:pt x="3156" y="7585"/>
                  <a:pt x="3215" y="7775"/>
                </a:cubicBezTo>
                <a:cubicBezTo>
                  <a:pt x="3739" y="9335"/>
                  <a:pt x="3072" y="10478"/>
                  <a:pt x="1465" y="10823"/>
                </a:cubicBezTo>
                <a:cubicBezTo>
                  <a:pt x="1274" y="10859"/>
                  <a:pt x="1072" y="10931"/>
                  <a:pt x="893" y="11038"/>
                </a:cubicBezTo>
                <a:cubicBezTo>
                  <a:pt x="631" y="11181"/>
                  <a:pt x="405" y="11407"/>
                  <a:pt x="239" y="11693"/>
                </a:cubicBezTo>
                <a:cubicBezTo>
                  <a:pt x="96" y="11954"/>
                  <a:pt x="0" y="12252"/>
                  <a:pt x="0" y="12585"/>
                </a:cubicBezTo>
                <a:cubicBezTo>
                  <a:pt x="0" y="12895"/>
                  <a:pt x="84" y="13193"/>
                  <a:pt x="239" y="13478"/>
                </a:cubicBezTo>
                <a:cubicBezTo>
                  <a:pt x="393" y="13740"/>
                  <a:pt x="620" y="13967"/>
                  <a:pt x="893" y="14133"/>
                </a:cubicBezTo>
                <a:cubicBezTo>
                  <a:pt x="1167" y="14276"/>
                  <a:pt x="1465" y="14371"/>
                  <a:pt x="1786" y="14371"/>
                </a:cubicBezTo>
                <a:cubicBezTo>
                  <a:pt x="2108" y="14371"/>
                  <a:pt x="2405" y="14288"/>
                  <a:pt x="2679" y="14133"/>
                </a:cubicBezTo>
                <a:cubicBezTo>
                  <a:pt x="2953" y="13979"/>
                  <a:pt x="3179" y="13752"/>
                  <a:pt x="3334" y="13478"/>
                </a:cubicBezTo>
                <a:cubicBezTo>
                  <a:pt x="3489" y="13205"/>
                  <a:pt x="3572" y="12907"/>
                  <a:pt x="3572" y="12585"/>
                </a:cubicBezTo>
                <a:cubicBezTo>
                  <a:pt x="3572" y="12383"/>
                  <a:pt x="3548" y="12193"/>
                  <a:pt x="3489" y="12002"/>
                </a:cubicBezTo>
                <a:cubicBezTo>
                  <a:pt x="2965" y="10442"/>
                  <a:pt x="3632" y="9276"/>
                  <a:pt x="5239" y="8954"/>
                </a:cubicBezTo>
                <a:cubicBezTo>
                  <a:pt x="5442" y="8918"/>
                  <a:pt x="5620" y="8847"/>
                  <a:pt x="5799" y="8740"/>
                </a:cubicBezTo>
                <a:cubicBezTo>
                  <a:pt x="6061" y="8597"/>
                  <a:pt x="6287" y="8371"/>
                  <a:pt x="6454" y="8085"/>
                </a:cubicBezTo>
                <a:cubicBezTo>
                  <a:pt x="6596" y="7823"/>
                  <a:pt x="6692" y="7525"/>
                  <a:pt x="6692" y="7192"/>
                </a:cubicBezTo>
                <a:cubicBezTo>
                  <a:pt x="6692" y="7001"/>
                  <a:pt x="6656" y="6811"/>
                  <a:pt x="6585" y="6609"/>
                </a:cubicBezTo>
                <a:cubicBezTo>
                  <a:pt x="6227" y="5573"/>
                  <a:pt x="6418" y="4692"/>
                  <a:pt x="7061" y="4144"/>
                </a:cubicBezTo>
                <a:cubicBezTo>
                  <a:pt x="7329" y="3912"/>
                  <a:pt x="7659" y="3796"/>
                  <a:pt x="7989" y="3796"/>
                </a:cubicBezTo>
                <a:cubicBezTo>
                  <a:pt x="8320" y="3796"/>
                  <a:pt x="8650" y="3912"/>
                  <a:pt x="8918" y="4144"/>
                </a:cubicBezTo>
                <a:cubicBezTo>
                  <a:pt x="9561" y="4692"/>
                  <a:pt x="9752" y="5561"/>
                  <a:pt x="9394" y="6597"/>
                </a:cubicBezTo>
                <a:cubicBezTo>
                  <a:pt x="9335" y="6775"/>
                  <a:pt x="9287" y="6990"/>
                  <a:pt x="9287" y="7192"/>
                </a:cubicBezTo>
                <a:cubicBezTo>
                  <a:pt x="9287" y="7502"/>
                  <a:pt x="9371" y="7799"/>
                  <a:pt x="9525" y="8085"/>
                </a:cubicBezTo>
                <a:cubicBezTo>
                  <a:pt x="9680" y="8359"/>
                  <a:pt x="9906" y="8573"/>
                  <a:pt x="10180" y="8740"/>
                </a:cubicBezTo>
                <a:cubicBezTo>
                  <a:pt x="10454" y="8895"/>
                  <a:pt x="10752" y="8978"/>
                  <a:pt x="11073" y="8978"/>
                </a:cubicBezTo>
                <a:cubicBezTo>
                  <a:pt x="11395" y="8978"/>
                  <a:pt x="11692" y="8906"/>
                  <a:pt x="11966" y="8740"/>
                </a:cubicBezTo>
                <a:cubicBezTo>
                  <a:pt x="12240" y="8597"/>
                  <a:pt x="12466" y="8371"/>
                  <a:pt x="12621" y="8085"/>
                </a:cubicBezTo>
                <a:cubicBezTo>
                  <a:pt x="12776" y="7823"/>
                  <a:pt x="12859" y="7525"/>
                  <a:pt x="12859" y="7192"/>
                </a:cubicBezTo>
                <a:cubicBezTo>
                  <a:pt x="12907" y="6882"/>
                  <a:pt x="12823" y="6573"/>
                  <a:pt x="12657" y="6287"/>
                </a:cubicBezTo>
                <a:cubicBezTo>
                  <a:pt x="12502" y="6013"/>
                  <a:pt x="12288" y="5799"/>
                  <a:pt x="12002" y="5632"/>
                </a:cubicBezTo>
                <a:cubicBezTo>
                  <a:pt x="11835" y="5525"/>
                  <a:pt x="11645" y="5466"/>
                  <a:pt x="11454" y="5418"/>
                </a:cubicBezTo>
                <a:cubicBezTo>
                  <a:pt x="9847" y="5096"/>
                  <a:pt x="9168" y="3930"/>
                  <a:pt x="9692" y="2382"/>
                </a:cubicBezTo>
                <a:cubicBezTo>
                  <a:pt x="9752" y="2203"/>
                  <a:pt x="9799" y="2001"/>
                  <a:pt x="9799" y="1787"/>
                </a:cubicBezTo>
                <a:cubicBezTo>
                  <a:pt x="9799" y="1477"/>
                  <a:pt x="9728" y="1179"/>
                  <a:pt x="9561" y="894"/>
                </a:cubicBezTo>
                <a:cubicBezTo>
                  <a:pt x="9406" y="632"/>
                  <a:pt x="9192" y="405"/>
                  <a:pt x="8906" y="239"/>
                </a:cubicBezTo>
                <a:cubicBezTo>
                  <a:pt x="8632" y="96"/>
                  <a:pt x="8335" y="1"/>
                  <a:pt x="801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86"/>
          <p:cNvSpPr/>
          <p:nvPr/>
        </p:nvSpPr>
        <p:spPr>
          <a:xfrm flipH="1">
            <a:off x="5013948" y="1881966"/>
            <a:ext cx="770024" cy="430844"/>
          </a:xfrm>
          <a:custGeom>
            <a:rect b="b" l="l" r="r" t="t"/>
            <a:pathLst>
              <a:path extrusionOk="0" h="8954" w="16003">
                <a:moveTo>
                  <a:pt x="8025" y="1"/>
                </a:moveTo>
                <a:cubicBezTo>
                  <a:pt x="7692" y="1"/>
                  <a:pt x="7394" y="84"/>
                  <a:pt x="7132" y="239"/>
                </a:cubicBezTo>
                <a:cubicBezTo>
                  <a:pt x="6954" y="346"/>
                  <a:pt x="6799" y="477"/>
                  <a:pt x="6668" y="620"/>
                </a:cubicBezTo>
                <a:cubicBezTo>
                  <a:pt x="6126" y="1239"/>
                  <a:pt x="5519" y="1548"/>
                  <a:pt x="4912" y="1548"/>
                </a:cubicBezTo>
                <a:cubicBezTo>
                  <a:pt x="4305" y="1548"/>
                  <a:pt x="3697" y="1239"/>
                  <a:pt x="3156" y="620"/>
                </a:cubicBezTo>
                <a:cubicBezTo>
                  <a:pt x="3025" y="477"/>
                  <a:pt x="2858" y="358"/>
                  <a:pt x="2691" y="251"/>
                </a:cubicBezTo>
                <a:cubicBezTo>
                  <a:pt x="2418" y="84"/>
                  <a:pt x="2120" y="12"/>
                  <a:pt x="1798" y="12"/>
                </a:cubicBezTo>
                <a:cubicBezTo>
                  <a:pt x="1477" y="12"/>
                  <a:pt x="1179" y="108"/>
                  <a:pt x="905" y="251"/>
                </a:cubicBezTo>
                <a:cubicBezTo>
                  <a:pt x="632" y="417"/>
                  <a:pt x="405" y="643"/>
                  <a:pt x="251" y="905"/>
                </a:cubicBezTo>
                <a:cubicBezTo>
                  <a:pt x="96" y="1191"/>
                  <a:pt x="12" y="1489"/>
                  <a:pt x="1" y="1786"/>
                </a:cubicBezTo>
                <a:cubicBezTo>
                  <a:pt x="1" y="2108"/>
                  <a:pt x="96" y="2406"/>
                  <a:pt x="239" y="2679"/>
                </a:cubicBezTo>
                <a:cubicBezTo>
                  <a:pt x="405" y="2953"/>
                  <a:pt x="632" y="3179"/>
                  <a:pt x="894" y="3334"/>
                </a:cubicBezTo>
                <a:cubicBezTo>
                  <a:pt x="1179" y="3489"/>
                  <a:pt x="1477" y="3572"/>
                  <a:pt x="1786" y="3572"/>
                </a:cubicBezTo>
                <a:cubicBezTo>
                  <a:pt x="2120" y="3572"/>
                  <a:pt x="2418" y="3477"/>
                  <a:pt x="2679" y="3334"/>
                </a:cubicBezTo>
                <a:cubicBezTo>
                  <a:pt x="2858" y="3239"/>
                  <a:pt x="3013" y="3108"/>
                  <a:pt x="3144" y="2953"/>
                </a:cubicBezTo>
                <a:cubicBezTo>
                  <a:pt x="3686" y="2340"/>
                  <a:pt x="4293" y="2033"/>
                  <a:pt x="4900" y="2033"/>
                </a:cubicBezTo>
                <a:cubicBezTo>
                  <a:pt x="5507" y="2033"/>
                  <a:pt x="6114" y="2340"/>
                  <a:pt x="6656" y="2953"/>
                </a:cubicBezTo>
                <a:cubicBezTo>
                  <a:pt x="6775" y="3108"/>
                  <a:pt x="6942" y="3239"/>
                  <a:pt x="7097" y="3334"/>
                </a:cubicBezTo>
                <a:cubicBezTo>
                  <a:pt x="7275" y="3430"/>
                  <a:pt x="7454" y="3513"/>
                  <a:pt x="7656" y="3537"/>
                </a:cubicBezTo>
                <a:cubicBezTo>
                  <a:pt x="9264" y="3870"/>
                  <a:pt x="9930" y="5025"/>
                  <a:pt x="9406" y="6585"/>
                </a:cubicBezTo>
                <a:cubicBezTo>
                  <a:pt x="9347" y="6787"/>
                  <a:pt x="9323" y="6978"/>
                  <a:pt x="9323" y="7168"/>
                </a:cubicBezTo>
                <a:cubicBezTo>
                  <a:pt x="9323" y="7501"/>
                  <a:pt x="9406" y="7799"/>
                  <a:pt x="9561" y="8061"/>
                </a:cubicBezTo>
                <a:cubicBezTo>
                  <a:pt x="9716" y="8347"/>
                  <a:pt x="9942" y="8573"/>
                  <a:pt x="10216" y="8716"/>
                </a:cubicBezTo>
                <a:cubicBezTo>
                  <a:pt x="10490" y="8883"/>
                  <a:pt x="10788" y="8954"/>
                  <a:pt x="11109" y="8954"/>
                </a:cubicBezTo>
                <a:cubicBezTo>
                  <a:pt x="11431" y="8954"/>
                  <a:pt x="11728" y="8871"/>
                  <a:pt x="12002" y="8716"/>
                </a:cubicBezTo>
                <a:cubicBezTo>
                  <a:pt x="12276" y="8549"/>
                  <a:pt x="12502" y="8335"/>
                  <a:pt x="12657" y="8061"/>
                </a:cubicBezTo>
                <a:cubicBezTo>
                  <a:pt x="12812" y="7775"/>
                  <a:pt x="12895" y="7478"/>
                  <a:pt x="12895" y="7168"/>
                </a:cubicBezTo>
                <a:cubicBezTo>
                  <a:pt x="12895" y="6966"/>
                  <a:pt x="12859" y="6763"/>
                  <a:pt x="12800" y="6585"/>
                </a:cubicBezTo>
                <a:cubicBezTo>
                  <a:pt x="12276" y="5025"/>
                  <a:pt x="12931" y="3870"/>
                  <a:pt x="14562" y="3537"/>
                </a:cubicBezTo>
                <a:cubicBezTo>
                  <a:pt x="14752" y="3489"/>
                  <a:pt x="14943" y="3441"/>
                  <a:pt x="15110" y="3334"/>
                </a:cubicBezTo>
                <a:cubicBezTo>
                  <a:pt x="15395" y="3168"/>
                  <a:pt x="15610" y="2941"/>
                  <a:pt x="15764" y="2679"/>
                </a:cubicBezTo>
                <a:cubicBezTo>
                  <a:pt x="15931" y="2394"/>
                  <a:pt x="16003" y="2096"/>
                  <a:pt x="16003" y="1786"/>
                </a:cubicBezTo>
                <a:cubicBezTo>
                  <a:pt x="16003" y="1453"/>
                  <a:pt x="15907" y="1155"/>
                  <a:pt x="15764" y="893"/>
                </a:cubicBezTo>
                <a:cubicBezTo>
                  <a:pt x="15598" y="608"/>
                  <a:pt x="15372" y="382"/>
                  <a:pt x="15110" y="239"/>
                </a:cubicBezTo>
                <a:cubicBezTo>
                  <a:pt x="14824" y="72"/>
                  <a:pt x="14526" y="1"/>
                  <a:pt x="14217" y="1"/>
                </a:cubicBezTo>
                <a:cubicBezTo>
                  <a:pt x="13883" y="1"/>
                  <a:pt x="13586" y="84"/>
                  <a:pt x="13324" y="239"/>
                </a:cubicBezTo>
                <a:cubicBezTo>
                  <a:pt x="13038" y="405"/>
                  <a:pt x="12812" y="620"/>
                  <a:pt x="12669" y="893"/>
                </a:cubicBezTo>
                <a:cubicBezTo>
                  <a:pt x="12502" y="1167"/>
                  <a:pt x="12431" y="1465"/>
                  <a:pt x="12431" y="1786"/>
                </a:cubicBezTo>
                <a:cubicBezTo>
                  <a:pt x="12431" y="1989"/>
                  <a:pt x="12478" y="2203"/>
                  <a:pt x="12538" y="2382"/>
                </a:cubicBezTo>
                <a:cubicBezTo>
                  <a:pt x="12895" y="3418"/>
                  <a:pt x="12693" y="4287"/>
                  <a:pt x="12062" y="4834"/>
                </a:cubicBezTo>
                <a:cubicBezTo>
                  <a:pt x="11794" y="5067"/>
                  <a:pt x="11460" y="5183"/>
                  <a:pt x="11127" y="5183"/>
                </a:cubicBezTo>
                <a:cubicBezTo>
                  <a:pt x="10794" y="5183"/>
                  <a:pt x="10460" y="5067"/>
                  <a:pt x="10192" y="4834"/>
                </a:cubicBezTo>
                <a:cubicBezTo>
                  <a:pt x="9561" y="4263"/>
                  <a:pt x="9383" y="3406"/>
                  <a:pt x="9716" y="2358"/>
                </a:cubicBezTo>
                <a:cubicBezTo>
                  <a:pt x="9776" y="2167"/>
                  <a:pt x="9811" y="1977"/>
                  <a:pt x="9811" y="1786"/>
                </a:cubicBezTo>
                <a:cubicBezTo>
                  <a:pt x="9811" y="1453"/>
                  <a:pt x="9716" y="1155"/>
                  <a:pt x="9573" y="893"/>
                </a:cubicBezTo>
                <a:cubicBezTo>
                  <a:pt x="9406" y="608"/>
                  <a:pt x="9180" y="382"/>
                  <a:pt x="8918" y="239"/>
                </a:cubicBezTo>
                <a:cubicBezTo>
                  <a:pt x="8633" y="72"/>
                  <a:pt x="8335" y="1"/>
                  <a:pt x="802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86"/>
          <p:cNvSpPr/>
          <p:nvPr/>
        </p:nvSpPr>
        <p:spPr>
          <a:xfrm flipH="1">
            <a:off x="6357850" y="2666954"/>
            <a:ext cx="770024" cy="431422"/>
          </a:xfrm>
          <a:custGeom>
            <a:rect b="b" l="l" r="r" t="t"/>
            <a:pathLst>
              <a:path extrusionOk="0" h="8966" w="16003">
                <a:moveTo>
                  <a:pt x="7990" y="1"/>
                </a:moveTo>
                <a:cubicBezTo>
                  <a:pt x="7680" y="1"/>
                  <a:pt x="7382" y="72"/>
                  <a:pt x="7097" y="239"/>
                </a:cubicBezTo>
                <a:cubicBezTo>
                  <a:pt x="6942" y="322"/>
                  <a:pt x="6775" y="465"/>
                  <a:pt x="6656" y="608"/>
                </a:cubicBezTo>
                <a:cubicBezTo>
                  <a:pt x="6113" y="1228"/>
                  <a:pt x="5504" y="1538"/>
                  <a:pt x="4896" y="1538"/>
                </a:cubicBezTo>
                <a:cubicBezTo>
                  <a:pt x="4290" y="1538"/>
                  <a:pt x="3684" y="1231"/>
                  <a:pt x="3144" y="620"/>
                </a:cubicBezTo>
                <a:cubicBezTo>
                  <a:pt x="3013" y="477"/>
                  <a:pt x="2858" y="346"/>
                  <a:pt x="2679" y="251"/>
                </a:cubicBezTo>
                <a:cubicBezTo>
                  <a:pt x="2418" y="108"/>
                  <a:pt x="2120" y="12"/>
                  <a:pt x="1787" y="12"/>
                </a:cubicBezTo>
                <a:cubicBezTo>
                  <a:pt x="1477" y="12"/>
                  <a:pt x="1179" y="84"/>
                  <a:pt x="894" y="251"/>
                </a:cubicBezTo>
                <a:cubicBezTo>
                  <a:pt x="632" y="405"/>
                  <a:pt x="405" y="620"/>
                  <a:pt x="239" y="905"/>
                </a:cubicBezTo>
                <a:cubicBezTo>
                  <a:pt x="96" y="1167"/>
                  <a:pt x="1" y="1465"/>
                  <a:pt x="1" y="1798"/>
                </a:cubicBezTo>
                <a:cubicBezTo>
                  <a:pt x="1" y="2108"/>
                  <a:pt x="72" y="2406"/>
                  <a:pt x="239" y="2691"/>
                </a:cubicBezTo>
                <a:cubicBezTo>
                  <a:pt x="393" y="2953"/>
                  <a:pt x="608" y="3179"/>
                  <a:pt x="894" y="3346"/>
                </a:cubicBezTo>
                <a:cubicBezTo>
                  <a:pt x="1167" y="3489"/>
                  <a:pt x="1465" y="3584"/>
                  <a:pt x="1787" y="3584"/>
                </a:cubicBezTo>
                <a:cubicBezTo>
                  <a:pt x="2096" y="3584"/>
                  <a:pt x="2394" y="3513"/>
                  <a:pt x="2679" y="3346"/>
                </a:cubicBezTo>
                <a:cubicBezTo>
                  <a:pt x="2846" y="3239"/>
                  <a:pt x="3013" y="3120"/>
                  <a:pt x="3144" y="2977"/>
                </a:cubicBezTo>
                <a:cubicBezTo>
                  <a:pt x="3687" y="2363"/>
                  <a:pt x="4297" y="2048"/>
                  <a:pt x="4909" y="2048"/>
                </a:cubicBezTo>
                <a:cubicBezTo>
                  <a:pt x="5115" y="2048"/>
                  <a:pt x="5321" y="2084"/>
                  <a:pt x="5525" y="2156"/>
                </a:cubicBezTo>
                <a:cubicBezTo>
                  <a:pt x="6192" y="2394"/>
                  <a:pt x="6597" y="3060"/>
                  <a:pt x="6466" y="3775"/>
                </a:cubicBezTo>
                <a:cubicBezTo>
                  <a:pt x="6299" y="4608"/>
                  <a:pt x="5644" y="5204"/>
                  <a:pt x="4573" y="5430"/>
                </a:cubicBezTo>
                <a:cubicBezTo>
                  <a:pt x="4382" y="5465"/>
                  <a:pt x="4180" y="5537"/>
                  <a:pt x="4001" y="5632"/>
                </a:cubicBezTo>
                <a:cubicBezTo>
                  <a:pt x="3739" y="5787"/>
                  <a:pt x="3513" y="6013"/>
                  <a:pt x="3346" y="6287"/>
                </a:cubicBezTo>
                <a:cubicBezTo>
                  <a:pt x="3203" y="6561"/>
                  <a:pt x="3108" y="6858"/>
                  <a:pt x="3108" y="7180"/>
                </a:cubicBezTo>
                <a:cubicBezTo>
                  <a:pt x="3108" y="7501"/>
                  <a:pt x="3191" y="7799"/>
                  <a:pt x="3346" y="8073"/>
                </a:cubicBezTo>
                <a:cubicBezTo>
                  <a:pt x="3501" y="8347"/>
                  <a:pt x="3727" y="8573"/>
                  <a:pt x="4001" y="8728"/>
                </a:cubicBezTo>
                <a:cubicBezTo>
                  <a:pt x="4275" y="8883"/>
                  <a:pt x="4573" y="8966"/>
                  <a:pt x="4894" y="8966"/>
                </a:cubicBezTo>
                <a:cubicBezTo>
                  <a:pt x="5216" y="8966"/>
                  <a:pt x="5513" y="8894"/>
                  <a:pt x="5787" y="8728"/>
                </a:cubicBezTo>
                <a:cubicBezTo>
                  <a:pt x="6061" y="8585"/>
                  <a:pt x="6287" y="8359"/>
                  <a:pt x="6442" y="8073"/>
                </a:cubicBezTo>
                <a:cubicBezTo>
                  <a:pt x="6597" y="7811"/>
                  <a:pt x="6680" y="7513"/>
                  <a:pt x="6680" y="7180"/>
                </a:cubicBezTo>
                <a:cubicBezTo>
                  <a:pt x="6680" y="6989"/>
                  <a:pt x="6656" y="6799"/>
                  <a:pt x="6585" y="6608"/>
                </a:cubicBezTo>
                <a:cubicBezTo>
                  <a:pt x="6061" y="5037"/>
                  <a:pt x="6728" y="3882"/>
                  <a:pt x="8347" y="3549"/>
                </a:cubicBezTo>
                <a:cubicBezTo>
                  <a:pt x="8549" y="3513"/>
                  <a:pt x="8728" y="3453"/>
                  <a:pt x="8906" y="3346"/>
                </a:cubicBezTo>
                <a:cubicBezTo>
                  <a:pt x="9061" y="3251"/>
                  <a:pt x="9228" y="3120"/>
                  <a:pt x="9347" y="2977"/>
                </a:cubicBezTo>
                <a:cubicBezTo>
                  <a:pt x="9889" y="2358"/>
                  <a:pt x="10496" y="2048"/>
                  <a:pt x="11103" y="2048"/>
                </a:cubicBezTo>
                <a:cubicBezTo>
                  <a:pt x="11710" y="2048"/>
                  <a:pt x="12318" y="2358"/>
                  <a:pt x="12859" y="2977"/>
                </a:cubicBezTo>
                <a:cubicBezTo>
                  <a:pt x="12990" y="3120"/>
                  <a:pt x="13145" y="3239"/>
                  <a:pt x="13324" y="3346"/>
                </a:cubicBezTo>
                <a:cubicBezTo>
                  <a:pt x="13586" y="3489"/>
                  <a:pt x="13883" y="3584"/>
                  <a:pt x="14217" y="3584"/>
                </a:cubicBezTo>
                <a:cubicBezTo>
                  <a:pt x="14526" y="3584"/>
                  <a:pt x="14824" y="3513"/>
                  <a:pt x="15110" y="3346"/>
                </a:cubicBezTo>
                <a:cubicBezTo>
                  <a:pt x="15372" y="3191"/>
                  <a:pt x="15598" y="2977"/>
                  <a:pt x="15764" y="2691"/>
                </a:cubicBezTo>
                <a:cubicBezTo>
                  <a:pt x="15907" y="2429"/>
                  <a:pt x="16003" y="2132"/>
                  <a:pt x="16003" y="1798"/>
                </a:cubicBezTo>
                <a:cubicBezTo>
                  <a:pt x="16003" y="1489"/>
                  <a:pt x="15931" y="1191"/>
                  <a:pt x="15764" y="905"/>
                </a:cubicBezTo>
                <a:cubicBezTo>
                  <a:pt x="15610" y="643"/>
                  <a:pt x="15383" y="417"/>
                  <a:pt x="15110" y="251"/>
                </a:cubicBezTo>
                <a:cubicBezTo>
                  <a:pt x="14836" y="108"/>
                  <a:pt x="14538" y="12"/>
                  <a:pt x="14217" y="12"/>
                </a:cubicBezTo>
                <a:cubicBezTo>
                  <a:pt x="13895" y="12"/>
                  <a:pt x="13598" y="84"/>
                  <a:pt x="13324" y="251"/>
                </a:cubicBezTo>
                <a:cubicBezTo>
                  <a:pt x="13157" y="358"/>
                  <a:pt x="12990" y="477"/>
                  <a:pt x="12859" y="620"/>
                </a:cubicBezTo>
                <a:cubicBezTo>
                  <a:pt x="12318" y="1239"/>
                  <a:pt x="11710" y="1548"/>
                  <a:pt x="11103" y="1548"/>
                </a:cubicBezTo>
                <a:cubicBezTo>
                  <a:pt x="10496" y="1548"/>
                  <a:pt x="9889" y="1239"/>
                  <a:pt x="9347" y="620"/>
                </a:cubicBezTo>
                <a:cubicBezTo>
                  <a:pt x="9216" y="477"/>
                  <a:pt x="9061" y="346"/>
                  <a:pt x="8883" y="239"/>
                </a:cubicBezTo>
                <a:cubicBezTo>
                  <a:pt x="8621" y="84"/>
                  <a:pt x="8323" y="1"/>
                  <a:pt x="799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86"/>
          <p:cNvSpPr/>
          <p:nvPr/>
        </p:nvSpPr>
        <p:spPr>
          <a:xfrm flipH="1">
            <a:off x="1707824" y="2140591"/>
            <a:ext cx="620523" cy="430844"/>
          </a:xfrm>
          <a:custGeom>
            <a:rect b="b" l="l" r="r" t="t"/>
            <a:pathLst>
              <a:path extrusionOk="0" h="8954" w="12896">
                <a:moveTo>
                  <a:pt x="8002" y="1"/>
                </a:moveTo>
                <a:cubicBezTo>
                  <a:pt x="7680" y="1"/>
                  <a:pt x="7383" y="72"/>
                  <a:pt x="7109" y="239"/>
                </a:cubicBezTo>
                <a:cubicBezTo>
                  <a:pt x="6942" y="322"/>
                  <a:pt x="6776" y="465"/>
                  <a:pt x="6656" y="608"/>
                </a:cubicBezTo>
                <a:cubicBezTo>
                  <a:pt x="6113" y="1228"/>
                  <a:pt x="5505" y="1538"/>
                  <a:pt x="4896" y="1538"/>
                </a:cubicBezTo>
                <a:cubicBezTo>
                  <a:pt x="4290" y="1538"/>
                  <a:pt x="3685" y="1231"/>
                  <a:pt x="3144" y="620"/>
                </a:cubicBezTo>
                <a:cubicBezTo>
                  <a:pt x="3013" y="477"/>
                  <a:pt x="2858" y="346"/>
                  <a:pt x="2680" y="251"/>
                </a:cubicBezTo>
                <a:cubicBezTo>
                  <a:pt x="2418" y="108"/>
                  <a:pt x="2120" y="12"/>
                  <a:pt x="1787" y="12"/>
                </a:cubicBezTo>
                <a:cubicBezTo>
                  <a:pt x="1477" y="12"/>
                  <a:pt x="1180" y="84"/>
                  <a:pt x="894" y="251"/>
                </a:cubicBezTo>
                <a:cubicBezTo>
                  <a:pt x="632" y="405"/>
                  <a:pt x="406" y="620"/>
                  <a:pt x="239" y="905"/>
                </a:cubicBezTo>
                <a:cubicBezTo>
                  <a:pt x="96" y="1167"/>
                  <a:pt x="1" y="1465"/>
                  <a:pt x="1" y="1798"/>
                </a:cubicBezTo>
                <a:cubicBezTo>
                  <a:pt x="1" y="2108"/>
                  <a:pt x="84" y="2406"/>
                  <a:pt x="239" y="2691"/>
                </a:cubicBezTo>
                <a:cubicBezTo>
                  <a:pt x="394" y="2953"/>
                  <a:pt x="620" y="3179"/>
                  <a:pt x="894" y="3346"/>
                </a:cubicBezTo>
                <a:cubicBezTo>
                  <a:pt x="1168" y="3489"/>
                  <a:pt x="1465" y="3584"/>
                  <a:pt x="1787" y="3584"/>
                </a:cubicBezTo>
                <a:cubicBezTo>
                  <a:pt x="2108" y="3584"/>
                  <a:pt x="2406" y="3513"/>
                  <a:pt x="2680" y="3346"/>
                </a:cubicBezTo>
                <a:cubicBezTo>
                  <a:pt x="2846" y="3239"/>
                  <a:pt x="3013" y="3120"/>
                  <a:pt x="3144" y="2977"/>
                </a:cubicBezTo>
                <a:cubicBezTo>
                  <a:pt x="3687" y="2363"/>
                  <a:pt x="4304" y="2048"/>
                  <a:pt x="4914" y="2048"/>
                </a:cubicBezTo>
                <a:cubicBezTo>
                  <a:pt x="5120" y="2048"/>
                  <a:pt x="5324" y="2084"/>
                  <a:pt x="5525" y="2156"/>
                </a:cubicBezTo>
                <a:cubicBezTo>
                  <a:pt x="6192" y="2394"/>
                  <a:pt x="6597" y="3060"/>
                  <a:pt x="6466" y="3763"/>
                </a:cubicBezTo>
                <a:cubicBezTo>
                  <a:pt x="6299" y="4596"/>
                  <a:pt x="5644" y="5192"/>
                  <a:pt x="4561" y="5418"/>
                </a:cubicBezTo>
                <a:cubicBezTo>
                  <a:pt x="4370" y="5454"/>
                  <a:pt x="4192" y="5525"/>
                  <a:pt x="4001" y="5620"/>
                </a:cubicBezTo>
                <a:cubicBezTo>
                  <a:pt x="3739" y="5775"/>
                  <a:pt x="3513" y="5989"/>
                  <a:pt x="3358" y="6275"/>
                </a:cubicBezTo>
                <a:cubicBezTo>
                  <a:pt x="3204" y="6549"/>
                  <a:pt x="3108" y="6847"/>
                  <a:pt x="3108" y="7168"/>
                </a:cubicBezTo>
                <a:cubicBezTo>
                  <a:pt x="3108" y="7478"/>
                  <a:pt x="3192" y="7775"/>
                  <a:pt x="3358" y="8061"/>
                </a:cubicBezTo>
                <a:cubicBezTo>
                  <a:pt x="3501" y="8335"/>
                  <a:pt x="3728" y="8549"/>
                  <a:pt x="4001" y="8716"/>
                </a:cubicBezTo>
                <a:cubicBezTo>
                  <a:pt x="4275" y="8871"/>
                  <a:pt x="4573" y="8954"/>
                  <a:pt x="4894" y="8954"/>
                </a:cubicBezTo>
                <a:cubicBezTo>
                  <a:pt x="5216" y="8954"/>
                  <a:pt x="5513" y="8883"/>
                  <a:pt x="5787" y="8716"/>
                </a:cubicBezTo>
                <a:cubicBezTo>
                  <a:pt x="5954" y="8633"/>
                  <a:pt x="6121" y="8490"/>
                  <a:pt x="6240" y="8347"/>
                </a:cubicBezTo>
                <a:cubicBezTo>
                  <a:pt x="6783" y="7726"/>
                  <a:pt x="7392" y="7417"/>
                  <a:pt x="8000" y="7417"/>
                </a:cubicBezTo>
                <a:cubicBezTo>
                  <a:pt x="8606" y="7417"/>
                  <a:pt x="9212" y="7723"/>
                  <a:pt x="9752" y="8335"/>
                </a:cubicBezTo>
                <a:cubicBezTo>
                  <a:pt x="9883" y="8478"/>
                  <a:pt x="10038" y="8609"/>
                  <a:pt x="10216" y="8704"/>
                </a:cubicBezTo>
                <a:cubicBezTo>
                  <a:pt x="10478" y="8847"/>
                  <a:pt x="10776" y="8942"/>
                  <a:pt x="11109" y="8942"/>
                </a:cubicBezTo>
                <a:cubicBezTo>
                  <a:pt x="11419" y="8942"/>
                  <a:pt x="11717" y="8871"/>
                  <a:pt x="12002" y="8704"/>
                </a:cubicBezTo>
                <a:cubicBezTo>
                  <a:pt x="12264" y="8549"/>
                  <a:pt x="12491" y="8335"/>
                  <a:pt x="12657" y="8049"/>
                </a:cubicBezTo>
                <a:cubicBezTo>
                  <a:pt x="12800" y="7775"/>
                  <a:pt x="12895" y="7478"/>
                  <a:pt x="12895" y="7156"/>
                </a:cubicBezTo>
                <a:cubicBezTo>
                  <a:pt x="12895" y="6847"/>
                  <a:pt x="12824" y="6549"/>
                  <a:pt x="12657" y="6263"/>
                </a:cubicBezTo>
                <a:cubicBezTo>
                  <a:pt x="12502" y="5989"/>
                  <a:pt x="12288" y="5775"/>
                  <a:pt x="12002" y="5608"/>
                </a:cubicBezTo>
                <a:cubicBezTo>
                  <a:pt x="11729" y="5454"/>
                  <a:pt x="11431" y="5370"/>
                  <a:pt x="11109" y="5370"/>
                </a:cubicBezTo>
                <a:cubicBezTo>
                  <a:pt x="10800" y="5370"/>
                  <a:pt x="10502" y="5442"/>
                  <a:pt x="10216" y="5608"/>
                </a:cubicBezTo>
                <a:cubicBezTo>
                  <a:pt x="10050" y="5715"/>
                  <a:pt x="9883" y="5835"/>
                  <a:pt x="9752" y="5977"/>
                </a:cubicBezTo>
                <a:cubicBezTo>
                  <a:pt x="9209" y="6592"/>
                  <a:pt x="8592" y="6907"/>
                  <a:pt x="7982" y="6907"/>
                </a:cubicBezTo>
                <a:cubicBezTo>
                  <a:pt x="7777" y="6907"/>
                  <a:pt x="7572" y="6871"/>
                  <a:pt x="7371" y="6799"/>
                </a:cubicBezTo>
                <a:cubicBezTo>
                  <a:pt x="6704" y="6561"/>
                  <a:pt x="6299" y="5894"/>
                  <a:pt x="6430" y="5180"/>
                </a:cubicBezTo>
                <a:cubicBezTo>
                  <a:pt x="6597" y="4346"/>
                  <a:pt x="7240" y="3751"/>
                  <a:pt x="8323" y="3525"/>
                </a:cubicBezTo>
                <a:lnTo>
                  <a:pt x="8335" y="3525"/>
                </a:lnTo>
                <a:cubicBezTo>
                  <a:pt x="8538" y="3477"/>
                  <a:pt x="8716" y="3418"/>
                  <a:pt x="8895" y="3310"/>
                </a:cubicBezTo>
                <a:cubicBezTo>
                  <a:pt x="9157" y="3168"/>
                  <a:pt x="9383" y="2941"/>
                  <a:pt x="9550" y="2656"/>
                </a:cubicBezTo>
                <a:cubicBezTo>
                  <a:pt x="9693" y="2394"/>
                  <a:pt x="9788" y="2096"/>
                  <a:pt x="9788" y="1763"/>
                </a:cubicBezTo>
                <a:cubicBezTo>
                  <a:pt x="9788" y="1453"/>
                  <a:pt x="9704" y="1155"/>
                  <a:pt x="9550" y="870"/>
                </a:cubicBezTo>
                <a:cubicBezTo>
                  <a:pt x="9395" y="608"/>
                  <a:pt x="9169" y="382"/>
                  <a:pt x="8895" y="215"/>
                </a:cubicBezTo>
                <a:cubicBezTo>
                  <a:pt x="8633" y="84"/>
                  <a:pt x="8323" y="1"/>
                  <a:pt x="800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86"/>
          <p:cNvSpPr/>
          <p:nvPr/>
        </p:nvSpPr>
        <p:spPr>
          <a:xfrm rot="3599888">
            <a:off x="746550" y="1499290"/>
            <a:ext cx="471549" cy="171923"/>
          </a:xfrm>
          <a:custGeom>
            <a:rect b="b" l="l" r="r" t="t"/>
            <a:pathLst>
              <a:path extrusionOk="0" h="3573" w="9800">
                <a:moveTo>
                  <a:pt x="1786" y="0"/>
                </a:moveTo>
                <a:cubicBezTo>
                  <a:pt x="1477" y="0"/>
                  <a:pt x="1179" y="84"/>
                  <a:pt x="893" y="239"/>
                </a:cubicBezTo>
                <a:cubicBezTo>
                  <a:pt x="632" y="393"/>
                  <a:pt x="405" y="620"/>
                  <a:pt x="239" y="893"/>
                </a:cubicBezTo>
                <a:cubicBezTo>
                  <a:pt x="96" y="1167"/>
                  <a:pt x="0" y="1465"/>
                  <a:pt x="0" y="1786"/>
                </a:cubicBezTo>
                <a:cubicBezTo>
                  <a:pt x="0" y="2108"/>
                  <a:pt x="84" y="2405"/>
                  <a:pt x="239" y="2679"/>
                </a:cubicBezTo>
                <a:cubicBezTo>
                  <a:pt x="393" y="2953"/>
                  <a:pt x="620" y="3179"/>
                  <a:pt x="893" y="3334"/>
                </a:cubicBezTo>
                <a:cubicBezTo>
                  <a:pt x="1167" y="3489"/>
                  <a:pt x="1465" y="3572"/>
                  <a:pt x="1786" y="3572"/>
                </a:cubicBezTo>
                <a:cubicBezTo>
                  <a:pt x="2108" y="3572"/>
                  <a:pt x="2406" y="3501"/>
                  <a:pt x="2679" y="3334"/>
                </a:cubicBezTo>
                <a:cubicBezTo>
                  <a:pt x="2846" y="3251"/>
                  <a:pt x="3013" y="3108"/>
                  <a:pt x="3132" y="2965"/>
                </a:cubicBezTo>
                <a:cubicBezTo>
                  <a:pt x="3674" y="2346"/>
                  <a:pt x="4281" y="2036"/>
                  <a:pt x="4888" y="2036"/>
                </a:cubicBezTo>
                <a:cubicBezTo>
                  <a:pt x="5495" y="2036"/>
                  <a:pt x="6102" y="2346"/>
                  <a:pt x="6644" y="2965"/>
                </a:cubicBezTo>
                <a:cubicBezTo>
                  <a:pt x="6775" y="3108"/>
                  <a:pt x="6930" y="3251"/>
                  <a:pt x="7109" y="3334"/>
                </a:cubicBezTo>
                <a:cubicBezTo>
                  <a:pt x="7370" y="3489"/>
                  <a:pt x="7668" y="3572"/>
                  <a:pt x="8001" y="3572"/>
                </a:cubicBezTo>
                <a:cubicBezTo>
                  <a:pt x="8311" y="3572"/>
                  <a:pt x="8609" y="3501"/>
                  <a:pt x="8894" y="3334"/>
                </a:cubicBezTo>
                <a:cubicBezTo>
                  <a:pt x="9156" y="3191"/>
                  <a:pt x="9383" y="2965"/>
                  <a:pt x="9549" y="2679"/>
                </a:cubicBezTo>
                <a:cubicBezTo>
                  <a:pt x="9692" y="2417"/>
                  <a:pt x="9787" y="2120"/>
                  <a:pt x="9787" y="1786"/>
                </a:cubicBezTo>
                <a:cubicBezTo>
                  <a:pt x="9799" y="1489"/>
                  <a:pt x="9728" y="1191"/>
                  <a:pt x="9561" y="917"/>
                </a:cubicBezTo>
                <a:cubicBezTo>
                  <a:pt x="9406" y="643"/>
                  <a:pt x="9192" y="417"/>
                  <a:pt x="8906" y="262"/>
                </a:cubicBezTo>
                <a:cubicBezTo>
                  <a:pt x="8644" y="108"/>
                  <a:pt x="8347" y="24"/>
                  <a:pt x="8013" y="24"/>
                </a:cubicBezTo>
                <a:cubicBezTo>
                  <a:pt x="7704" y="24"/>
                  <a:pt x="7406" y="96"/>
                  <a:pt x="7120" y="262"/>
                </a:cubicBezTo>
                <a:cubicBezTo>
                  <a:pt x="6954" y="358"/>
                  <a:pt x="6799" y="477"/>
                  <a:pt x="6656" y="631"/>
                </a:cubicBezTo>
                <a:cubicBezTo>
                  <a:pt x="6114" y="1251"/>
                  <a:pt x="5507" y="1560"/>
                  <a:pt x="4900" y="1560"/>
                </a:cubicBezTo>
                <a:cubicBezTo>
                  <a:pt x="4293" y="1560"/>
                  <a:pt x="3685" y="1251"/>
                  <a:pt x="3144" y="631"/>
                </a:cubicBezTo>
                <a:cubicBezTo>
                  <a:pt x="3013" y="477"/>
                  <a:pt x="2858" y="346"/>
                  <a:pt x="2679" y="239"/>
                </a:cubicBezTo>
                <a:cubicBezTo>
                  <a:pt x="2417" y="96"/>
                  <a:pt x="2120" y="0"/>
                  <a:pt x="178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86"/>
          <p:cNvSpPr/>
          <p:nvPr/>
        </p:nvSpPr>
        <p:spPr>
          <a:xfrm rot="7199958">
            <a:off x="440813" y="1228265"/>
            <a:ext cx="471537" cy="171919"/>
          </a:xfrm>
          <a:custGeom>
            <a:rect b="b" l="l" r="r" t="t"/>
            <a:pathLst>
              <a:path extrusionOk="0" h="3573" w="9800">
                <a:moveTo>
                  <a:pt x="1786" y="0"/>
                </a:moveTo>
                <a:cubicBezTo>
                  <a:pt x="1477" y="0"/>
                  <a:pt x="1179" y="84"/>
                  <a:pt x="893" y="239"/>
                </a:cubicBezTo>
                <a:cubicBezTo>
                  <a:pt x="632" y="393"/>
                  <a:pt x="405" y="620"/>
                  <a:pt x="239" y="893"/>
                </a:cubicBezTo>
                <a:cubicBezTo>
                  <a:pt x="96" y="1167"/>
                  <a:pt x="0" y="1465"/>
                  <a:pt x="0" y="1786"/>
                </a:cubicBezTo>
                <a:cubicBezTo>
                  <a:pt x="0" y="2108"/>
                  <a:pt x="84" y="2405"/>
                  <a:pt x="239" y="2679"/>
                </a:cubicBezTo>
                <a:cubicBezTo>
                  <a:pt x="393" y="2953"/>
                  <a:pt x="620" y="3179"/>
                  <a:pt x="893" y="3334"/>
                </a:cubicBezTo>
                <a:cubicBezTo>
                  <a:pt x="1167" y="3489"/>
                  <a:pt x="1465" y="3572"/>
                  <a:pt x="1786" y="3572"/>
                </a:cubicBezTo>
                <a:cubicBezTo>
                  <a:pt x="2108" y="3572"/>
                  <a:pt x="2406" y="3501"/>
                  <a:pt x="2679" y="3334"/>
                </a:cubicBezTo>
                <a:cubicBezTo>
                  <a:pt x="2846" y="3251"/>
                  <a:pt x="3013" y="3108"/>
                  <a:pt x="3132" y="2965"/>
                </a:cubicBezTo>
                <a:cubicBezTo>
                  <a:pt x="3674" y="2346"/>
                  <a:pt x="4281" y="2036"/>
                  <a:pt x="4888" y="2036"/>
                </a:cubicBezTo>
                <a:cubicBezTo>
                  <a:pt x="5495" y="2036"/>
                  <a:pt x="6102" y="2346"/>
                  <a:pt x="6644" y="2965"/>
                </a:cubicBezTo>
                <a:cubicBezTo>
                  <a:pt x="6775" y="3108"/>
                  <a:pt x="6930" y="3251"/>
                  <a:pt x="7109" y="3334"/>
                </a:cubicBezTo>
                <a:cubicBezTo>
                  <a:pt x="7370" y="3489"/>
                  <a:pt x="7668" y="3572"/>
                  <a:pt x="8001" y="3572"/>
                </a:cubicBezTo>
                <a:cubicBezTo>
                  <a:pt x="8311" y="3572"/>
                  <a:pt x="8609" y="3501"/>
                  <a:pt x="8894" y="3334"/>
                </a:cubicBezTo>
                <a:cubicBezTo>
                  <a:pt x="9156" y="3191"/>
                  <a:pt x="9383" y="2965"/>
                  <a:pt x="9549" y="2679"/>
                </a:cubicBezTo>
                <a:cubicBezTo>
                  <a:pt x="9692" y="2417"/>
                  <a:pt x="9787" y="2120"/>
                  <a:pt x="9787" y="1786"/>
                </a:cubicBezTo>
                <a:cubicBezTo>
                  <a:pt x="9799" y="1489"/>
                  <a:pt x="9728" y="1191"/>
                  <a:pt x="9561" y="917"/>
                </a:cubicBezTo>
                <a:cubicBezTo>
                  <a:pt x="9406" y="643"/>
                  <a:pt x="9192" y="417"/>
                  <a:pt x="8906" y="262"/>
                </a:cubicBezTo>
                <a:cubicBezTo>
                  <a:pt x="8644" y="108"/>
                  <a:pt x="8347" y="24"/>
                  <a:pt x="8013" y="24"/>
                </a:cubicBezTo>
                <a:cubicBezTo>
                  <a:pt x="7704" y="24"/>
                  <a:pt x="7406" y="96"/>
                  <a:pt x="7120" y="262"/>
                </a:cubicBezTo>
                <a:cubicBezTo>
                  <a:pt x="6954" y="358"/>
                  <a:pt x="6799" y="477"/>
                  <a:pt x="6656" y="631"/>
                </a:cubicBezTo>
                <a:cubicBezTo>
                  <a:pt x="6114" y="1251"/>
                  <a:pt x="5507" y="1560"/>
                  <a:pt x="4900" y="1560"/>
                </a:cubicBezTo>
                <a:cubicBezTo>
                  <a:pt x="4293" y="1560"/>
                  <a:pt x="3685" y="1251"/>
                  <a:pt x="3144" y="631"/>
                </a:cubicBezTo>
                <a:cubicBezTo>
                  <a:pt x="3013" y="477"/>
                  <a:pt x="2858" y="346"/>
                  <a:pt x="2679" y="239"/>
                </a:cubicBezTo>
                <a:cubicBezTo>
                  <a:pt x="2417" y="96"/>
                  <a:pt x="2120" y="0"/>
                  <a:pt x="178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86"/>
          <p:cNvSpPr/>
          <p:nvPr/>
        </p:nvSpPr>
        <p:spPr>
          <a:xfrm rot="3599888">
            <a:off x="818262" y="1357521"/>
            <a:ext cx="770021" cy="171923"/>
          </a:xfrm>
          <a:custGeom>
            <a:rect b="b" l="l" r="r" t="t"/>
            <a:pathLst>
              <a:path extrusionOk="0" h="3573" w="16003">
                <a:moveTo>
                  <a:pt x="1786" y="1"/>
                </a:moveTo>
                <a:cubicBezTo>
                  <a:pt x="1477" y="1"/>
                  <a:pt x="1179" y="72"/>
                  <a:pt x="893" y="239"/>
                </a:cubicBezTo>
                <a:cubicBezTo>
                  <a:pt x="619" y="393"/>
                  <a:pt x="405" y="620"/>
                  <a:pt x="238" y="893"/>
                </a:cubicBezTo>
                <a:cubicBezTo>
                  <a:pt x="84" y="1167"/>
                  <a:pt x="0" y="1465"/>
                  <a:pt x="0" y="1786"/>
                </a:cubicBezTo>
                <a:cubicBezTo>
                  <a:pt x="0" y="2108"/>
                  <a:pt x="72" y="2406"/>
                  <a:pt x="238" y="2679"/>
                </a:cubicBezTo>
                <a:cubicBezTo>
                  <a:pt x="381" y="2953"/>
                  <a:pt x="607" y="3179"/>
                  <a:pt x="893" y="3334"/>
                </a:cubicBezTo>
                <a:cubicBezTo>
                  <a:pt x="1155" y="3489"/>
                  <a:pt x="1453" y="3572"/>
                  <a:pt x="1786" y="3572"/>
                </a:cubicBezTo>
                <a:cubicBezTo>
                  <a:pt x="2096" y="3572"/>
                  <a:pt x="2393" y="3501"/>
                  <a:pt x="2679" y="3334"/>
                </a:cubicBezTo>
                <a:cubicBezTo>
                  <a:pt x="2846" y="3251"/>
                  <a:pt x="3001" y="3108"/>
                  <a:pt x="3120" y="2965"/>
                </a:cubicBezTo>
                <a:cubicBezTo>
                  <a:pt x="3667" y="2346"/>
                  <a:pt x="4275" y="2036"/>
                  <a:pt x="4880" y="2036"/>
                </a:cubicBezTo>
                <a:cubicBezTo>
                  <a:pt x="5486" y="2036"/>
                  <a:pt x="6090" y="2346"/>
                  <a:pt x="6632" y="2965"/>
                </a:cubicBezTo>
                <a:cubicBezTo>
                  <a:pt x="6775" y="3108"/>
                  <a:pt x="6918" y="3251"/>
                  <a:pt x="7096" y="3334"/>
                </a:cubicBezTo>
                <a:cubicBezTo>
                  <a:pt x="7370" y="3489"/>
                  <a:pt x="7668" y="3572"/>
                  <a:pt x="7989" y="3572"/>
                </a:cubicBezTo>
                <a:cubicBezTo>
                  <a:pt x="8311" y="3572"/>
                  <a:pt x="8608" y="3501"/>
                  <a:pt x="8882" y="3334"/>
                </a:cubicBezTo>
                <a:cubicBezTo>
                  <a:pt x="9049" y="3251"/>
                  <a:pt x="9204" y="3108"/>
                  <a:pt x="9335" y="2965"/>
                </a:cubicBezTo>
                <a:cubicBezTo>
                  <a:pt x="9878" y="2345"/>
                  <a:pt x="10487" y="2035"/>
                  <a:pt x="11097" y="2035"/>
                </a:cubicBezTo>
                <a:cubicBezTo>
                  <a:pt x="11704" y="2035"/>
                  <a:pt x="12313" y="2342"/>
                  <a:pt x="12859" y="2953"/>
                </a:cubicBezTo>
                <a:cubicBezTo>
                  <a:pt x="12990" y="3096"/>
                  <a:pt x="13145" y="3227"/>
                  <a:pt x="13323" y="3322"/>
                </a:cubicBezTo>
                <a:cubicBezTo>
                  <a:pt x="13585" y="3465"/>
                  <a:pt x="13883" y="3560"/>
                  <a:pt x="14216" y="3560"/>
                </a:cubicBezTo>
                <a:cubicBezTo>
                  <a:pt x="14526" y="3560"/>
                  <a:pt x="14823" y="3489"/>
                  <a:pt x="15109" y="3322"/>
                </a:cubicBezTo>
                <a:cubicBezTo>
                  <a:pt x="15371" y="3168"/>
                  <a:pt x="15597" y="2953"/>
                  <a:pt x="15764" y="2668"/>
                </a:cubicBezTo>
                <a:cubicBezTo>
                  <a:pt x="15907" y="2394"/>
                  <a:pt x="16002" y="2096"/>
                  <a:pt x="16002" y="1775"/>
                </a:cubicBezTo>
                <a:cubicBezTo>
                  <a:pt x="16002" y="1513"/>
                  <a:pt x="15931" y="1191"/>
                  <a:pt x="15764" y="917"/>
                </a:cubicBezTo>
                <a:cubicBezTo>
                  <a:pt x="15609" y="643"/>
                  <a:pt x="15395" y="417"/>
                  <a:pt x="15109" y="262"/>
                </a:cubicBezTo>
                <a:cubicBezTo>
                  <a:pt x="14835" y="108"/>
                  <a:pt x="14538" y="24"/>
                  <a:pt x="14216" y="24"/>
                </a:cubicBezTo>
                <a:cubicBezTo>
                  <a:pt x="13907" y="24"/>
                  <a:pt x="13609" y="96"/>
                  <a:pt x="13323" y="262"/>
                </a:cubicBezTo>
                <a:cubicBezTo>
                  <a:pt x="13157" y="358"/>
                  <a:pt x="12990" y="477"/>
                  <a:pt x="12859" y="632"/>
                </a:cubicBezTo>
                <a:cubicBezTo>
                  <a:pt x="12317" y="1251"/>
                  <a:pt x="11710" y="1560"/>
                  <a:pt x="11103" y="1560"/>
                </a:cubicBezTo>
                <a:cubicBezTo>
                  <a:pt x="10496" y="1560"/>
                  <a:pt x="9888" y="1251"/>
                  <a:pt x="9347" y="632"/>
                </a:cubicBezTo>
                <a:cubicBezTo>
                  <a:pt x="9228" y="477"/>
                  <a:pt x="9061" y="358"/>
                  <a:pt x="8906" y="262"/>
                </a:cubicBezTo>
                <a:cubicBezTo>
                  <a:pt x="8632" y="108"/>
                  <a:pt x="8335" y="24"/>
                  <a:pt x="8013" y="24"/>
                </a:cubicBezTo>
                <a:cubicBezTo>
                  <a:pt x="7692" y="24"/>
                  <a:pt x="7394" y="96"/>
                  <a:pt x="7120" y="262"/>
                </a:cubicBezTo>
                <a:cubicBezTo>
                  <a:pt x="6953" y="358"/>
                  <a:pt x="6787" y="477"/>
                  <a:pt x="6656" y="632"/>
                </a:cubicBezTo>
                <a:cubicBezTo>
                  <a:pt x="6108" y="1251"/>
                  <a:pt x="5501" y="1560"/>
                  <a:pt x="4895" y="1560"/>
                </a:cubicBezTo>
                <a:cubicBezTo>
                  <a:pt x="4289" y="1560"/>
                  <a:pt x="3685" y="1251"/>
                  <a:pt x="3143" y="632"/>
                </a:cubicBezTo>
                <a:cubicBezTo>
                  <a:pt x="3001" y="477"/>
                  <a:pt x="2858" y="346"/>
                  <a:pt x="2679" y="239"/>
                </a:cubicBezTo>
                <a:cubicBezTo>
                  <a:pt x="2405" y="96"/>
                  <a:pt x="2108" y="1"/>
                  <a:pt x="178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86"/>
          <p:cNvSpPr/>
          <p:nvPr/>
        </p:nvSpPr>
        <p:spPr>
          <a:xfrm rot="7199958">
            <a:off x="1269982" y="1621907"/>
            <a:ext cx="770001" cy="171919"/>
          </a:xfrm>
          <a:custGeom>
            <a:rect b="b" l="l" r="r" t="t"/>
            <a:pathLst>
              <a:path extrusionOk="0" h="3573" w="16003">
                <a:moveTo>
                  <a:pt x="1786" y="1"/>
                </a:moveTo>
                <a:cubicBezTo>
                  <a:pt x="1477" y="1"/>
                  <a:pt x="1179" y="72"/>
                  <a:pt x="893" y="239"/>
                </a:cubicBezTo>
                <a:cubicBezTo>
                  <a:pt x="619" y="393"/>
                  <a:pt x="405" y="620"/>
                  <a:pt x="238" y="893"/>
                </a:cubicBezTo>
                <a:cubicBezTo>
                  <a:pt x="84" y="1167"/>
                  <a:pt x="0" y="1465"/>
                  <a:pt x="0" y="1786"/>
                </a:cubicBezTo>
                <a:cubicBezTo>
                  <a:pt x="0" y="2108"/>
                  <a:pt x="72" y="2406"/>
                  <a:pt x="238" y="2679"/>
                </a:cubicBezTo>
                <a:cubicBezTo>
                  <a:pt x="381" y="2953"/>
                  <a:pt x="607" y="3179"/>
                  <a:pt x="893" y="3334"/>
                </a:cubicBezTo>
                <a:cubicBezTo>
                  <a:pt x="1155" y="3489"/>
                  <a:pt x="1453" y="3572"/>
                  <a:pt x="1786" y="3572"/>
                </a:cubicBezTo>
                <a:cubicBezTo>
                  <a:pt x="2096" y="3572"/>
                  <a:pt x="2393" y="3501"/>
                  <a:pt x="2679" y="3334"/>
                </a:cubicBezTo>
                <a:cubicBezTo>
                  <a:pt x="2846" y="3251"/>
                  <a:pt x="3001" y="3108"/>
                  <a:pt x="3120" y="2965"/>
                </a:cubicBezTo>
                <a:cubicBezTo>
                  <a:pt x="3667" y="2346"/>
                  <a:pt x="4275" y="2036"/>
                  <a:pt x="4880" y="2036"/>
                </a:cubicBezTo>
                <a:cubicBezTo>
                  <a:pt x="5486" y="2036"/>
                  <a:pt x="6090" y="2346"/>
                  <a:pt x="6632" y="2965"/>
                </a:cubicBezTo>
                <a:cubicBezTo>
                  <a:pt x="6775" y="3108"/>
                  <a:pt x="6918" y="3251"/>
                  <a:pt x="7096" y="3334"/>
                </a:cubicBezTo>
                <a:cubicBezTo>
                  <a:pt x="7370" y="3489"/>
                  <a:pt x="7668" y="3572"/>
                  <a:pt x="7989" y="3572"/>
                </a:cubicBezTo>
                <a:cubicBezTo>
                  <a:pt x="8311" y="3572"/>
                  <a:pt x="8608" y="3501"/>
                  <a:pt x="8882" y="3334"/>
                </a:cubicBezTo>
                <a:cubicBezTo>
                  <a:pt x="9049" y="3251"/>
                  <a:pt x="9204" y="3108"/>
                  <a:pt x="9335" y="2965"/>
                </a:cubicBezTo>
                <a:cubicBezTo>
                  <a:pt x="9878" y="2345"/>
                  <a:pt x="10487" y="2035"/>
                  <a:pt x="11097" y="2035"/>
                </a:cubicBezTo>
                <a:cubicBezTo>
                  <a:pt x="11704" y="2035"/>
                  <a:pt x="12313" y="2342"/>
                  <a:pt x="12859" y="2953"/>
                </a:cubicBezTo>
                <a:cubicBezTo>
                  <a:pt x="12990" y="3096"/>
                  <a:pt x="13145" y="3227"/>
                  <a:pt x="13323" y="3322"/>
                </a:cubicBezTo>
                <a:cubicBezTo>
                  <a:pt x="13585" y="3465"/>
                  <a:pt x="13883" y="3560"/>
                  <a:pt x="14216" y="3560"/>
                </a:cubicBezTo>
                <a:cubicBezTo>
                  <a:pt x="14526" y="3560"/>
                  <a:pt x="14823" y="3489"/>
                  <a:pt x="15109" y="3322"/>
                </a:cubicBezTo>
                <a:cubicBezTo>
                  <a:pt x="15371" y="3168"/>
                  <a:pt x="15597" y="2953"/>
                  <a:pt x="15764" y="2668"/>
                </a:cubicBezTo>
                <a:cubicBezTo>
                  <a:pt x="15907" y="2394"/>
                  <a:pt x="16002" y="2096"/>
                  <a:pt x="16002" y="1775"/>
                </a:cubicBezTo>
                <a:cubicBezTo>
                  <a:pt x="16002" y="1513"/>
                  <a:pt x="15931" y="1191"/>
                  <a:pt x="15764" y="917"/>
                </a:cubicBezTo>
                <a:cubicBezTo>
                  <a:pt x="15609" y="643"/>
                  <a:pt x="15395" y="417"/>
                  <a:pt x="15109" y="262"/>
                </a:cubicBezTo>
                <a:cubicBezTo>
                  <a:pt x="14835" y="108"/>
                  <a:pt x="14538" y="24"/>
                  <a:pt x="14216" y="24"/>
                </a:cubicBezTo>
                <a:cubicBezTo>
                  <a:pt x="13907" y="24"/>
                  <a:pt x="13609" y="96"/>
                  <a:pt x="13323" y="262"/>
                </a:cubicBezTo>
                <a:cubicBezTo>
                  <a:pt x="13157" y="358"/>
                  <a:pt x="12990" y="477"/>
                  <a:pt x="12859" y="632"/>
                </a:cubicBezTo>
                <a:cubicBezTo>
                  <a:pt x="12317" y="1251"/>
                  <a:pt x="11710" y="1560"/>
                  <a:pt x="11103" y="1560"/>
                </a:cubicBezTo>
                <a:cubicBezTo>
                  <a:pt x="10496" y="1560"/>
                  <a:pt x="9888" y="1251"/>
                  <a:pt x="9347" y="632"/>
                </a:cubicBezTo>
                <a:cubicBezTo>
                  <a:pt x="9228" y="477"/>
                  <a:pt x="9061" y="358"/>
                  <a:pt x="8906" y="262"/>
                </a:cubicBezTo>
                <a:cubicBezTo>
                  <a:pt x="8632" y="108"/>
                  <a:pt x="8335" y="24"/>
                  <a:pt x="8013" y="24"/>
                </a:cubicBezTo>
                <a:cubicBezTo>
                  <a:pt x="7692" y="24"/>
                  <a:pt x="7394" y="96"/>
                  <a:pt x="7120" y="262"/>
                </a:cubicBezTo>
                <a:cubicBezTo>
                  <a:pt x="6953" y="358"/>
                  <a:pt x="6787" y="477"/>
                  <a:pt x="6656" y="632"/>
                </a:cubicBezTo>
                <a:cubicBezTo>
                  <a:pt x="6108" y="1251"/>
                  <a:pt x="5501" y="1560"/>
                  <a:pt x="4895" y="1560"/>
                </a:cubicBezTo>
                <a:cubicBezTo>
                  <a:pt x="4289" y="1560"/>
                  <a:pt x="3685" y="1251"/>
                  <a:pt x="3143" y="632"/>
                </a:cubicBezTo>
                <a:cubicBezTo>
                  <a:pt x="3001" y="477"/>
                  <a:pt x="2858" y="346"/>
                  <a:pt x="2679" y="239"/>
                </a:cubicBezTo>
                <a:cubicBezTo>
                  <a:pt x="2405" y="96"/>
                  <a:pt x="2108" y="1"/>
                  <a:pt x="178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86"/>
          <p:cNvSpPr/>
          <p:nvPr/>
        </p:nvSpPr>
        <p:spPr>
          <a:xfrm rot="3599888">
            <a:off x="1681153" y="1686036"/>
            <a:ext cx="472127" cy="430842"/>
          </a:xfrm>
          <a:custGeom>
            <a:rect b="b" l="l" r="r" t="t"/>
            <a:pathLst>
              <a:path extrusionOk="0" h="8954" w="9812">
                <a:moveTo>
                  <a:pt x="8025" y="0"/>
                </a:moveTo>
                <a:cubicBezTo>
                  <a:pt x="7716" y="0"/>
                  <a:pt x="7418" y="72"/>
                  <a:pt x="7132" y="238"/>
                </a:cubicBezTo>
                <a:cubicBezTo>
                  <a:pt x="6966" y="322"/>
                  <a:pt x="6799" y="465"/>
                  <a:pt x="6680" y="607"/>
                </a:cubicBezTo>
                <a:cubicBezTo>
                  <a:pt x="6137" y="1228"/>
                  <a:pt x="5531" y="1538"/>
                  <a:pt x="4924" y="1538"/>
                </a:cubicBezTo>
                <a:cubicBezTo>
                  <a:pt x="4319" y="1538"/>
                  <a:pt x="3714" y="1231"/>
                  <a:pt x="3168" y="619"/>
                </a:cubicBezTo>
                <a:cubicBezTo>
                  <a:pt x="3037" y="476"/>
                  <a:pt x="2894" y="346"/>
                  <a:pt x="2715" y="250"/>
                </a:cubicBezTo>
                <a:cubicBezTo>
                  <a:pt x="2441" y="107"/>
                  <a:pt x="2144" y="12"/>
                  <a:pt x="1822" y="12"/>
                </a:cubicBezTo>
                <a:cubicBezTo>
                  <a:pt x="1501" y="12"/>
                  <a:pt x="1203" y="84"/>
                  <a:pt x="929" y="250"/>
                </a:cubicBezTo>
                <a:cubicBezTo>
                  <a:pt x="655" y="405"/>
                  <a:pt x="429" y="619"/>
                  <a:pt x="274" y="905"/>
                </a:cubicBezTo>
                <a:cubicBezTo>
                  <a:pt x="120" y="1179"/>
                  <a:pt x="36" y="1477"/>
                  <a:pt x="36" y="1798"/>
                </a:cubicBezTo>
                <a:cubicBezTo>
                  <a:pt x="0" y="2084"/>
                  <a:pt x="84" y="2393"/>
                  <a:pt x="239" y="2679"/>
                </a:cubicBezTo>
                <a:cubicBezTo>
                  <a:pt x="393" y="2941"/>
                  <a:pt x="620" y="3167"/>
                  <a:pt x="893" y="3334"/>
                </a:cubicBezTo>
                <a:cubicBezTo>
                  <a:pt x="1167" y="3477"/>
                  <a:pt x="1465" y="3572"/>
                  <a:pt x="1786" y="3572"/>
                </a:cubicBezTo>
                <a:cubicBezTo>
                  <a:pt x="2108" y="3572"/>
                  <a:pt x="2406" y="3501"/>
                  <a:pt x="2679" y="3334"/>
                </a:cubicBezTo>
                <a:cubicBezTo>
                  <a:pt x="2846" y="3227"/>
                  <a:pt x="3013" y="3108"/>
                  <a:pt x="3144" y="2965"/>
                </a:cubicBezTo>
                <a:cubicBezTo>
                  <a:pt x="3687" y="2350"/>
                  <a:pt x="4304" y="2036"/>
                  <a:pt x="4914" y="2036"/>
                </a:cubicBezTo>
                <a:cubicBezTo>
                  <a:pt x="5119" y="2036"/>
                  <a:pt x="5324" y="2071"/>
                  <a:pt x="5525" y="2143"/>
                </a:cubicBezTo>
                <a:cubicBezTo>
                  <a:pt x="6192" y="2381"/>
                  <a:pt x="6597" y="3048"/>
                  <a:pt x="6466" y="3763"/>
                </a:cubicBezTo>
                <a:cubicBezTo>
                  <a:pt x="6299" y="4596"/>
                  <a:pt x="5644" y="5191"/>
                  <a:pt x="4572" y="5418"/>
                </a:cubicBezTo>
                <a:cubicBezTo>
                  <a:pt x="4382" y="5441"/>
                  <a:pt x="4180" y="5525"/>
                  <a:pt x="4001" y="5620"/>
                </a:cubicBezTo>
                <a:cubicBezTo>
                  <a:pt x="3739" y="5775"/>
                  <a:pt x="3513" y="5989"/>
                  <a:pt x="3358" y="6275"/>
                </a:cubicBezTo>
                <a:cubicBezTo>
                  <a:pt x="3203" y="6549"/>
                  <a:pt x="3108" y="6846"/>
                  <a:pt x="3108" y="7168"/>
                </a:cubicBezTo>
                <a:cubicBezTo>
                  <a:pt x="3108" y="7477"/>
                  <a:pt x="3191" y="7775"/>
                  <a:pt x="3358" y="8061"/>
                </a:cubicBezTo>
                <a:cubicBezTo>
                  <a:pt x="3501" y="8335"/>
                  <a:pt x="3727" y="8549"/>
                  <a:pt x="4001" y="8716"/>
                </a:cubicBezTo>
                <a:cubicBezTo>
                  <a:pt x="4275" y="8870"/>
                  <a:pt x="4572" y="8954"/>
                  <a:pt x="4894" y="8954"/>
                </a:cubicBezTo>
                <a:cubicBezTo>
                  <a:pt x="5215" y="8954"/>
                  <a:pt x="5513" y="8882"/>
                  <a:pt x="5787" y="8716"/>
                </a:cubicBezTo>
                <a:cubicBezTo>
                  <a:pt x="6061" y="8573"/>
                  <a:pt x="6287" y="8347"/>
                  <a:pt x="6442" y="8061"/>
                </a:cubicBezTo>
                <a:cubicBezTo>
                  <a:pt x="6597" y="7799"/>
                  <a:pt x="6680" y="7501"/>
                  <a:pt x="6680" y="7168"/>
                </a:cubicBezTo>
                <a:cubicBezTo>
                  <a:pt x="6680" y="6977"/>
                  <a:pt x="6656" y="6787"/>
                  <a:pt x="6597" y="6584"/>
                </a:cubicBezTo>
                <a:cubicBezTo>
                  <a:pt x="6073" y="5025"/>
                  <a:pt x="6739" y="3870"/>
                  <a:pt x="8371" y="3536"/>
                </a:cubicBezTo>
                <a:cubicBezTo>
                  <a:pt x="8561" y="3489"/>
                  <a:pt x="8740" y="3441"/>
                  <a:pt x="8918" y="3334"/>
                </a:cubicBezTo>
                <a:cubicBezTo>
                  <a:pt x="9180" y="3179"/>
                  <a:pt x="9406" y="2965"/>
                  <a:pt x="9573" y="2679"/>
                </a:cubicBezTo>
                <a:cubicBezTo>
                  <a:pt x="9716" y="2405"/>
                  <a:pt x="9811" y="2108"/>
                  <a:pt x="9811" y="1786"/>
                </a:cubicBezTo>
                <a:cubicBezTo>
                  <a:pt x="9811" y="1477"/>
                  <a:pt x="9740" y="1179"/>
                  <a:pt x="9573" y="893"/>
                </a:cubicBezTo>
                <a:cubicBezTo>
                  <a:pt x="9418" y="619"/>
                  <a:pt x="9204" y="405"/>
                  <a:pt x="8918" y="238"/>
                </a:cubicBezTo>
                <a:cubicBezTo>
                  <a:pt x="8656" y="84"/>
                  <a:pt x="8359" y="0"/>
                  <a:pt x="802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86"/>
          <p:cNvSpPr/>
          <p:nvPr/>
        </p:nvSpPr>
        <p:spPr>
          <a:xfrm rot="7199958">
            <a:off x="1829565" y="1033817"/>
            <a:ext cx="472114" cy="430831"/>
          </a:xfrm>
          <a:custGeom>
            <a:rect b="b" l="l" r="r" t="t"/>
            <a:pathLst>
              <a:path extrusionOk="0" h="8954" w="9812">
                <a:moveTo>
                  <a:pt x="8025" y="0"/>
                </a:moveTo>
                <a:cubicBezTo>
                  <a:pt x="7716" y="0"/>
                  <a:pt x="7418" y="72"/>
                  <a:pt x="7132" y="238"/>
                </a:cubicBezTo>
                <a:cubicBezTo>
                  <a:pt x="6966" y="322"/>
                  <a:pt x="6799" y="465"/>
                  <a:pt x="6680" y="607"/>
                </a:cubicBezTo>
                <a:cubicBezTo>
                  <a:pt x="6137" y="1228"/>
                  <a:pt x="5531" y="1538"/>
                  <a:pt x="4924" y="1538"/>
                </a:cubicBezTo>
                <a:cubicBezTo>
                  <a:pt x="4319" y="1538"/>
                  <a:pt x="3714" y="1231"/>
                  <a:pt x="3168" y="619"/>
                </a:cubicBezTo>
                <a:cubicBezTo>
                  <a:pt x="3037" y="476"/>
                  <a:pt x="2894" y="346"/>
                  <a:pt x="2715" y="250"/>
                </a:cubicBezTo>
                <a:cubicBezTo>
                  <a:pt x="2441" y="107"/>
                  <a:pt x="2144" y="12"/>
                  <a:pt x="1822" y="12"/>
                </a:cubicBezTo>
                <a:cubicBezTo>
                  <a:pt x="1501" y="12"/>
                  <a:pt x="1203" y="84"/>
                  <a:pt x="929" y="250"/>
                </a:cubicBezTo>
                <a:cubicBezTo>
                  <a:pt x="655" y="405"/>
                  <a:pt x="429" y="619"/>
                  <a:pt x="274" y="905"/>
                </a:cubicBezTo>
                <a:cubicBezTo>
                  <a:pt x="120" y="1179"/>
                  <a:pt x="36" y="1477"/>
                  <a:pt x="36" y="1798"/>
                </a:cubicBezTo>
                <a:cubicBezTo>
                  <a:pt x="0" y="2084"/>
                  <a:pt x="84" y="2393"/>
                  <a:pt x="239" y="2679"/>
                </a:cubicBezTo>
                <a:cubicBezTo>
                  <a:pt x="393" y="2941"/>
                  <a:pt x="620" y="3167"/>
                  <a:pt x="893" y="3334"/>
                </a:cubicBezTo>
                <a:cubicBezTo>
                  <a:pt x="1167" y="3477"/>
                  <a:pt x="1465" y="3572"/>
                  <a:pt x="1786" y="3572"/>
                </a:cubicBezTo>
                <a:cubicBezTo>
                  <a:pt x="2108" y="3572"/>
                  <a:pt x="2406" y="3501"/>
                  <a:pt x="2679" y="3334"/>
                </a:cubicBezTo>
                <a:cubicBezTo>
                  <a:pt x="2846" y="3227"/>
                  <a:pt x="3013" y="3108"/>
                  <a:pt x="3144" y="2965"/>
                </a:cubicBezTo>
                <a:cubicBezTo>
                  <a:pt x="3687" y="2350"/>
                  <a:pt x="4304" y="2036"/>
                  <a:pt x="4914" y="2036"/>
                </a:cubicBezTo>
                <a:cubicBezTo>
                  <a:pt x="5119" y="2036"/>
                  <a:pt x="5324" y="2071"/>
                  <a:pt x="5525" y="2143"/>
                </a:cubicBezTo>
                <a:cubicBezTo>
                  <a:pt x="6192" y="2381"/>
                  <a:pt x="6597" y="3048"/>
                  <a:pt x="6466" y="3763"/>
                </a:cubicBezTo>
                <a:cubicBezTo>
                  <a:pt x="6299" y="4596"/>
                  <a:pt x="5644" y="5191"/>
                  <a:pt x="4572" y="5418"/>
                </a:cubicBezTo>
                <a:cubicBezTo>
                  <a:pt x="4382" y="5441"/>
                  <a:pt x="4180" y="5525"/>
                  <a:pt x="4001" y="5620"/>
                </a:cubicBezTo>
                <a:cubicBezTo>
                  <a:pt x="3739" y="5775"/>
                  <a:pt x="3513" y="5989"/>
                  <a:pt x="3358" y="6275"/>
                </a:cubicBezTo>
                <a:cubicBezTo>
                  <a:pt x="3203" y="6549"/>
                  <a:pt x="3108" y="6846"/>
                  <a:pt x="3108" y="7168"/>
                </a:cubicBezTo>
                <a:cubicBezTo>
                  <a:pt x="3108" y="7477"/>
                  <a:pt x="3191" y="7775"/>
                  <a:pt x="3358" y="8061"/>
                </a:cubicBezTo>
                <a:cubicBezTo>
                  <a:pt x="3501" y="8335"/>
                  <a:pt x="3727" y="8549"/>
                  <a:pt x="4001" y="8716"/>
                </a:cubicBezTo>
                <a:cubicBezTo>
                  <a:pt x="4275" y="8870"/>
                  <a:pt x="4572" y="8954"/>
                  <a:pt x="4894" y="8954"/>
                </a:cubicBezTo>
                <a:cubicBezTo>
                  <a:pt x="5215" y="8954"/>
                  <a:pt x="5513" y="8882"/>
                  <a:pt x="5787" y="8716"/>
                </a:cubicBezTo>
                <a:cubicBezTo>
                  <a:pt x="6061" y="8573"/>
                  <a:pt x="6287" y="8347"/>
                  <a:pt x="6442" y="8061"/>
                </a:cubicBezTo>
                <a:cubicBezTo>
                  <a:pt x="6597" y="7799"/>
                  <a:pt x="6680" y="7501"/>
                  <a:pt x="6680" y="7168"/>
                </a:cubicBezTo>
                <a:cubicBezTo>
                  <a:pt x="6680" y="6977"/>
                  <a:pt x="6656" y="6787"/>
                  <a:pt x="6597" y="6584"/>
                </a:cubicBezTo>
                <a:cubicBezTo>
                  <a:pt x="6073" y="5025"/>
                  <a:pt x="6739" y="3870"/>
                  <a:pt x="8371" y="3536"/>
                </a:cubicBezTo>
                <a:cubicBezTo>
                  <a:pt x="8561" y="3489"/>
                  <a:pt x="8740" y="3441"/>
                  <a:pt x="8918" y="3334"/>
                </a:cubicBezTo>
                <a:cubicBezTo>
                  <a:pt x="9180" y="3179"/>
                  <a:pt x="9406" y="2965"/>
                  <a:pt x="9573" y="2679"/>
                </a:cubicBezTo>
                <a:cubicBezTo>
                  <a:pt x="9716" y="2405"/>
                  <a:pt x="9811" y="2108"/>
                  <a:pt x="9811" y="1786"/>
                </a:cubicBezTo>
                <a:cubicBezTo>
                  <a:pt x="9811" y="1477"/>
                  <a:pt x="9740" y="1179"/>
                  <a:pt x="9573" y="893"/>
                </a:cubicBezTo>
                <a:cubicBezTo>
                  <a:pt x="9418" y="619"/>
                  <a:pt x="9204" y="405"/>
                  <a:pt x="8918" y="238"/>
                </a:cubicBezTo>
                <a:cubicBezTo>
                  <a:pt x="8656" y="84"/>
                  <a:pt x="8359" y="0"/>
                  <a:pt x="802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86"/>
          <p:cNvSpPr/>
          <p:nvPr/>
        </p:nvSpPr>
        <p:spPr>
          <a:xfrm rot="10800000">
            <a:off x="2321900" y="1098814"/>
            <a:ext cx="472104" cy="430822"/>
          </a:xfrm>
          <a:custGeom>
            <a:rect b="b" l="l" r="r" t="t"/>
            <a:pathLst>
              <a:path extrusionOk="0" h="8954" w="9812">
                <a:moveTo>
                  <a:pt x="8025" y="0"/>
                </a:moveTo>
                <a:cubicBezTo>
                  <a:pt x="7716" y="0"/>
                  <a:pt x="7418" y="72"/>
                  <a:pt x="7132" y="238"/>
                </a:cubicBezTo>
                <a:cubicBezTo>
                  <a:pt x="6966" y="322"/>
                  <a:pt x="6799" y="465"/>
                  <a:pt x="6680" y="607"/>
                </a:cubicBezTo>
                <a:cubicBezTo>
                  <a:pt x="6137" y="1228"/>
                  <a:pt x="5531" y="1538"/>
                  <a:pt x="4924" y="1538"/>
                </a:cubicBezTo>
                <a:cubicBezTo>
                  <a:pt x="4319" y="1538"/>
                  <a:pt x="3714" y="1231"/>
                  <a:pt x="3168" y="619"/>
                </a:cubicBezTo>
                <a:cubicBezTo>
                  <a:pt x="3037" y="476"/>
                  <a:pt x="2894" y="346"/>
                  <a:pt x="2715" y="250"/>
                </a:cubicBezTo>
                <a:cubicBezTo>
                  <a:pt x="2441" y="107"/>
                  <a:pt x="2144" y="12"/>
                  <a:pt x="1822" y="12"/>
                </a:cubicBezTo>
                <a:cubicBezTo>
                  <a:pt x="1501" y="12"/>
                  <a:pt x="1203" y="84"/>
                  <a:pt x="929" y="250"/>
                </a:cubicBezTo>
                <a:cubicBezTo>
                  <a:pt x="655" y="405"/>
                  <a:pt x="429" y="619"/>
                  <a:pt x="274" y="905"/>
                </a:cubicBezTo>
                <a:cubicBezTo>
                  <a:pt x="120" y="1179"/>
                  <a:pt x="36" y="1477"/>
                  <a:pt x="36" y="1798"/>
                </a:cubicBezTo>
                <a:cubicBezTo>
                  <a:pt x="0" y="2084"/>
                  <a:pt x="84" y="2393"/>
                  <a:pt x="239" y="2679"/>
                </a:cubicBezTo>
                <a:cubicBezTo>
                  <a:pt x="393" y="2941"/>
                  <a:pt x="620" y="3167"/>
                  <a:pt x="893" y="3334"/>
                </a:cubicBezTo>
                <a:cubicBezTo>
                  <a:pt x="1167" y="3477"/>
                  <a:pt x="1465" y="3572"/>
                  <a:pt x="1786" y="3572"/>
                </a:cubicBezTo>
                <a:cubicBezTo>
                  <a:pt x="2108" y="3572"/>
                  <a:pt x="2406" y="3501"/>
                  <a:pt x="2679" y="3334"/>
                </a:cubicBezTo>
                <a:cubicBezTo>
                  <a:pt x="2846" y="3227"/>
                  <a:pt x="3013" y="3108"/>
                  <a:pt x="3144" y="2965"/>
                </a:cubicBezTo>
                <a:cubicBezTo>
                  <a:pt x="3687" y="2350"/>
                  <a:pt x="4304" y="2036"/>
                  <a:pt x="4914" y="2036"/>
                </a:cubicBezTo>
                <a:cubicBezTo>
                  <a:pt x="5119" y="2036"/>
                  <a:pt x="5324" y="2071"/>
                  <a:pt x="5525" y="2143"/>
                </a:cubicBezTo>
                <a:cubicBezTo>
                  <a:pt x="6192" y="2381"/>
                  <a:pt x="6597" y="3048"/>
                  <a:pt x="6466" y="3763"/>
                </a:cubicBezTo>
                <a:cubicBezTo>
                  <a:pt x="6299" y="4596"/>
                  <a:pt x="5644" y="5191"/>
                  <a:pt x="4572" y="5418"/>
                </a:cubicBezTo>
                <a:cubicBezTo>
                  <a:pt x="4382" y="5441"/>
                  <a:pt x="4180" y="5525"/>
                  <a:pt x="4001" y="5620"/>
                </a:cubicBezTo>
                <a:cubicBezTo>
                  <a:pt x="3739" y="5775"/>
                  <a:pt x="3513" y="5989"/>
                  <a:pt x="3358" y="6275"/>
                </a:cubicBezTo>
                <a:cubicBezTo>
                  <a:pt x="3203" y="6549"/>
                  <a:pt x="3108" y="6846"/>
                  <a:pt x="3108" y="7168"/>
                </a:cubicBezTo>
                <a:cubicBezTo>
                  <a:pt x="3108" y="7477"/>
                  <a:pt x="3191" y="7775"/>
                  <a:pt x="3358" y="8061"/>
                </a:cubicBezTo>
                <a:cubicBezTo>
                  <a:pt x="3501" y="8335"/>
                  <a:pt x="3727" y="8549"/>
                  <a:pt x="4001" y="8716"/>
                </a:cubicBezTo>
                <a:cubicBezTo>
                  <a:pt x="4275" y="8870"/>
                  <a:pt x="4572" y="8954"/>
                  <a:pt x="4894" y="8954"/>
                </a:cubicBezTo>
                <a:cubicBezTo>
                  <a:pt x="5215" y="8954"/>
                  <a:pt x="5513" y="8882"/>
                  <a:pt x="5787" y="8716"/>
                </a:cubicBezTo>
                <a:cubicBezTo>
                  <a:pt x="6061" y="8573"/>
                  <a:pt x="6287" y="8347"/>
                  <a:pt x="6442" y="8061"/>
                </a:cubicBezTo>
                <a:cubicBezTo>
                  <a:pt x="6597" y="7799"/>
                  <a:pt x="6680" y="7501"/>
                  <a:pt x="6680" y="7168"/>
                </a:cubicBezTo>
                <a:cubicBezTo>
                  <a:pt x="6680" y="6977"/>
                  <a:pt x="6656" y="6787"/>
                  <a:pt x="6597" y="6584"/>
                </a:cubicBezTo>
                <a:cubicBezTo>
                  <a:pt x="6073" y="5025"/>
                  <a:pt x="6739" y="3870"/>
                  <a:pt x="8371" y="3536"/>
                </a:cubicBezTo>
                <a:cubicBezTo>
                  <a:pt x="8561" y="3489"/>
                  <a:pt x="8740" y="3441"/>
                  <a:pt x="8918" y="3334"/>
                </a:cubicBezTo>
                <a:cubicBezTo>
                  <a:pt x="9180" y="3179"/>
                  <a:pt x="9406" y="2965"/>
                  <a:pt x="9573" y="2679"/>
                </a:cubicBezTo>
                <a:cubicBezTo>
                  <a:pt x="9716" y="2405"/>
                  <a:pt x="9811" y="2108"/>
                  <a:pt x="9811" y="1786"/>
                </a:cubicBezTo>
                <a:cubicBezTo>
                  <a:pt x="9811" y="1477"/>
                  <a:pt x="9740" y="1179"/>
                  <a:pt x="9573" y="893"/>
                </a:cubicBezTo>
                <a:cubicBezTo>
                  <a:pt x="9418" y="619"/>
                  <a:pt x="9204" y="405"/>
                  <a:pt x="8918" y="238"/>
                </a:cubicBezTo>
                <a:cubicBezTo>
                  <a:pt x="8656" y="84"/>
                  <a:pt x="8359" y="0"/>
                  <a:pt x="802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86"/>
          <p:cNvSpPr/>
          <p:nvPr/>
        </p:nvSpPr>
        <p:spPr>
          <a:xfrm rot="-7199958">
            <a:off x="2203850" y="1556729"/>
            <a:ext cx="472114" cy="430831"/>
          </a:xfrm>
          <a:custGeom>
            <a:rect b="b" l="l" r="r" t="t"/>
            <a:pathLst>
              <a:path extrusionOk="0" h="8954" w="9812">
                <a:moveTo>
                  <a:pt x="8025" y="0"/>
                </a:moveTo>
                <a:cubicBezTo>
                  <a:pt x="7716" y="0"/>
                  <a:pt x="7418" y="72"/>
                  <a:pt x="7132" y="238"/>
                </a:cubicBezTo>
                <a:cubicBezTo>
                  <a:pt x="6966" y="322"/>
                  <a:pt x="6799" y="465"/>
                  <a:pt x="6680" y="607"/>
                </a:cubicBezTo>
                <a:cubicBezTo>
                  <a:pt x="6137" y="1228"/>
                  <a:pt x="5531" y="1538"/>
                  <a:pt x="4924" y="1538"/>
                </a:cubicBezTo>
                <a:cubicBezTo>
                  <a:pt x="4319" y="1538"/>
                  <a:pt x="3714" y="1231"/>
                  <a:pt x="3168" y="619"/>
                </a:cubicBezTo>
                <a:cubicBezTo>
                  <a:pt x="3037" y="476"/>
                  <a:pt x="2894" y="346"/>
                  <a:pt x="2715" y="250"/>
                </a:cubicBezTo>
                <a:cubicBezTo>
                  <a:pt x="2441" y="107"/>
                  <a:pt x="2144" y="12"/>
                  <a:pt x="1822" y="12"/>
                </a:cubicBezTo>
                <a:cubicBezTo>
                  <a:pt x="1501" y="12"/>
                  <a:pt x="1203" y="84"/>
                  <a:pt x="929" y="250"/>
                </a:cubicBezTo>
                <a:cubicBezTo>
                  <a:pt x="655" y="405"/>
                  <a:pt x="429" y="619"/>
                  <a:pt x="274" y="905"/>
                </a:cubicBezTo>
                <a:cubicBezTo>
                  <a:pt x="120" y="1179"/>
                  <a:pt x="36" y="1477"/>
                  <a:pt x="36" y="1798"/>
                </a:cubicBezTo>
                <a:cubicBezTo>
                  <a:pt x="0" y="2084"/>
                  <a:pt x="84" y="2393"/>
                  <a:pt x="239" y="2679"/>
                </a:cubicBezTo>
                <a:cubicBezTo>
                  <a:pt x="393" y="2941"/>
                  <a:pt x="620" y="3167"/>
                  <a:pt x="893" y="3334"/>
                </a:cubicBezTo>
                <a:cubicBezTo>
                  <a:pt x="1167" y="3477"/>
                  <a:pt x="1465" y="3572"/>
                  <a:pt x="1786" y="3572"/>
                </a:cubicBezTo>
                <a:cubicBezTo>
                  <a:pt x="2108" y="3572"/>
                  <a:pt x="2406" y="3501"/>
                  <a:pt x="2679" y="3334"/>
                </a:cubicBezTo>
                <a:cubicBezTo>
                  <a:pt x="2846" y="3227"/>
                  <a:pt x="3013" y="3108"/>
                  <a:pt x="3144" y="2965"/>
                </a:cubicBezTo>
                <a:cubicBezTo>
                  <a:pt x="3687" y="2350"/>
                  <a:pt x="4304" y="2036"/>
                  <a:pt x="4914" y="2036"/>
                </a:cubicBezTo>
                <a:cubicBezTo>
                  <a:pt x="5119" y="2036"/>
                  <a:pt x="5324" y="2071"/>
                  <a:pt x="5525" y="2143"/>
                </a:cubicBezTo>
                <a:cubicBezTo>
                  <a:pt x="6192" y="2381"/>
                  <a:pt x="6597" y="3048"/>
                  <a:pt x="6466" y="3763"/>
                </a:cubicBezTo>
                <a:cubicBezTo>
                  <a:pt x="6299" y="4596"/>
                  <a:pt x="5644" y="5191"/>
                  <a:pt x="4572" y="5418"/>
                </a:cubicBezTo>
                <a:cubicBezTo>
                  <a:pt x="4382" y="5441"/>
                  <a:pt x="4180" y="5525"/>
                  <a:pt x="4001" y="5620"/>
                </a:cubicBezTo>
                <a:cubicBezTo>
                  <a:pt x="3739" y="5775"/>
                  <a:pt x="3513" y="5989"/>
                  <a:pt x="3358" y="6275"/>
                </a:cubicBezTo>
                <a:cubicBezTo>
                  <a:pt x="3203" y="6549"/>
                  <a:pt x="3108" y="6846"/>
                  <a:pt x="3108" y="7168"/>
                </a:cubicBezTo>
                <a:cubicBezTo>
                  <a:pt x="3108" y="7477"/>
                  <a:pt x="3191" y="7775"/>
                  <a:pt x="3358" y="8061"/>
                </a:cubicBezTo>
                <a:cubicBezTo>
                  <a:pt x="3501" y="8335"/>
                  <a:pt x="3727" y="8549"/>
                  <a:pt x="4001" y="8716"/>
                </a:cubicBezTo>
                <a:cubicBezTo>
                  <a:pt x="4275" y="8870"/>
                  <a:pt x="4572" y="8954"/>
                  <a:pt x="4894" y="8954"/>
                </a:cubicBezTo>
                <a:cubicBezTo>
                  <a:pt x="5215" y="8954"/>
                  <a:pt x="5513" y="8882"/>
                  <a:pt x="5787" y="8716"/>
                </a:cubicBezTo>
                <a:cubicBezTo>
                  <a:pt x="6061" y="8573"/>
                  <a:pt x="6287" y="8347"/>
                  <a:pt x="6442" y="8061"/>
                </a:cubicBezTo>
                <a:cubicBezTo>
                  <a:pt x="6597" y="7799"/>
                  <a:pt x="6680" y="7501"/>
                  <a:pt x="6680" y="7168"/>
                </a:cubicBezTo>
                <a:cubicBezTo>
                  <a:pt x="6680" y="6977"/>
                  <a:pt x="6656" y="6787"/>
                  <a:pt x="6597" y="6584"/>
                </a:cubicBezTo>
                <a:cubicBezTo>
                  <a:pt x="6073" y="5025"/>
                  <a:pt x="6739" y="3870"/>
                  <a:pt x="8371" y="3536"/>
                </a:cubicBezTo>
                <a:cubicBezTo>
                  <a:pt x="8561" y="3489"/>
                  <a:pt x="8740" y="3441"/>
                  <a:pt x="8918" y="3334"/>
                </a:cubicBezTo>
                <a:cubicBezTo>
                  <a:pt x="9180" y="3179"/>
                  <a:pt x="9406" y="2965"/>
                  <a:pt x="9573" y="2679"/>
                </a:cubicBezTo>
                <a:cubicBezTo>
                  <a:pt x="9716" y="2405"/>
                  <a:pt x="9811" y="2108"/>
                  <a:pt x="9811" y="1786"/>
                </a:cubicBezTo>
                <a:cubicBezTo>
                  <a:pt x="9811" y="1477"/>
                  <a:pt x="9740" y="1179"/>
                  <a:pt x="9573" y="893"/>
                </a:cubicBezTo>
                <a:cubicBezTo>
                  <a:pt x="9418" y="619"/>
                  <a:pt x="9204" y="405"/>
                  <a:pt x="8918" y="238"/>
                </a:cubicBezTo>
                <a:cubicBezTo>
                  <a:pt x="8656" y="84"/>
                  <a:pt x="8359" y="0"/>
                  <a:pt x="802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86"/>
          <p:cNvSpPr/>
          <p:nvPr/>
        </p:nvSpPr>
        <p:spPr>
          <a:xfrm rot="-3600042">
            <a:off x="2657498" y="1686040"/>
            <a:ext cx="472114" cy="430831"/>
          </a:xfrm>
          <a:custGeom>
            <a:rect b="b" l="l" r="r" t="t"/>
            <a:pathLst>
              <a:path extrusionOk="0" h="8954" w="9812">
                <a:moveTo>
                  <a:pt x="8025" y="0"/>
                </a:moveTo>
                <a:cubicBezTo>
                  <a:pt x="7716" y="0"/>
                  <a:pt x="7418" y="72"/>
                  <a:pt x="7132" y="238"/>
                </a:cubicBezTo>
                <a:cubicBezTo>
                  <a:pt x="6966" y="322"/>
                  <a:pt x="6799" y="465"/>
                  <a:pt x="6680" y="607"/>
                </a:cubicBezTo>
                <a:cubicBezTo>
                  <a:pt x="6137" y="1228"/>
                  <a:pt x="5531" y="1538"/>
                  <a:pt x="4924" y="1538"/>
                </a:cubicBezTo>
                <a:cubicBezTo>
                  <a:pt x="4319" y="1538"/>
                  <a:pt x="3714" y="1231"/>
                  <a:pt x="3168" y="619"/>
                </a:cubicBezTo>
                <a:cubicBezTo>
                  <a:pt x="3037" y="476"/>
                  <a:pt x="2894" y="346"/>
                  <a:pt x="2715" y="250"/>
                </a:cubicBezTo>
                <a:cubicBezTo>
                  <a:pt x="2441" y="107"/>
                  <a:pt x="2144" y="12"/>
                  <a:pt x="1822" y="12"/>
                </a:cubicBezTo>
                <a:cubicBezTo>
                  <a:pt x="1501" y="12"/>
                  <a:pt x="1203" y="84"/>
                  <a:pt x="929" y="250"/>
                </a:cubicBezTo>
                <a:cubicBezTo>
                  <a:pt x="655" y="405"/>
                  <a:pt x="429" y="619"/>
                  <a:pt x="274" y="905"/>
                </a:cubicBezTo>
                <a:cubicBezTo>
                  <a:pt x="120" y="1179"/>
                  <a:pt x="36" y="1477"/>
                  <a:pt x="36" y="1798"/>
                </a:cubicBezTo>
                <a:cubicBezTo>
                  <a:pt x="0" y="2084"/>
                  <a:pt x="84" y="2393"/>
                  <a:pt x="239" y="2679"/>
                </a:cubicBezTo>
                <a:cubicBezTo>
                  <a:pt x="393" y="2941"/>
                  <a:pt x="620" y="3167"/>
                  <a:pt x="893" y="3334"/>
                </a:cubicBezTo>
                <a:cubicBezTo>
                  <a:pt x="1167" y="3477"/>
                  <a:pt x="1465" y="3572"/>
                  <a:pt x="1786" y="3572"/>
                </a:cubicBezTo>
                <a:cubicBezTo>
                  <a:pt x="2108" y="3572"/>
                  <a:pt x="2406" y="3501"/>
                  <a:pt x="2679" y="3334"/>
                </a:cubicBezTo>
                <a:cubicBezTo>
                  <a:pt x="2846" y="3227"/>
                  <a:pt x="3013" y="3108"/>
                  <a:pt x="3144" y="2965"/>
                </a:cubicBezTo>
                <a:cubicBezTo>
                  <a:pt x="3687" y="2350"/>
                  <a:pt x="4304" y="2036"/>
                  <a:pt x="4914" y="2036"/>
                </a:cubicBezTo>
                <a:cubicBezTo>
                  <a:pt x="5119" y="2036"/>
                  <a:pt x="5324" y="2071"/>
                  <a:pt x="5525" y="2143"/>
                </a:cubicBezTo>
                <a:cubicBezTo>
                  <a:pt x="6192" y="2381"/>
                  <a:pt x="6597" y="3048"/>
                  <a:pt x="6466" y="3763"/>
                </a:cubicBezTo>
                <a:cubicBezTo>
                  <a:pt x="6299" y="4596"/>
                  <a:pt x="5644" y="5191"/>
                  <a:pt x="4572" y="5418"/>
                </a:cubicBezTo>
                <a:cubicBezTo>
                  <a:pt x="4382" y="5441"/>
                  <a:pt x="4180" y="5525"/>
                  <a:pt x="4001" y="5620"/>
                </a:cubicBezTo>
                <a:cubicBezTo>
                  <a:pt x="3739" y="5775"/>
                  <a:pt x="3513" y="5989"/>
                  <a:pt x="3358" y="6275"/>
                </a:cubicBezTo>
                <a:cubicBezTo>
                  <a:pt x="3203" y="6549"/>
                  <a:pt x="3108" y="6846"/>
                  <a:pt x="3108" y="7168"/>
                </a:cubicBezTo>
                <a:cubicBezTo>
                  <a:pt x="3108" y="7477"/>
                  <a:pt x="3191" y="7775"/>
                  <a:pt x="3358" y="8061"/>
                </a:cubicBezTo>
                <a:cubicBezTo>
                  <a:pt x="3501" y="8335"/>
                  <a:pt x="3727" y="8549"/>
                  <a:pt x="4001" y="8716"/>
                </a:cubicBezTo>
                <a:cubicBezTo>
                  <a:pt x="4275" y="8870"/>
                  <a:pt x="4572" y="8954"/>
                  <a:pt x="4894" y="8954"/>
                </a:cubicBezTo>
                <a:cubicBezTo>
                  <a:pt x="5215" y="8954"/>
                  <a:pt x="5513" y="8882"/>
                  <a:pt x="5787" y="8716"/>
                </a:cubicBezTo>
                <a:cubicBezTo>
                  <a:pt x="6061" y="8573"/>
                  <a:pt x="6287" y="8347"/>
                  <a:pt x="6442" y="8061"/>
                </a:cubicBezTo>
                <a:cubicBezTo>
                  <a:pt x="6597" y="7799"/>
                  <a:pt x="6680" y="7501"/>
                  <a:pt x="6680" y="7168"/>
                </a:cubicBezTo>
                <a:cubicBezTo>
                  <a:pt x="6680" y="6977"/>
                  <a:pt x="6656" y="6787"/>
                  <a:pt x="6597" y="6584"/>
                </a:cubicBezTo>
                <a:cubicBezTo>
                  <a:pt x="6073" y="5025"/>
                  <a:pt x="6739" y="3870"/>
                  <a:pt x="8371" y="3536"/>
                </a:cubicBezTo>
                <a:cubicBezTo>
                  <a:pt x="8561" y="3489"/>
                  <a:pt x="8740" y="3441"/>
                  <a:pt x="8918" y="3334"/>
                </a:cubicBezTo>
                <a:cubicBezTo>
                  <a:pt x="9180" y="3179"/>
                  <a:pt x="9406" y="2965"/>
                  <a:pt x="9573" y="2679"/>
                </a:cubicBezTo>
                <a:cubicBezTo>
                  <a:pt x="9716" y="2405"/>
                  <a:pt x="9811" y="2108"/>
                  <a:pt x="9811" y="1786"/>
                </a:cubicBezTo>
                <a:cubicBezTo>
                  <a:pt x="9811" y="1477"/>
                  <a:pt x="9740" y="1179"/>
                  <a:pt x="9573" y="893"/>
                </a:cubicBezTo>
                <a:cubicBezTo>
                  <a:pt x="9418" y="619"/>
                  <a:pt x="9204" y="405"/>
                  <a:pt x="8918" y="238"/>
                </a:cubicBezTo>
                <a:cubicBezTo>
                  <a:pt x="8656" y="84"/>
                  <a:pt x="8359" y="0"/>
                  <a:pt x="802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86"/>
          <p:cNvSpPr/>
          <p:nvPr/>
        </p:nvSpPr>
        <p:spPr>
          <a:xfrm rot="3599888">
            <a:off x="3293933" y="1492434"/>
            <a:ext cx="619895" cy="430842"/>
          </a:xfrm>
          <a:custGeom>
            <a:rect b="b" l="l" r="r" t="t"/>
            <a:pathLst>
              <a:path extrusionOk="0" h="8954" w="12883">
                <a:moveTo>
                  <a:pt x="7990" y="0"/>
                </a:moveTo>
                <a:cubicBezTo>
                  <a:pt x="7680" y="0"/>
                  <a:pt x="7382" y="72"/>
                  <a:pt x="7097" y="238"/>
                </a:cubicBezTo>
                <a:cubicBezTo>
                  <a:pt x="6930" y="322"/>
                  <a:pt x="6787" y="465"/>
                  <a:pt x="6644" y="607"/>
                </a:cubicBezTo>
                <a:cubicBezTo>
                  <a:pt x="6101" y="1228"/>
                  <a:pt x="5495" y="1538"/>
                  <a:pt x="4887" y="1538"/>
                </a:cubicBezTo>
                <a:cubicBezTo>
                  <a:pt x="4281" y="1538"/>
                  <a:pt x="3672" y="1231"/>
                  <a:pt x="3120" y="619"/>
                </a:cubicBezTo>
                <a:cubicBezTo>
                  <a:pt x="2989" y="476"/>
                  <a:pt x="2834" y="357"/>
                  <a:pt x="2656" y="250"/>
                </a:cubicBezTo>
                <a:cubicBezTo>
                  <a:pt x="2394" y="107"/>
                  <a:pt x="2096" y="12"/>
                  <a:pt x="1763" y="12"/>
                </a:cubicBezTo>
                <a:cubicBezTo>
                  <a:pt x="1453" y="12"/>
                  <a:pt x="1155" y="84"/>
                  <a:pt x="870" y="250"/>
                </a:cubicBezTo>
                <a:cubicBezTo>
                  <a:pt x="631" y="369"/>
                  <a:pt x="393" y="596"/>
                  <a:pt x="239" y="881"/>
                </a:cubicBezTo>
                <a:cubicBezTo>
                  <a:pt x="84" y="1143"/>
                  <a:pt x="0" y="1441"/>
                  <a:pt x="0" y="1774"/>
                </a:cubicBezTo>
                <a:cubicBezTo>
                  <a:pt x="0" y="2084"/>
                  <a:pt x="72" y="2381"/>
                  <a:pt x="239" y="2667"/>
                </a:cubicBezTo>
                <a:cubicBezTo>
                  <a:pt x="381" y="2929"/>
                  <a:pt x="608" y="3155"/>
                  <a:pt x="893" y="3310"/>
                </a:cubicBezTo>
                <a:cubicBezTo>
                  <a:pt x="1155" y="3465"/>
                  <a:pt x="1453" y="3560"/>
                  <a:pt x="1786" y="3560"/>
                </a:cubicBezTo>
                <a:cubicBezTo>
                  <a:pt x="2096" y="3560"/>
                  <a:pt x="2394" y="3477"/>
                  <a:pt x="2679" y="3310"/>
                </a:cubicBezTo>
                <a:cubicBezTo>
                  <a:pt x="2834" y="3215"/>
                  <a:pt x="3001" y="3096"/>
                  <a:pt x="3132" y="2941"/>
                </a:cubicBezTo>
                <a:cubicBezTo>
                  <a:pt x="3679" y="2322"/>
                  <a:pt x="4287" y="2012"/>
                  <a:pt x="4892" y="2012"/>
                </a:cubicBezTo>
                <a:cubicBezTo>
                  <a:pt x="5498" y="2012"/>
                  <a:pt x="6102" y="2322"/>
                  <a:pt x="6644" y="2941"/>
                </a:cubicBezTo>
                <a:cubicBezTo>
                  <a:pt x="6787" y="3096"/>
                  <a:pt x="6930" y="3227"/>
                  <a:pt x="7108" y="3334"/>
                </a:cubicBezTo>
                <a:cubicBezTo>
                  <a:pt x="7275" y="3441"/>
                  <a:pt x="7466" y="3501"/>
                  <a:pt x="7656" y="3536"/>
                </a:cubicBezTo>
                <a:cubicBezTo>
                  <a:pt x="9264" y="3870"/>
                  <a:pt x="9942" y="5025"/>
                  <a:pt x="9418" y="6572"/>
                </a:cubicBezTo>
                <a:cubicBezTo>
                  <a:pt x="9359" y="6751"/>
                  <a:pt x="9311" y="6965"/>
                  <a:pt x="9311" y="7168"/>
                </a:cubicBezTo>
                <a:cubicBezTo>
                  <a:pt x="9311" y="7477"/>
                  <a:pt x="9383" y="7775"/>
                  <a:pt x="9549" y="8061"/>
                </a:cubicBezTo>
                <a:cubicBezTo>
                  <a:pt x="9704" y="8335"/>
                  <a:pt x="9918" y="8549"/>
                  <a:pt x="10204" y="8716"/>
                </a:cubicBezTo>
                <a:cubicBezTo>
                  <a:pt x="10478" y="8870"/>
                  <a:pt x="10776" y="8954"/>
                  <a:pt x="11097" y="8954"/>
                </a:cubicBezTo>
                <a:cubicBezTo>
                  <a:pt x="11407" y="8954"/>
                  <a:pt x="11704" y="8882"/>
                  <a:pt x="11990" y="8716"/>
                </a:cubicBezTo>
                <a:cubicBezTo>
                  <a:pt x="12264" y="8573"/>
                  <a:pt x="12478" y="8347"/>
                  <a:pt x="12645" y="8061"/>
                </a:cubicBezTo>
                <a:cubicBezTo>
                  <a:pt x="12800" y="7799"/>
                  <a:pt x="12883" y="7501"/>
                  <a:pt x="12883" y="7168"/>
                </a:cubicBezTo>
                <a:cubicBezTo>
                  <a:pt x="12883" y="6858"/>
                  <a:pt x="12812" y="6561"/>
                  <a:pt x="12645" y="6275"/>
                </a:cubicBezTo>
                <a:cubicBezTo>
                  <a:pt x="12502" y="6013"/>
                  <a:pt x="12276" y="5787"/>
                  <a:pt x="11990" y="5620"/>
                </a:cubicBezTo>
                <a:cubicBezTo>
                  <a:pt x="11823" y="5525"/>
                  <a:pt x="11633" y="5453"/>
                  <a:pt x="11442" y="5418"/>
                </a:cubicBezTo>
                <a:cubicBezTo>
                  <a:pt x="9835" y="5084"/>
                  <a:pt x="9144" y="3929"/>
                  <a:pt x="9668" y="2370"/>
                </a:cubicBezTo>
                <a:cubicBezTo>
                  <a:pt x="9728" y="2191"/>
                  <a:pt x="9775" y="1977"/>
                  <a:pt x="9775" y="1786"/>
                </a:cubicBezTo>
                <a:cubicBezTo>
                  <a:pt x="9775" y="1477"/>
                  <a:pt x="9704" y="1179"/>
                  <a:pt x="9537" y="893"/>
                </a:cubicBezTo>
                <a:cubicBezTo>
                  <a:pt x="9383" y="619"/>
                  <a:pt x="9168" y="405"/>
                  <a:pt x="8883" y="238"/>
                </a:cubicBezTo>
                <a:cubicBezTo>
                  <a:pt x="8609" y="84"/>
                  <a:pt x="8311" y="0"/>
                  <a:pt x="799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86"/>
          <p:cNvSpPr/>
          <p:nvPr/>
        </p:nvSpPr>
        <p:spPr>
          <a:xfrm rot="7199958">
            <a:off x="3815724" y="1098815"/>
            <a:ext cx="619879" cy="430831"/>
          </a:xfrm>
          <a:custGeom>
            <a:rect b="b" l="l" r="r" t="t"/>
            <a:pathLst>
              <a:path extrusionOk="0" h="8954" w="12883">
                <a:moveTo>
                  <a:pt x="7990" y="0"/>
                </a:moveTo>
                <a:cubicBezTo>
                  <a:pt x="7680" y="0"/>
                  <a:pt x="7382" y="72"/>
                  <a:pt x="7097" y="238"/>
                </a:cubicBezTo>
                <a:cubicBezTo>
                  <a:pt x="6930" y="322"/>
                  <a:pt x="6787" y="465"/>
                  <a:pt x="6644" y="607"/>
                </a:cubicBezTo>
                <a:cubicBezTo>
                  <a:pt x="6101" y="1228"/>
                  <a:pt x="5495" y="1538"/>
                  <a:pt x="4887" y="1538"/>
                </a:cubicBezTo>
                <a:cubicBezTo>
                  <a:pt x="4281" y="1538"/>
                  <a:pt x="3672" y="1231"/>
                  <a:pt x="3120" y="619"/>
                </a:cubicBezTo>
                <a:cubicBezTo>
                  <a:pt x="2989" y="476"/>
                  <a:pt x="2834" y="357"/>
                  <a:pt x="2656" y="250"/>
                </a:cubicBezTo>
                <a:cubicBezTo>
                  <a:pt x="2394" y="107"/>
                  <a:pt x="2096" y="12"/>
                  <a:pt x="1763" y="12"/>
                </a:cubicBezTo>
                <a:cubicBezTo>
                  <a:pt x="1453" y="12"/>
                  <a:pt x="1155" y="84"/>
                  <a:pt x="870" y="250"/>
                </a:cubicBezTo>
                <a:cubicBezTo>
                  <a:pt x="631" y="369"/>
                  <a:pt x="393" y="596"/>
                  <a:pt x="239" y="881"/>
                </a:cubicBezTo>
                <a:cubicBezTo>
                  <a:pt x="84" y="1143"/>
                  <a:pt x="0" y="1441"/>
                  <a:pt x="0" y="1774"/>
                </a:cubicBezTo>
                <a:cubicBezTo>
                  <a:pt x="0" y="2084"/>
                  <a:pt x="72" y="2381"/>
                  <a:pt x="239" y="2667"/>
                </a:cubicBezTo>
                <a:cubicBezTo>
                  <a:pt x="381" y="2929"/>
                  <a:pt x="608" y="3155"/>
                  <a:pt x="893" y="3310"/>
                </a:cubicBezTo>
                <a:cubicBezTo>
                  <a:pt x="1155" y="3465"/>
                  <a:pt x="1453" y="3560"/>
                  <a:pt x="1786" y="3560"/>
                </a:cubicBezTo>
                <a:cubicBezTo>
                  <a:pt x="2096" y="3560"/>
                  <a:pt x="2394" y="3477"/>
                  <a:pt x="2679" y="3310"/>
                </a:cubicBezTo>
                <a:cubicBezTo>
                  <a:pt x="2834" y="3215"/>
                  <a:pt x="3001" y="3096"/>
                  <a:pt x="3132" y="2941"/>
                </a:cubicBezTo>
                <a:cubicBezTo>
                  <a:pt x="3679" y="2322"/>
                  <a:pt x="4287" y="2012"/>
                  <a:pt x="4892" y="2012"/>
                </a:cubicBezTo>
                <a:cubicBezTo>
                  <a:pt x="5498" y="2012"/>
                  <a:pt x="6102" y="2322"/>
                  <a:pt x="6644" y="2941"/>
                </a:cubicBezTo>
                <a:cubicBezTo>
                  <a:pt x="6787" y="3096"/>
                  <a:pt x="6930" y="3227"/>
                  <a:pt x="7108" y="3334"/>
                </a:cubicBezTo>
                <a:cubicBezTo>
                  <a:pt x="7275" y="3441"/>
                  <a:pt x="7466" y="3501"/>
                  <a:pt x="7656" y="3536"/>
                </a:cubicBezTo>
                <a:cubicBezTo>
                  <a:pt x="9264" y="3870"/>
                  <a:pt x="9942" y="5025"/>
                  <a:pt x="9418" y="6572"/>
                </a:cubicBezTo>
                <a:cubicBezTo>
                  <a:pt x="9359" y="6751"/>
                  <a:pt x="9311" y="6965"/>
                  <a:pt x="9311" y="7168"/>
                </a:cubicBezTo>
                <a:cubicBezTo>
                  <a:pt x="9311" y="7477"/>
                  <a:pt x="9383" y="7775"/>
                  <a:pt x="9549" y="8061"/>
                </a:cubicBezTo>
                <a:cubicBezTo>
                  <a:pt x="9704" y="8335"/>
                  <a:pt x="9918" y="8549"/>
                  <a:pt x="10204" y="8716"/>
                </a:cubicBezTo>
                <a:cubicBezTo>
                  <a:pt x="10478" y="8870"/>
                  <a:pt x="10776" y="8954"/>
                  <a:pt x="11097" y="8954"/>
                </a:cubicBezTo>
                <a:cubicBezTo>
                  <a:pt x="11407" y="8954"/>
                  <a:pt x="11704" y="8882"/>
                  <a:pt x="11990" y="8716"/>
                </a:cubicBezTo>
                <a:cubicBezTo>
                  <a:pt x="12264" y="8573"/>
                  <a:pt x="12478" y="8347"/>
                  <a:pt x="12645" y="8061"/>
                </a:cubicBezTo>
                <a:cubicBezTo>
                  <a:pt x="12800" y="7799"/>
                  <a:pt x="12883" y="7501"/>
                  <a:pt x="12883" y="7168"/>
                </a:cubicBezTo>
                <a:cubicBezTo>
                  <a:pt x="12883" y="6858"/>
                  <a:pt x="12812" y="6561"/>
                  <a:pt x="12645" y="6275"/>
                </a:cubicBezTo>
                <a:cubicBezTo>
                  <a:pt x="12502" y="6013"/>
                  <a:pt x="12276" y="5787"/>
                  <a:pt x="11990" y="5620"/>
                </a:cubicBezTo>
                <a:cubicBezTo>
                  <a:pt x="11823" y="5525"/>
                  <a:pt x="11633" y="5453"/>
                  <a:pt x="11442" y="5418"/>
                </a:cubicBezTo>
                <a:cubicBezTo>
                  <a:pt x="9835" y="5084"/>
                  <a:pt x="9144" y="3929"/>
                  <a:pt x="9668" y="2370"/>
                </a:cubicBezTo>
                <a:cubicBezTo>
                  <a:pt x="9728" y="2191"/>
                  <a:pt x="9775" y="1977"/>
                  <a:pt x="9775" y="1786"/>
                </a:cubicBezTo>
                <a:cubicBezTo>
                  <a:pt x="9775" y="1477"/>
                  <a:pt x="9704" y="1179"/>
                  <a:pt x="9537" y="893"/>
                </a:cubicBezTo>
                <a:cubicBezTo>
                  <a:pt x="9383" y="619"/>
                  <a:pt x="9168" y="405"/>
                  <a:pt x="8883" y="238"/>
                </a:cubicBezTo>
                <a:cubicBezTo>
                  <a:pt x="8609" y="84"/>
                  <a:pt x="8311" y="0"/>
                  <a:pt x="799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86"/>
          <p:cNvSpPr/>
          <p:nvPr/>
        </p:nvSpPr>
        <p:spPr>
          <a:xfrm rot="10800000">
            <a:off x="2919057" y="1363376"/>
            <a:ext cx="619866" cy="430822"/>
          </a:xfrm>
          <a:custGeom>
            <a:rect b="b" l="l" r="r" t="t"/>
            <a:pathLst>
              <a:path extrusionOk="0" h="8954" w="12883">
                <a:moveTo>
                  <a:pt x="7990" y="0"/>
                </a:moveTo>
                <a:cubicBezTo>
                  <a:pt x="7680" y="0"/>
                  <a:pt x="7382" y="72"/>
                  <a:pt x="7097" y="238"/>
                </a:cubicBezTo>
                <a:cubicBezTo>
                  <a:pt x="6930" y="322"/>
                  <a:pt x="6787" y="465"/>
                  <a:pt x="6644" y="607"/>
                </a:cubicBezTo>
                <a:cubicBezTo>
                  <a:pt x="6101" y="1228"/>
                  <a:pt x="5495" y="1538"/>
                  <a:pt x="4887" y="1538"/>
                </a:cubicBezTo>
                <a:cubicBezTo>
                  <a:pt x="4281" y="1538"/>
                  <a:pt x="3672" y="1231"/>
                  <a:pt x="3120" y="619"/>
                </a:cubicBezTo>
                <a:cubicBezTo>
                  <a:pt x="2989" y="476"/>
                  <a:pt x="2834" y="357"/>
                  <a:pt x="2656" y="250"/>
                </a:cubicBezTo>
                <a:cubicBezTo>
                  <a:pt x="2394" y="107"/>
                  <a:pt x="2096" y="12"/>
                  <a:pt x="1763" y="12"/>
                </a:cubicBezTo>
                <a:cubicBezTo>
                  <a:pt x="1453" y="12"/>
                  <a:pt x="1155" y="84"/>
                  <a:pt x="870" y="250"/>
                </a:cubicBezTo>
                <a:cubicBezTo>
                  <a:pt x="631" y="369"/>
                  <a:pt x="393" y="596"/>
                  <a:pt x="239" y="881"/>
                </a:cubicBezTo>
                <a:cubicBezTo>
                  <a:pt x="84" y="1143"/>
                  <a:pt x="0" y="1441"/>
                  <a:pt x="0" y="1774"/>
                </a:cubicBezTo>
                <a:cubicBezTo>
                  <a:pt x="0" y="2084"/>
                  <a:pt x="72" y="2381"/>
                  <a:pt x="239" y="2667"/>
                </a:cubicBezTo>
                <a:cubicBezTo>
                  <a:pt x="381" y="2929"/>
                  <a:pt x="608" y="3155"/>
                  <a:pt x="893" y="3310"/>
                </a:cubicBezTo>
                <a:cubicBezTo>
                  <a:pt x="1155" y="3465"/>
                  <a:pt x="1453" y="3560"/>
                  <a:pt x="1786" y="3560"/>
                </a:cubicBezTo>
                <a:cubicBezTo>
                  <a:pt x="2096" y="3560"/>
                  <a:pt x="2394" y="3477"/>
                  <a:pt x="2679" y="3310"/>
                </a:cubicBezTo>
                <a:cubicBezTo>
                  <a:pt x="2834" y="3215"/>
                  <a:pt x="3001" y="3096"/>
                  <a:pt x="3132" y="2941"/>
                </a:cubicBezTo>
                <a:cubicBezTo>
                  <a:pt x="3679" y="2322"/>
                  <a:pt x="4287" y="2012"/>
                  <a:pt x="4892" y="2012"/>
                </a:cubicBezTo>
                <a:cubicBezTo>
                  <a:pt x="5498" y="2012"/>
                  <a:pt x="6102" y="2322"/>
                  <a:pt x="6644" y="2941"/>
                </a:cubicBezTo>
                <a:cubicBezTo>
                  <a:pt x="6787" y="3096"/>
                  <a:pt x="6930" y="3227"/>
                  <a:pt x="7108" y="3334"/>
                </a:cubicBezTo>
                <a:cubicBezTo>
                  <a:pt x="7275" y="3441"/>
                  <a:pt x="7466" y="3501"/>
                  <a:pt x="7656" y="3536"/>
                </a:cubicBezTo>
                <a:cubicBezTo>
                  <a:pt x="9264" y="3870"/>
                  <a:pt x="9942" y="5025"/>
                  <a:pt x="9418" y="6572"/>
                </a:cubicBezTo>
                <a:cubicBezTo>
                  <a:pt x="9359" y="6751"/>
                  <a:pt x="9311" y="6965"/>
                  <a:pt x="9311" y="7168"/>
                </a:cubicBezTo>
                <a:cubicBezTo>
                  <a:pt x="9311" y="7477"/>
                  <a:pt x="9383" y="7775"/>
                  <a:pt x="9549" y="8061"/>
                </a:cubicBezTo>
                <a:cubicBezTo>
                  <a:pt x="9704" y="8335"/>
                  <a:pt x="9918" y="8549"/>
                  <a:pt x="10204" y="8716"/>
                </a:cubicBezTo>
                <a:cubicBezTo>
                  <a:pt x="10478" y="8870"/>
                  <a:pt x="10776" y="8954"/>
                  <a:pt x="11097" y="8954"/>
                </a:cubicBezTo>
                <a:cubicBezTo>
                  <a:pt x="11407" y="8954"/>
                  <a:pt x="11704" y="8882"/>
                  <a:pt x="11990" y="8716"/>
                </a:cubicBezTo>
                <a:cubicBezTo>
                  <a:pt x="12264" y="8573"/>
                  <a:pt x="12478" y="8347"/>
                  <a:pt x="12645" y="8061"/>
                </a:cubicBezTo>
                <a:cubicBezTo>
                  <a:pt x="12800" y="7799"/>
                  <a:pt x="12883" y="7501"/>
                  <a:pt x="12883" y="7168"/>
                </a:cubicBezTo>
                <a:cubicBezTo>
                  <a:pt x="12883" y="6858"/>
                  <a:pt x="12812" y="6561"/>
                  <a:pt x="12645" y="6275"/>
                </a:cubicBezTo>
                <a:cubicBezTo>
                  <a:pt x="12502" y="6013"/>
                  <a:pt x="12276" y="5787"/>
                  <a:pt x="11990" y="5620"/>
                </a:cubicBezTo>
                <a:cubicBezTo>
                  <a:pt x="11823" y="5525"/>
                  <a:pt x="11633" y="5453"/>
                  <a:pt x="11442" y="5418"/>
                </a:cubicBezTo>
                <a:cubicBezTo>
                  <a:pt x="9835" y="5084"/>
                  <a:pt x="9144" y="3929"/>
                  <a:pt x="9668" y="2370"/>
                </a:cubicBezTo>
                <a:cubicBezTo>
                  <a:pt x="9728" y="2191"/>
                  <a:pt x="9775" y="1977"/>
                  <a:pt x="9775" y="1786"/>
                </a:cubicBezTo>
                <a:cubicBezTo>
                  <a:pt x="9775" y="1477"/>
                  <a:pt x="9704" y="1179"/>
                  <a:pt x="9537" y="893"/>
                </a:cubicBezTo>
                <a:cubicBezTo>
                  <a:pt x="9383" y="619"/>
                  <a:pt x="9168" y="405"/>
                  <a:pt x="8883" y="238"/>
                </a:cubicBezTo>
                <a:cubicBezTo>
                  <a:pt x="8609" y="84"/>
                  <a:pt x="8311" y="0"/>
                  <a:pt x="799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86"/>
          <p:cNvSpPr/>
          <p:nvPr/>
        </p:nvSpPr>
        <p:spPr>
          <a:xfrm rot="-7199958">
            <a:off x="4342043" y="1228067"/>
            <a:ext cx="619879" cy="430831"/>
          </a:xfrm>
          <a:custGeom>
            <a:rect b="b" l="l" r="r" t="t"/>
            <a:pathLst>
              <a:path extrusionOk="0" h="8954" w="12883">
                <a:moveTo>
                  <a:pt x="7990" y="0"/>
                </a:moveTo>
                <a:cubicBezTo>
                  <a:pt x="7680" y="0"/>
                  <a:pt x="7382" y="72"/>
                  <a:pt x="7097" y="238"/>
                </a:cubicBezTo>
                <a:cubicBezTo>
                  <a:pt x="6930" y="322"/>
                  <a:pt x="6787" y="465"/>
                  <a:pt x="6644" y="607"/>
                </a:cubicBezTo>
                <a:cubicBezTo>
                  <a:pt x="6101" y="1228"/>
                  <a:pt x="5495" y="1538"/>
                  <a:pt x="4887" y="1538"/>
                </a:cubicBezTo>
                <a:cubicBezTo>
                  <a:pt x="4281" y="1538"/>
                  <a:pt x="3672" y="1231"/>
                  <a:pt x="3120" y="619"/>
                </a:cubicBezTo>
                <a:cubicBezTo>
                  <a:pt x="2989" y="476"/>
                  <a:pt x="2834" y="357"/>
                  <a:pt x="2656" y="250"/>
                </a:cubicBezTo>
                <a:cubicBezTo>
                  <a:pt x="2394" y="107"/>
                  <a:pt x="2096" y="12"/>
                  <a:pt x="1763" y="12"/>
                </a:cubicBezTo>
                <a:cubicBezTo>
                  <a:pt x="1453" y="12"/>
                  <a:pt x="1155" y="84"/>
                  <a:pt x="870" y="250"/>
                </a:cubicBezTo>
                <a:cubicBezTo>
                  <a:pt x="631" y="369"/>
                  <a:pt x="393" y="596"/>
                  <a:pt x="239" y="881"/>
                </a:cubicBezTo>
                <a:cubicBezTo>
                  <a:pt x="84" y="1143"/>
                  <a:pt x="0" y="1441"/>
                  <a:pt x="0" y="1774"/>
                </a:cubicBezTo>
                <a:cubicBezTo>
                  <a:pt x="0" y="2084"/>
                  <a:pt x="72" y="2381"/>
                  <a:pt x="239" y="2667"/>
                </a:cubicBezTo>
                <a:cubicBezTo>
                  <a:pt x="381" y="2929"/>
                  <a:pt x="608" y="3155"/>
                  <a:pt x="893" y="3310"/>
                </a:cubicBezTo>
                <a:cubicBezTo>
                  <a:pt x="1155" y="3465"/>
                  <a:pt x="1453" y="3560"/>
                  <a:pt x="1786" y="3560"/>
                </a:cubicBezTo>
                <a:cubicBezTo>
                  <a:pt x="2096" y="3560"/>
                  <a:pt x="2394" y="3477"/>
                  <a:pt x="2679" y="3310"/>
                </a:cubicBezTo>
                <a:cubicBezTo>
                  <a:pt x="2834" y="3215"/>
                  <a:pt x="3001" y="3096"/>
                  <a:pt x="3132" y="2941"/>
                </a:cubicBezTo>
                <a:cubicBezTo>
                  <a:pt x="3679" y="2322"/>
                  <a:pt x="4287" y="2012"/>
                  <a:pt x="4892" y="2012"/>
                </a:cubicBezTo>
                <a:cubicBezTo>
                  <a:pt x="5498" y="2012"/>
                  <a:pt x="6102" y="2322"/>
                  <a:pt x="6644" y="2941"/>
                </a:cubicBezTo>
                <a:cubicBezTo>
                  <a:pt x="6787" y="3096"/>
                  <a:pt x="6930" y="3227"/>
                  <a:pt x="7108" y="3334"/>
                </a:cubicBezTo>
                <a:cubicBezTo>
                  <a:pt x="7275" y="3441"/>
                  <a:pt x="7466" y="3501"/>
                  <a:pt x="7656" y="3536"/>
                </a:cubicBezTo>
                <a:cubicBezTo>
                  <a:pt x="9264" y="3870"/>
                  <a:pt x="9942" y="5025"/>
                  <a:pt x="9418" y="6572"/>
                </a:cubicBezTo>
                <a:cubicBezTo>
                  <a:pt x="9359" y="6751"/>
                  <a:pt x="9311" y="6965"/>
                  <a:pt x="9311" y="7168"/>
                </a:cubicBezTo>
                <a:cubicBezTo>
                  <a:pt x="9311" y="7477"/>
                  <a:pt x="9383" y="7775"/>
                  <a:pt x="9549" y="8061"/>
                </a:cubicBezTo>
                <a:cubicBezTo>
                  <a:pt x="9704" y="8335"/>
                  <a:pt x="9918" y="8549"/>
                  <a:pt x="10204" y="8716"/>
                </a:cubicBezTo>
                <a:cubicBezTo>
                  <a:pt x="10478" y="8870"/>
                  <a:pt x="10776" y="8954"/>
                  <a:pt x="11097" y="8954"/>
                </a:cubicBezTo>
                <a:cubicBezTo>
                  <a:pt x="11407" y="8954"/>
                  <a:pt x="11704" y="8882"/>
                  <a:pt x="11990" y="8716"/>
                </a:cubicBezTo>
                <a:cubicBezTo>
                  <a:pt x="12264" y="8573"/>
                  <a:pt x="12478" y="8347"/>
                  <a:pt x="12645" y="8061"/>
                </a:cubicBezTo>
                <a:cubicBezTo>
                  <a:pt x="12800" y="7799"/>
                  <a:pt x="12883" y="7501"/>
                  <a:pt x="12883" y="7168"/>
                </a:cubicBezTo>
                <a:cubicBezTo>
                  <a:pt x="12883" y="6858"/>
                  <a:pt x="12812" y="6561"/>
                  <a:pt x="12645" y="6275"/>
                </a:cubicBezTo>
                <a:cubicBezTo>
                  <a:pt x="12502" y="6013"/>
                  <a:pt x="12276" y="5787"/>
                  <a:pt x="11990" y="5620"/>
                </a:cubicBezTo>
                <a:cubicBezTo>
                  <a:pt x="11823" y="5525"/>
                  <a:pt x="11633" y="5453"/>
                  <a:pt x="11442" y="5418"/>
                </a:cubicBezTo>
                <a:cubicBezTo>
                  <a:pt x="9835" y="5084"/>
                  <a:pt x="9144" y="3929"/>
                  <a:pt x="9668" y="2370"/>
                </a:cubicBezTo>
                <a:cubicBezTo>
                  <a:pt x="9728" y="2191"/>
                  <a:pt x="9775" y="1977"/>
                  <a:pt x="9775" y="1786"/>
                </a:cubicBezTo>
                <a:cubicBezTo>
                  <a:pt x="9775" y="1477"/>
                  <a:pt x="9704" y="1179"/>
                  <a:pt x="9537" y="893"/>
                </a:cubicBezTo>
                <a:cubicBezTo>
                  <a:pt x="9383" y="619"/>
                  <a:pt x="9168" y="405"/>
                  <a:pt x="8883" y="238"/>
                </a:cubicBezTo>
                <a:cubicBezTo>
                  <a:pt x="8609" y="84"/>
                  <a:pt x="8311" y="0"/>
                  <a:pt x="799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86"/>
          <p:cNvSpPr/>
          <p:nvPr/>
        </p:nvSpPr>
        <p:spPr>
          <a:xfrm rot="-3600042">
            <a:off x="3808981" y="1620702"/>
            <a:ext cx="619879" cy="430831"/>
          </a:xfrm>
          <a:custGeom>
            <a:rect b="b" l="l" r="r" t="t"/>
            <a:pathLst>
              <a:path extrusionOk="0" h="8954" w="12883">
                <a:moveTo>
                  <a:pt x="7990" y="0"/>
                </a:moveTo>
                <a:cubicBezTo>
                  <a:pt x="7680" y="0"/>
                  <a:pt x="7382" y="72"/>
                  <a:pt x="7097" y="238"/>
                </a:cubicBezTo>
                <a:cubicBezTo>
                  <a:pt x="6930" y="322"/>
                  <a:pt x="6787" y="465"/>
                  <a:pt x="6644" y="607"/>
                </a:cubicBezTo>
                <a:cubicBezTo>
                  <a:pt x="6101" y="1228"/>
                  <a:pt x="5495" y="1538"/>
                  <a:pt x="4887" y="1538"/>
                </a:cubicBezTo>
                <a:cubicBezTo>
                  <a:pt x="4281" y="1538"/>
                  <a:pt x="3672" y="1231"/>
                  <a:pt x="3120" y="619"/>
                </a:cubicBezTo>
                <a:cubicBezTo>
                  <a:pt x="2989" y="476"/>
                  <a:pt x="2834" y="357"/>
                  <a:pt x="2656" y="250"/>
                </a:cubicBezTo>
                <a:cubicBezTo>
                  <a:pt x="2394" y="107"/>
                  <a:pt x="2096" y="12"/>
                  <a:pt x="1763" y="12"/>
                </a:cubicBezTo>
                <a:cubicBezTo>
                  <a:pt x="1453" y="12"/>
                  <a:pt x="1155" y="84"/>
                  <a:pt x="870" y="250"/>
                </a:cubicBezTo>
                <a:cubicBezTo>
                  <a:pt x="631" y="369"/>
                  <a:pt x="393" y="596"/>
                  <a:pt x="239" y="881"/>
                </a:cubicBezTo>
                <a:cubicBezTo>
                  <a:pt x="84" y="1143"/>
                  <a:pt x="0" y="1441"/>
                  <a:pt x="0" y="1774"/>
                </a:cubicBezTo>
                <a:cubicBezTo>
                  <a:pt x="0" y="2084"/>
                  <a:pt x="72" y="2381"/>
                  <a:pt x="239" y="2667"/>
                </a:cubicBezTo>
                <a:cubicBezTo>
                  <a:pt x="381" y="2929"/>
                  <a:pt x="608" y="3155"/>
                  <a:pt x="893" y="3310"/>
                </a:cubicBezTo>
                <a:cubicBezTo>
                  <a:pt x="1155" y="3465"/>
                  <a:pt x="1453" y="3560"/>
                  <a:pt x="1786" y="3560"/>
                </a:cubicBezTo>
                <a:cubicBezTo>
                  <a:pt x="2096" y="3560"/>
                  <a:pt x="2394" y="3477"/>
                  <a:pt x="2679" y="3310"/>
                </a:cubicBezTo>
                <a:cubicBezTo>
                  <a:pt x="2834" y="3215"/>
                  <a:pt x="3001" y="3096"/>
                  <a:pt x="3132" y="2941"/>
                </a:cubicBezTo>
                <a:cubicBezTo>
                  <a:pt x="3679" y="2322"/>
                  <a:pt x="4287" y="2012"/>
                  <a:pt x="4892" y="2012"/>
                </a:cubicBezTo>
                <a:cubicBezTo>
                  <a:pt x="5498" y="2012"/>
                  <a:pt x="6102" y="2322"/>
                  <a:pt x="6644" y="2941"/>
                </a:cubicBezTo>
                <a:cubicBezTo>
                  <a:pt x="6787" y="3096"/>
                  <a:pt x="6930" y="3227"/>
                  <a:pt x="7108" y="3334"/>
                </a:cubicBezTo>
                <a:cubicBezTo>
                  <a:pt x="7275" y="3441"/>
                  <a:pt x="7466" y="3501"/>
                  <a:pt x="7656" y="3536"/>
                </a:cubicBezTo>
                <a:cubicBezTo>
                  <a:pt x="9264" y="3870"/>
                  <a:pt x="9942" y="5025"/>
                  <a:pt x="9418" y="6572"/>
                </a:cubicBezTo>
                <a:cubicBezTo>
                  <a:pt x="9359" y="6751"/>
                  <a:pt x="9311" y="6965"/>
                  <a:pt x="9311" y="7168"/>
                </a:cubicBezTo>
                <a:cubicBezTo>
                  <a:pt x="9311" y="7477"/>
                  <a:pt x="9383" y="7775"/>
                  <a:pt x="9549" y="8061"/>
                </a:cubicBezTo>
                <a:cubicBezTo>
                  <a:pt x="9704" y="8335"/>
                  <a:pt x="9918" y="8549"/>
                  <a:pt x="10204" y="8716"/>
                </a:cubicBezTo>
                <a:cubicBezTo>
                  <a:pt x="10478" y="8870"/>
                  <a:pt x="10776" y="8954"/>
                  <a:pt x="11097" y="8954"/>
                </a:cubicBezTo>
                <a:cubicBezTo>
                  <a:pt x="11407" y="8954"/>
                  <a:pt x="11704" y="8882"/>
                  <a:pt x="11990" y="8716"/>
                </a:cubicBezTo>
                <a:cubicBezTo>
                  <a:pt x="12264" y="8573"/>
                  <a:pt x="12478" y="8347"/>
                  <a:pt x="12645" y="8061"/>
                </a:cubicBezTo>
                <a:cubicBezTo>
                  <a:pt x="12800" y="7799"/>
                  <a:pt x="12883" y="7501"/>
                  <a:pt x="12883" y="7168"/>
                </a:cubicBezTo>
                <a:cubicBezTo>
                  <a:pt x="12883" y="6858"/>
                  <a:pt x="12812" y="6561"/>
                  <a:pt x="12645" y="6275"/>
                </a:cubicBezTo>
                <a:cubicBezTo>
                  <a:pt x="12502" y="6013"/>
                  <a:pt x="12276" y="5787"/>
                  <a:pt x="11990" y="5620"/>
                </a:cubicBezTo>
                <a:cubicBezTo>
                  <a:pt x="11823" y="5525"/>
                  <a:pt x="11633" y="5453"/>
                  <a:pt x="11442" y="5418"/>
                </a:cubicBezTo>
                <a:cubicBezTo>
                  <a:pt x="9835" y="5084"/>
                  <a:pt x="9144" y="3929"/>
                  <a:pt x="9668" y="2370"/>
                </a:cubicBezTo>
                <a:cubicBezTo>
                  <a:pt x="9728" y="2191"/>
                  <a:pt x="9775" y="1977"/>
                  <a:pt x="9775" y="1786"/>
                </a:cubicBezTo>
                <a:cubicBezTo>
                  <a:pt x="9775" y="1477"/>
                  <a:pt x="9704" y="1179"/>
                  <a:pt x="9537" y="893"/>
                </a:cubicBezTo>
                <a:cubicBezTo>
                  <a:pt x="9383" y="619"/>
                  <a:pt x="9168" y="405"/>
                  <a:pt x="8883" y="238"/>
                </a:cubicBezTo>
                <a:cubicBezTo>
                  <a:pt x="8609" y="84"/>
                  <a:pt x="8311" y="0"/>
                  <a:pt x="799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86"/>
          <p:cNvSpPr/>
          <p:nvPr/>
        </p:nvSpPr>
        <p:spPr>
          <a:xfrm rot="3599888">
            <a:off x="4380607" y="1426074"/>
            <a:ext cx="621050" cy="692119"/>
          </a:xfrm>
          <a:custGeom>
            <a:rect b="b" l="l" r="r" t="t"/>
            <a:pathLst>
              <a:path extrusionOk="0" h="14384" w="12907">
                <a:moveTo>
                  <a:pt x="8001" y="0"/>
                </a:moveTo>
                <a:cubicBezTo>
                  <a:pt x="7692" y="0"/>
                  <a:pt x="7394" y="84"/>
                  <a:pt x="7108" y="238"/>
                </a:cubicBezTo>
                <a:cubicBezTo>
                  <a:pt x="6954" y="334"/>
                  <a:pt x="6799" y="465"/>
                  <a:pt x="6668" y="619"/>
                </a:cubicBezTo>
                <a:cubicBezTo>
                  <a:pt x="6125" y="1234"/>
                  <a:pt x="5516" y="1541"/>
                  <a:pt x="4906" y="1541"/>
                </a:cubicBezTo>
                <a:cubicBezTo>
                  <a:pt x="4299" y="1541"/>
                  <a:pt x="3690" y="1237"/>
                  <a:pt x="3144" y="631"/>
                </a:cubicBezTo>
                <a:cubicBezTo>
                  <a:pt x="3001" y="477"/>
                  <a:pt x="2858" y="358"/>
                  <a:pt x="2679" y="262"/>
                </a:cubicBezTo>
                <a:cubicBezTo>
                  <a:pt x="2405" y="107"/>
                  <a:pt x="2108" y="24"/>
                  <a:pt x="1786" y="24"/>
                </a:cubicBezTo>
                <a:cubicBezTo>
                  <a:pt x="1477" y="24"/>
                  <a:pt x="1179" y="96"/>
                  <a:pt x="893" y="262"/>
                </a:cubicBezTo>
                <a:cubicBezTo>
                  <a:pt x="619" y="405"/>
                  <a:pt x="405" y="631"/>
                  <a:pt x="238" y="917"/>
                </a:cubicBezTo>
                <a:cubicBezTo>
                  <a:pt x="84" y="1179"/>
                  <a:pt x="0" y="1477"/>
                  <a:pt x="0" y="1810"/>
                </a:cubicBezTo>
                <a:cubicBezTo>
                  <a:pt x="0" y="2120"/>
                  <a:pt x="72" y="2417"/>
                  <a:pt x="238" y="2703"/>
                </a:cubicBezTo>
                <a:cubicBezTo>
                  <a:pt x="381" y="2965"/>
                  <a:pt x="608" y="3191"/>
                  <a:pt x="893" y="3358"/>
                </a:cubicBezTo>
                <a:cubicBezTo>
                  <a:pt x="1155" y="3501"/>
                  <a:pt x="1453" y="3596"/>
                  <a:pt x="1786" y="3596"/>
                </a:cubicBezTo>
                <a:cubicBezTo>
                  <a:pt x="2096" y="3596"/>
                  <a:pt x="2394" y="3513"/>
                  <a:pt x="2679" y="3358"/>
                </a:cubicBezTo>
                <a:cubicBezTo>
                  <a:pt x="2846" y="3251"/>
                  <a:pt x="3001" y="3132"/>
                  <a:pt x="3144" y="2977"/>
                </a:cubicBezTo>
                <a:cubicBezTo>
                  <a:pt x="3685" y="2364"/>
                  <a:pt x="4290" y="2057"/>
                  <a:pt x="4895" y="2057"/>
                </a:cubicBezTo>
                <a:cubicBezTo>
                  <a:pt x="5501" y="2057"/>
                  <a:pt x="6108" y="2364"/>
                  <a:pt x="6656" y="2977"/>
                </a:cubicBezTo>
                <a:cubicBezTo>
                  <a:pt x="6787" y="3132"/>
                  <a:pt x="6930" y="3263"/>
                  <a:pt x="7108" y="3370"/>
                </a:cubicBezTo>
                <a:cubicBezTo>
                  <a:pt x="7275" y="3477"/>
                  <a:pt x="7466" y="3536"/>
                  <a:pt x="7668" y="3572"/>
                </a:cubicBezTo>
                <a:cubicBezTo>
                  <a:pt x="9275" y="3906"/>
                  <a:pt x="9942" y="5060"/>
                  <a:pt x="9418" y="6608"/>
                </a:cubicBezTo>
                <a:cubicBezTo>
                  <a:pt x="9359" y="6787"/>
                  <a:pt x="9311" y="7001"/>
                  <a:pt x="9311" y="7204"/>
                </a:cubicBezTo>
                <a:cubicBezTo>
                  <a:pt x="9311" y="7406"/>
                  <a:pt x="9347" y="7596"/>
                  <a:pt x="9406" y="7787"/>
                </a:cubicBezTo>
                <a:cubicBezTo>
                  <a:pt x="9930" y="9347"/>
                  <a:pt x="9252" y="10514"/>
                  <a:pt x="7644" y="10835"/>
                </a:cubicBezTo>
                <a:cubicBezTo>
                  <a:pt x="7454" y="10871"/>
                  <a:pt x="7275" y="10942"/>
                  <a:pt x="7096" y="11049"/>
                </a:cubicBezTo>
                <a:cubicBezTo>
                  <a:pt x="6835" y="11192"/>
                  <a:pt x="6608" y="11418"/>
                  <a:pt x="6442" y="11704"/>
                </a:cubicBezTo>
                <a:cubicBezTo>
                  <a:pt x="6299" y="11966"/>
                  <a:pt x="6204" y="12264"/>
                  <a:pt x="6204" y="12597"/>
                </a:cubicBezTo>
                <a:cubicBezTo>
                  <a:pt x="6204" y="12907"/>
                  <a:pt x="6275" y="13204"/>
                  <a:pt x="6442" y="13490"/>
                </a:cubicBezTo>
                <a:cubicBezTo>
                  <a:pt x="6596" y="13752"/>
                  <a:pt x="6811" y="13978"/>
                  <a:pt x="7096" y="14145"/>
                </a:cubicBezTo>
                <a:cubicBezTo>
                  <a:pt x="7370" y="14288"/>
                  <a:pt x="7668" y="14383"/>
                  <a:pt x="7989" y="14383"/>
                </a:cubicBezTo>
                <a:cubicBezTo>
                  <a:pt x="8299" y="14383"/>
                  <a:pt x="8597" y="14312"/>
                  <a:pt x="8882" y="14145"/>
                </a:cubicBezTo>
                <a:cubicBezTo>
                  <a:pt x="9168" y="13966"/>
                  <a:pt x="9406" y="13740"/>
                  <a:pt x="9573" y="13454"/>
                </a:cubicBezTo>
                <a:cubicBezTo>
                  <a:pt x="9716" y="13192"/>
                  <a:pt x="9811" y="12895"/>
                  <a:pt x="9811" y="12561"/>
                </a:cubicBezTo>
                <a:cubicBezTo>
                  <a:pt x="9811" y="12371"/>
                  <a:pt x="9775" y="12180"/>
                  <a:pt x="9704" y="11990"/>
                </a:cubicBezTo>
                <a:cubicBezTo>
                  <a:pt x="9180" y="10418"/>
                  <a:pt x="9847" y="9263"/>
                  <a:pt x="11454" y="8930"/>
                </a:cubicBezTo>
                <a:cubicBezTo>
                  <a:pt x="11657" y="8906"/>
                  <a:pt x="11835" y="8823"/>
                  <a:pt x="12014" y="8728"/>
                </a:cubicBezTo>
                <a:cubicBezTo>
                  <a:pt x="12276" y="8573"/>
                  <a:pt x="12502" y="8358"/>
                  <a:pt x="12669" y="8073"/>
                </a:cubicBezTo>
                <a:cubicBezTo>
                  <a:pt x="12811" y="7799"/>
                  <a:pt x="12907" y="7501"/>
                  <a:pt x="12907" y="7180"/>
                </a:cubicBezTo>
                <a:cubicBezTo>
                  <a:pt x="12907" y="6870"/>
                  <a:pt x="12823" y="6573"/>
                  <a:pt x="12669" y="6287"/>
                </a:cubicBezTo>
                <a:cubicBezTo>
                  <a:pt x="12514" y="6013"/>
                  <a:pt x="12288" y="5799"/>
                  <a:pt x="12014" y="5632"/>
                </a:cubicBezTo>
                <a:cubicBezTo>
                  <a:pt x="11847" y="5525"/>
                  <a:pt x="11657" y="5465"/>
                  <a:pt x="11454" y="5418"/>
                </a:cubicBezTo>
                <a:cubicBezTo>
                  <a:pt x="9847" y="5096"/>
                  <a:pt x="9168" y="3929"/>
                  <a:pt x="9692" y="2370"/>
                </a:cubicBezTo>
                <a:cubicBezTo>
                  <a:pt x="9752" y="2191"/>
                  <a:pt x="9787" y="1989"/>
                  <a:pt x="9787" y="1786"/>
                </a:cubicBezTo>
                <a:cubicBezTo>
                  <a:pt x="9787" y="1477"/>
                  <a:pt x="9716" y="1179"/>
                  <a:pt x="9549" y="893"/>
                </a:cubicBezTo>
                <a:cubicBezTo>
                  <a:pt x="9406" y="631"/>
                  <a:pt x="9180" y="405"/>
                  <a:pt x="8894" y="238"/>
                </a:cubicBezTo>
                <a:cubicBezTo>
                  <a:pt x="8632" y="96"/>
                  <a:pt x="8335" y="0"/>
                  <a:pt x="800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86"/>
          <p:cNvSpPr/>
          <p:nvPr/>
        </p:nvSpPr>
        <p:spPr>
          <a:xfrm rot="7199958">
            <a:off x="5502953" y="903186"/>
            <a:ext cx="621034" cy="692101"/>
          </a:xfrm>
          <a:custGeom>
            <a:rect b="b" l="l" r="r" t="t"/>
            <a:pathLst>
              <a:path extrusionOk="0" h="14384" w="12907">
                <a:moveTo>
                  <a:pt x="8001" y="0"/>
                </a:moveTo>
                <a:cubicBezTo>
                  <a:pt x="7692" y="0"/>
                  <a:pt x="7394" y="84"/>
                  <a:pt x="7108" y="238"/>
                </a:cubicBezTo>
                <a:cubicBezTo>
                  <a:pt x="6954" y="334"/>
                  <a:pt x="6799" y="465"/>
                  <a:pt x="6668" y="619"/>
                </a:cubicBezTo>
                <a:cubicBezTo>
                  <a:pt x="6125" y="1234"/>
                  <a:pt x="5516" y="1541"/>
                  <a:pt x="4906" y="1541"/>
                </a:cubicBezTo>
                <a:cubicBezTo>
                  <a:pt x="4299" y="1541"/>
                  <a:pt x="3690" y="1237"/>
                  <a:pt x="3144" y="631"/>
                </a:cubicBezTo>
                <a:cubicBezTo>
                  <a:pt x="3001" y="477"/>
                  <a:pt x="2858" y="358"/>
                  <a:pt x="2679" y="262"/>
                </a:cubicBezTo>
                <a:cubicBezTo>
                  <a:pt x="2405" y="107"/>
                  <a:pt x="2108" y="24"/>
                  <a:pt x="1786" y="24"/>
                </a:cubicBezTo>
                <a:cubicBezTo>
                  <a:pt x="1477" y="24"/>
                  <a:pt x="1179" y="96"/>
                  <a:pt x="893" y="262"/>
                </a:cubicBezTo>
                <a:cubicBezTo>
                  <a:pt x="619" y="405"/>
                  <a:pt x="405" y="631"/>
                  <a:pt x="238" y="917"/>
                </a:cubicBezTo>
                <a:cubicBezTo>
                  <a:pt x="84" y="1179"/>
                  <a:pt x="0" y="1477"/>
                  <a:pt x="0" y="1810"/>
                </a:cubicBezTo>
                <a:cubicBezTo>
                  <a:pt x="0" y="2120"/>
                  <a:pt x="72" y="2417"/>
                  <a:pt x="238" y="2703"/>
                </a:cubicBezTo>
                <a:cubicBezTo>
                  <a:pt x="381" y="2965"/>
                  <a:pt x="608" y="3191"/>
                  <a:pt x="893" y="3358"/>
                </a:cubicBezTo>
                <a:cubicBezTo>
                  <a:pt x="1155" y="3501"/>
                  <a:pt x="1453" y="3596"/>
                  <a:pt x="1786" y="3596"/>
                </a:cubicBezTo>
                <a:cubicBezTo>
                  <a:pt x="2096" y="3596"/>
                  <a:pt x="2394" y="3513"/>
                  <a:pt x="2679" y="3358"/>
                </a:cubicBezTo>
                <a:cubicBezTo>
                  <a:pt x="2846" y="3251"/>
                  <a:pt x="3001" y="3132"/>
                  <a:pt x="3144" y="2977"/>
                </a:cubicBezTo>
                <a:cubicBezTo>
                  <a:pt x="3685" y="2364"/>
                  <a:pt x="4290" y="2057"/>
                  <a:pt x="4895" y="2057"/>
                </a:cubicBezTo>
                <a:cubicBezTo>
                  <a:pt x="5501" y="2057"/>
                  <a:pt x="6108" y="2364"/>
                  <a:pt x="6656" y="2977"/>
                </a:cubicBezTo>
                <a:cubicBezTo>
                  <a:pt x="6787" y="3132"/>
                  <a:pt x="6930" y="3263"/>
                  <a:pt x="7108" y="3370"/>
                </a:cubicBezTo>
                <a:cubicBezTo>
                  <a:pt x="7275" y="3477"/>
                  <a:pt x="7466" y="3536"/>
                  <a:pt x="7668" y="3572"/>
                </a:cubicBezTo>
                <a:cubicBezTo>
                  <a:pt x="9275" y="3906"/>
                  <a:pt x="9942" y="5060"/>
                  <a:pt x="9418" y="6608"/>
                </a:cubicBezTo>
                <a:cubicBezTo>
                  <a:pt x="9359" y="6787"/>
                  <a:pt x="9311" y="7001"/>
                  <a:pt x="9311" y="7204"/>
                </a:cubicBezTo>
                <a:cubicBezTo>
                  <a:pt x="9311" y="7406"/>
                  <a:pt x="9347" y="7596"/>
                  <a:pt x="9406" y="7787"/>
                </a:cubicBezTo>
                <a:cubicBezTo>
                  <a:pt x="9930" y="9347"/>
                  <a:pt x="9252" y="10514"/>
                  <a:pt x="7644" y="10835"/>
                </a:cubicBezTo>
                <a:cubicBezTo>
                  <a:pt x="7454" y="10871"/>
                  <a:pt x="7275" y="10942"/>
                  <a:pt x="7096" y="11049"/>
                </a:cubicBezTo>
                <a:cubicBezTo>
                  <a:pt x="6835" y="11192"/>
                  <a:pt x="6608" y="11418"/>
                  <a:pt x="6442" y="11704"/>
                </a:cubicBezTo>
                <a:cubicBezTo>
                  <a:pt x="6299" y="11966"/>
                  <a:pt x="6204" y="12264"/>
                  <a:pt x="6204" y="12597"/>
                </a:cubicBezTo>
                <a:cubicBezTo>
                  <a:pt x="6204" y="12907"/>
                  <a:pt x="6275" y="13204"/>
                  <a:pt x="6442" y="13490"/>
                </a:cubicBezTo>
                <a:cubicBezTo>
                  <a:pt x="6596" y="13752"/>
                  <a:pt x="6811" y="13978"/>
                  <a:pt x="7096" y="14145"/>
                </a:cubicBezTo>
                <a:cubicBezTo>
                  <a:pt x="7370" y="14288"/>
                  <a:pt x="7668" y="14383"/>
                  <a:pt x="7989" y="14383"/>
                </a:cubicBezTo>
                <a:cubicBezTo>
                  <a:pt x="8299" y="14383"/>
                  <a:pt x="8597" y="14312"/>
                  <a:pt x="8882" y="14145"/>
                </a:cubicBezTo>
                <a:cubicBezTo>
                  <a:pt x="9168" y="13966"/>
                  <a:pt x="9406" y="13740"/>
                  <a:pt x="9573" y="13454"/>
                </a:cubicBezTo>
                <a:cubicBezTo>
                  <a:pt x="9716" y="13192"/>
                  <a:pt x="9811" y="12895"/>
                  <a:pt x="9811" y="12561"/>
                </a:cubicBezTo>
                <a:cubicBezTo>
                  <a:pt x="9811" y="12371"/>
                  <a:pt x="9775" y="12180"/>
                  <a:pt x="9704" y="11990"/>
                </a:cubicBezTo>
                <a:cubicBezTo>
                  <a:pt x="9180" y="10418"/>
                  <a:pt x="9847" y="9263"/>
                  <a:pt x="11454" y="8930"/>
                </a:cubicBezTo>
                <a:cubicBezTo>
                  <a:pt x="11657" y="8906"/>
                  <a:pt x="11835" y="8823"/>
                  <a:pt x="12014" y="8728"/>
                </a:cubicBezTo>
                <a:cubicBezTo>
                  <a:pt x="12276" y="8573"/>
                  <a:pt x="12502" y="8358"/>
                  <a:pt x="12669" y="8073"/>
                </a:cubicBezTo>
                <a:cubicBezTo>
                  <a:pt x="12811" y="7799"/>
                  <a:pt x="12907" y="7501"/>
                  <a:pt x="12907" y="7180"/>
                </a:cubicBezTo>
                <a:cubicBezTo>
                  <a:pt x="12907" y="6870"/>
                  <a:pt x="12823" y="6573"/>
                  <a:pt x="12669" y="6287"/>
                </a:cubicBezTo>
                <a:cubicBezTo>
                  <a:pt x="12514" y="6013"/>
                  <a:pt x="12288" y="5799"/>
                  <a:pt x="12014" y="5632"/>
                </a:cubicBezTo>
                <a:cubicBezTo>
                  <a:pt x="11847" y="5525"/>
                  <a:pt x="11657" y="5465"/>
                  <a:pt x="11454" y="5418"/>
                </a:cubicBezTo>
                <a:cubicBezTo>
                  <a:pt x="9847" y="5096"/>
                  <a:pt x="9168" y="3929"/>
                  <a:pt x="9692" y="2370"/>
                </a:cubicBezTo>
                <a:cubicBezTo>
                  <a:pt x="9752" y="2191"/>
                  <a:pt x="9787" y="1989"/>
                  <a:pt x="9787" y="1786"/>
                </a:cubicBezTo>
                <a:cubicBezTo>
                  <a:pt x="9787" y="1477"/>
                  <a:pt x="9716" y="1179"/>
                  <a:pt x="9549" y="893"/>
                </a:cubicBezTo>
                <a:cubicBezTo>
                  <a:pt x="9406" y="631"/>
                  <a:pt x="9180" y="405"/>
                  <a:pt x="8894" y="238"/>
                </a:cubicBezTo>
                <a:cubicBezTo>
                  <a:pt x="8632" y="96"/>
                  <a:pt x="8335" y="0"/>
                  <a:pt x="800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86"/>
          <p:cNvSpPr/>
          <p:nvPr/>
        </p:nvSpPr>
        <p:spPr>
          <a:xfrm rot="10800000">
            <a:off x="6212788" y="1097439"/>
            <a:ext cx="621020" cy="692086"/>
          </a:xfrm>
          <a:custGeom>
            <a:rect b="b" l="l" r="r" t="t"/>
            <a:pathLst>
              <a:path extrusionOk="0" h="14384" w="12907">
                <a:moveTo>
                  <a:pt x="8001" y="0"/>
                </a:moveTo>
                <a:cubicBezTo>
                  <a:pt x="7692" y="0"/>
                  <a:pt x="7394" y="84"/>
                  <a:pt x="7108" y="238"/>
                </a:cubicBezTo>
                <a:cubicBezTo>
                  <a:pt x="6954" y="334"/>
                  <a:pt x="6799" y="465"/>
                  <a:pt x="6668" y="619"/>
                </a:cubicBezTo>
                <a:cubicBezTo>
                  <a:pt x="6125" y="1234"/>
                  <a:pt x="5516" y="1541"/>
                  <a:pt x="4906" y="1541"/>
                </a:cubicBezTo>
                <a:cubicBezTo>
                  <a:pt x="4299" y="1541"/>
                  <a:pt x="3690" y="1237"/>
                  <a:pt x="3144" y="631"/>
                </a:cubicBezTo>
                <a:cubicBezTo>
                  <a:pt x="3001" y="477"/>
                  <a:pt x="2858" y="358"/>
                  <a:pt x="2679" y="262"/>
                </a:cubicBezTo>
                <a:cubicBezTo>
                  <a:pt x="2405" y="107"/>
                  <a:pt x="2108" y="24"/>
                  <a:pt x="1786" y="24"/>
                </a:cubicBezTo>
                <a:cubicBezTo>
                  <a:pt x="1477" y="24"/>
                  <a:pt x="1179" y="96"/>
                  <a:pt x="893" y="262"/>
                </a:cubicBezTo>
                <a:cubicBezTo>
                  <a:pt x="619" y="405"/>
                  <a:pt x="405" y="631"/>
                  <a:pt x="238" y="917"/>
                </a:cubicBezTo>
                <a:cubicBezTo>
                  <a:pt x="84" y="1179"/>
                  <a:pt x="0" y="1477"/>
                  <a:pt x="0" y="1810"/>
                </a:cubicBezTo>
                <a:cubicBezTo>
                  <a:pt x="0" y="2120"/>
                  <a:pt x="72" y="2417"/>
                  <a:pt x="238" y="2703"/>
                </a:cubicBezTo>
                <a:cubicBezTo>
                  <a:pt x="381" y="2965"/>
                  <a:pt x="608" y="3191"/>
                  <a:pt x="893" y="3358"/>
                </a:cubicBezTo>
                <a:cubicBezTo>
                  <a:pt x="1155" y="3501"/>
                  <a:pt x="1453" y="3596"/>
                  <a:pt x="1786" y="3596"/>
                </a:cubicBezTo>
                <a:cubicBezTo>
                  <a:pt x="2096" y="3596"/>
                  <a:pt x="2394" y="3513"/>
                  <a:pt x="2679" y="3358"/>
                </a:cubicBezTo>
                <a:cubicBezTo>
                  <a:pt x="2846" y="3251"/>
                  <a:pt x="3001" y="3132"/>
                  <a:pt x="3144" y="2977"/>
                </a:cubicBezTo>
                <a:cubicBezTo>
                  <a:pt x="3685" y="2364"/>
                  <a:pt x="4290" y="2057"/>
                  <a:pt x="4895" y="2057"/>
                </a:cubicBezTo>
                <a:cubicBezTo>
                  <a:pt x="5501" y="2057"/>
                  <a:pt x="6108" y="2364"/>
                  <a:pt x="6656" y="2977"/>
                </a:cubicBezTo>
                <a:cubicBezTo>
                  <a:pt x="6787" y="3132"/>
                  <a:pt x="6930" y="3263"/>
                  <a:pt x="7108" y="3370"/>
                </a:cubicBezTo>
                <a:cubicBezTo>
                  <a:pt x="7275" y="3477"/>
                  <a:pt x="7466" y="3536"/>
                  <a:pt x="7668" y="3572"/>
                </a:cubicBezTo>
                <a:cubicBezTo>
                  <a:pt x="9275" y="3906"/>
                  <a:pt x="9942" y="5060"/>
                  <a:pt x="9418" y="6608"/>
                </a:cubicBezTo>
                <a:cubicBezTo>
                  <a:pt x="9359" y="6787"/>
                  <a:pt x="9311" y="7001"/>
                  <a:pt x="9311" y="7204"/>
                </a:cubicBezTo>
                <a:cubicBezTo>
                  <a:pt x="9311" y="7406"/>
                  <a:pt x="9347" y="7596"/>
                  <a:pt x="9406" y="7787"/>
                </a:cubicBezTo>
                <a:cubicBezTo>
                  <a:pt x="9930" y="9347"/>
                  <a:pt x="9252" y="10514"/>
                  <a:pt x="7644" y="10835"/>
                </a:cubicBezTo>
                <a:cubicBezTo>
                  <a:pt x="7454" y="10871"/>
                  <a:pt x="7275" y="10942"/>
                  <a:pt x="7096" y="11049"/>
                </a:cubicBezTo>
                <a:cubicBezTo>
                  <a:pt x="6835" y="11192"/>
                  <a:pt x="6608" y="11418"/>
                  <a:pt x="6442" y="11704"/>
                </a:cubicBezTo>
                <a:cubicBezTo>
                  <a:pt x="6299" y="11966"/>
                  <a:pt x="6204" y="12264"/>
                  <a:pt x="6204" y="12597"/>
                </a:cubicBezTo>
                <a:cubicBezTo>
                  <a:pt x="6204" y="12907"/>
                  <a:pt x="6275" y="13204"/>
                  <a:pt x="6442" y="13490"/>
                </a:cubicBezTo>
                <a:cubicBezTo>
                  <a:pt x="6596" y="13752"/>
                  <a:pt x="6811" y="13978"/>
                  <a:pt x="7096" y="14145"/>
                </a:cubicBezTo>
                <a:cubicBezTo>
                  <a:pt x="7370" y="14288"/>
                  <a:pt x="7668" y="14383"/>
                  <a:pt x="7989" y="14383"/>
                </a:cubicBezTo>
                <a:cubicBezTo>
                  <a:pt x="8299" y="14383"/>
                  <a:pt x="8597" y="14312"/>
                  <a:pt x="8882" y="14145"/>
                </a:cubicBezTo>
                <a:cubicBezTo>
                  <a:pt x="9168" y="13966"/>
                  <a:pt x="9406" y="13740"/>
                  <a:pt x="9573" y="13454"/>
                </a:cubicBezTo>
                <a:cubicBezTo>
                  <a:pt x="9716" y="13192"/>
                  <a:pt x="9811" y="12895"/>
                  <a:pt x="9811" y="12561"/>
                </a:cubicBezTo>
                <a:cubicBezTo>
                  <a:pt x="9811" y="12371"/>
                  <a:pt x="9775" y="12180"/>
                  <a:pt x="9704" y="11990"/>
                </a:cubicBezTo>
                <a:cubicBezTo>
                  <a:pt x="9180" y="10418"/>
                  <a:pt x="9847" y="9263"/>
                  <a:pt x="11454" y="8930"/>
                </a:cubicBezTo>
                <a:cubicBezTo>
                  <a:pt x="11657" y="8906"/>
                  <a:pt x="11835" y="8823"/>
                  <a:pt x="12014" y="8728"/>
                </a:cubicBezTo>
                <a:cubicBezTo>
                  <a:pt x="12276" y="8573"/>
                  <a:pt x="12502" y="8358"/>
                  <a:pt x="12669" y="8073"/>
                </a:cubicBezTo>
                <a:cubicBezTo>
                  <a:pt x="12811" y="7799"/>
                  <a:pt x="12907" y="7501"/>
                  <a:pt x="12907" y="7180"/>
                </a:cubicBezTo>
                <a:cubicBezTo>
                  <a:pt x="12907" y="6870"/>
                  <a:pt x="12823" y="6573"/>
                  <a:pt x="12669" y="6287"/>
                </a:cubicBezTo>
                <a:cubicBezTo>
                  <a:pt x="12514" y="6013"/>
                  <a:pt x="12288" y="5799"/>
                  <a:pt x="12014" y="5632"/>
                </a:cubicBezTo>
                <a:cubicBezTo>
                  <a:pt x="11847" y="5525"/>
                  <a:pt x="11657" y="5465"/>
                  <a:pt x="11454" y="5418"/>
                </a:cubicBezTo>
                <a:cubicBezTo>
                  <a:pt x="9847" y="5096"/>
                  <a:pt x="9168" y="3929"/>
                  <a:pt x="9692" y="2370"/>
                </a:cubicBezTo>
                <a:cubicBezTo>
                  <a:pt x="9752" y="2191"/>
                  <a:pt x="9787" y="1989"/>
                  <a:pt x="9787" y="1786"/>
                </a:cubicBezTo>
                <a:cubicBezTo>
                  <a:pt x="9787" y="1477"/>
                  <a:pt x="9716" y="1179"/>
                  <a:pt x="9549" y="893"/>
                </a:cubicBezTo>
                <a:cubicBezTo>
                  <a:pt x="9406" y="631"/>
                  <a:pt x="9180" y="405"/>
                  <a:pt x="8894" y="238"/>
                </a:cubicBezTo>
                <a:cubicBezTo>
                  <a:pt x="8632" y="96"/>
                  <a:pt x="8335" y="0"/>
                  <a:pt x="800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86"/>
          <p:cNvSpPr/>
          <p:nvPr/>
        </p:nvSpPr>
        <p:spPr>
          <a:xfrm rot="-7199958">
            <a:off x="6845190" y="1033999"/>
            <a:ext cx="621034" cy="692101"/>
          </a:xfrm>
          <a:custGeom>
            <a:rect b="b" l="l" r="r" t="t"/>
            <a:pathLst>
              <a:path extrusionOk="0" h="14384" w="12907">
                <a:moveTo>
                  <a:pt x="8001" y="0"/>
                </a:moveTo>
                <a:cubicBezTo>
                  <a:pt x="7692" y="0"/>
                  <a:pt x="7394" y="84"/>
                  <a:pt x="7108" y="238"/>
                </a:cubicBezTo>
                <a:cubicBezTo>
                  <a:pt x="6954" y="334"/>
                  <a:pt x="6799" y="465"/>
                  <a:pt x="6668" y="619"/>
                </a:cubicBezTo>
                <a:cubicBezTo>
                  <a:pt x="6125" y="1234"/>
                  <a:pt x="5516" y="1541"/>
                  <a:pt x="4906" y="1541"/>
                </a:cubicBezTo>
                <a:cubicBezTo>
                  <a:pt x="4299" y="1541"/>
                  <a:pt x="3690" y="1237"/>
                  <a:pt x="3144" y="631"/>
                </a:cubicBezTo>
                <a:cubicBezTo>
                  <a:pt x="3001" y="477"/>
                  <a:pt x="2858" y="358"/>
                  <a:pt x="2679" y="262"/>
                </a:cubicBezTo>
                <a:cubicBezTo>
                  <a:pt x="2405" y="107"/>
                  <a:pt x="2108" y="24"/>
                  <a:pt x="1786" y="24"/>
                </a:cubicBezTo>
                <a:cubicBezTo>
                  <a:pt x="1477" y="24"/>
                  <a:pt x="1179" y="96"/>
                  <a:pt x="893" y="262"/>
                </a:cubicBezTo>
                <a:cubicBezTo>
                  <a:pt x="619" y="405"/>
                  <a:pt x="405" y="631"/>
                  <a:pt x="238" y="917"/>
                </a:cubicBezTo>
                <a:cubicBezTo>
                  <a:pt x="84" y="1179"/>
                  <a:pt x="0" y="1477"/>
                  <a:pt x="0" y="1810"/>
                </a:cubicBezTo>
                <a:cubicBezTo>
                  <a:pt x="0" y="2120"/>
                  <a:pt x="72" y="2417"/>
                  <a:pt x="238" y="2703"/>
                </a:cubicBezTo>
                <a:cubicBezTo>
                  <a:pt x="381" y="2965"/>
                  <a:pt x="608" y="3191"/>
                  <a:pt x="893" y="3358"/>
                </a:cubicBezTo>
                <a:cubicBezTo>
                  <a:pt x="1155" y="3501"/>
                  <a:pt x="1453" y="3596"/>
                  <a:pt x="1786" y="3596"/>
                </a:cubicBezTo>
                <a:cubicBezTo>
                  <a:pt x="2096" y="3596"/>
                  <a:pt x="2394" y="3513"/>
                  <a:pt x="2679" y="3358"/>
                </a:cubicBezTo>
                <a:cubicBezTo>
                  <a:pt x="2846" y="3251"/>
                  <a:pt x="3001" y="3132"/>
                  <a:pt x="3144" y="2977"/>
                </a:cubicBezTo>
                <a:cubicBezTo>
                  <a:pt x="3685" y="2364"/>
                  <a:pt x="4290" y="2057"/>
                  <a:pt x="4895" y="2057"/>
                </a:cubicBezTo>
                <a:cubicBezTo>
                  <a:pt x="5501" y="2057"/>
                  <a:pt x="6108" y="2364"/>
                  <a:pt x="6656" y="2977"/>
                </a:cubicBezTo>
                <a:cubicBezTo>
                  <a:pt x="6787" y="3132"/>
                  <a:pt x="6930" y="3263"/>
                  <a:pt x="7108" y="3370"/>
                </a:cubicBezTo>
                <a:cubicBezTo>
                  <a:pt x="7275" y="3477"/>
                  <a:pt x="7466" y="3536"/>
                  <a:pt x="7668" y="3572"/>
                </a:cubicBezTo>
                <a:cubicBezTo>
                  <a:pt x="9275" y="3906"/>
                  <a:pt x="9942" y="5060"/>
                  <a:pt x="9418" y="6608"/>
                </a:cubicBezTo>
                <a:cubicBezTo>
                  <a:pt x="9359" y="6787"/>
                  <a:pt x="9311" y="7001"/>
                  <a:pt x="9311" y="7204"/>
                </a:cubicBezTo>
                <a:cubicBezTo>
                  <a:pt x="9311" y="7406"/>
                  <a:pt x="9347" y="7596"/>
                  <a:pt x="9406" y="7787"/>
                </a:cubicBezTo>
                <a:cubicBezTo>
                  <a:pt x="9930" y="9347"/>
                  <a:pt x="9252" y="10514"/>
                  <a:pt x="7644" y="10835"/>
                </a:cubicBezTo>
                <a:cubicBezTo>
                  <a:pt x="7454" y="10871"/>
                  <a:pt x="7275" y="10942"/>
                  <a:pt x="7096" y="11049"/>
                </a:cubicBezTo>
                <a:cubicBezTo>
                  <a:pt x="6835" y="11192"/>
                  <a:pt x="6608" y="11418"/>
                  <a:pt x="6442" y="11704"/>
                </a:cubicBezTo>
                <a:cubicBezTo>
                  <a:pt x="6299" y="11966"/>
                  <a:pt x="6204" y="12264"/>
                  <a:pt x="6204" y="12597"/>
                </a:cubicBezTo>
                <a:cubicBezTo>
                  <a:pt x="6204" y="12907"/>
                  <a:pt x="6275" y="13204"/>
                  <a:pt x="6442" y="13490"/>
                </a:cubicBezTo>
                <a:cubicBezTo>
                  <a:pt x="6596" y="13752"/>
                  <a:pt x="6811" y="13978"/>
                  <a:pt x="7096" y="14145"/>
                </a:cubicBezTo>
                <a:cubicBezTo>
                  <a:pt x="7370" y="14288"/>
                  <a:pt x="7668" y="14383"/>
                  <a:pt x="7989" y="14383"/>
                </a:cubicBezTo>
                <a:cubicBezTo>
                  <a:pt x="8299" y="14383"/>
                  <a:pt x="8597" y="14312"/>
                  <a:pt x="8882" y="14145"/>
                </a:cubicBezTo>
                <a:cubicBezTo>
                  <a:pt x="9168" y="13966"/>
                  <a:pt x="9406" y="13740"/>
                  <a:pt x="9573" y="13454"/>
                </a:cubicBezTo>
                <a:cubicBezTo>
                  <a:pt x="9716" y="13192"/>
                  <a:pt x="9811" y="12895"/>
                  <a:pt x="9811" y="12561"/>
                </a:cubicBezTo>
                <a:cubicBezTo>
                  <a:pt x="9811" y="12371"/>
                  <a:pt x="9775" y="12180"/>
                  <a:pt x="9704" y="11990"/>
                </a:cubicBezTo>
                <a:cubicBezTo>
                  <a:pt x="9180" y="10418"/>
                  <a:pt x="9847" y="9263"/>
                  <a:pt x="11454" y="8930"/>
                </a:cubicBezTo>
                <a:cubicBezTo>
                  <a:pt x="11657" y="8906"/>
                  <a:pt x="11835" y="8823"/>
                  <a:pt x="12014" y="8728"/>
                </a:cubicBezTo>
                <a:cubicBezTo>
                  <a:pt x="12276" y="8573"/>
                  <a:pt x="12502" y="8358"/>
                  <a:pt x="12669" y="8073"/>
                </a:cubicBezTo>
                <a:cubicBezTo>
                  <a:pt x="12811" y="7799"/>
                  <a:pt x="12907" y="7501"/>
                  <a:pt x="12907" y="7180"/>
                </a:cubicBezTo>
                <a:cubicBezTo>
                  <a:pt x="12907" y="6870"/>
                  <a:pt x="12823" y="6573"/>
                  <a:pt x="12669" y="6287"/>
                </a:cubicBezTo>
                <a:cubicBezTo>
                  <a:pt x="12514" y="6013"/>
                  <a:pt x="12288" y="5799"/>
                  <a:pt x="12014" y="5632"/>
                </a:cubicBezTo>
                <a:cubicBezTo>
                  <a:pt x="11847" y="5525"/>
                  <a:pt x="11657" y="5465"/>
                  <a:pt x="11454" y="5418"/>
                </a:cubicBezTo>
                <a:cubicBezTo>
                  <a:pt x="9847" y="5096"/>
                  <a:pt x="9168" y="3929"/>
                  <a:pt x="9692" y="2370"/>
                </a:cubicBezTo>
                <a:cubicBezTo>
                  <a:pt x="9752" y="2191"/>
                  <a:pt x="9787" y="1989"/>
                  <a:pt x="9787" y="1786"/>
                </a:cubicBezTo>
                <a:cubicBezTo>
                  <a:pt x="9787" y="1477"/>
                  <a:pt x="9716" y="1179"/>
                  <a:pt x="9549" y="893"/>
                </a:cubicBezTo>
                <a:cubicBezTo>
                  <a:pt x="9406" y="631"/>
                  <a:pt x="9180" y="405"/>
                  <a:pt x="8894" y="238"/>
                </a:cubicBezTo>
                <a:cubicBezTo>
                  <a:pt x="8632" y="96"/>
                  <a:pt x="8335" y="0"/>
                  <a:pt x="800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86"/>
          <p:cNvSpPr/>
          <p:nvPr/>
        </p:nvSpPr>
        <p:spPr>
          <a:xfrm rot="-3600042">
            <a:off x="7526446" y="1034010"/>
            <a:ext cx="621034" cy="692101"/>
          </a:xfrm>
          <a:custGeom>
            <a:rect b="b" l="l" r="r" t="t"/>
            <a:pathLst>
              <a:path extrusionOk="0" h="14384" w="12907">
                <a:moveTo>
                  <a:pt x="8001" y="0"/>
                </a:moveTo>
                <a:cubicBezTo>
                  <a:pt x="7692" y="0"/>
                  <a:pt x="7394" y="84"/>
                  <a:pt x="7108" y="238"/>
                </a:cubicBezTo>
                <a:cubicBezTo>
                  <a:pt x="6954" y="334"/>
                  <a:pt x="6799" y="465"/>
                  <a:pt x="6668" y="619"/>
                </a:cubicBezTo>
                <a:cubicBezTo>
                  <a:pt x="6125" y="1234"/>
                  <a:pt x="5516" y="1541"/>
                  <a:pt x="4906" y="1541"/>
                </a:cubicBezTo>
                <a:cubicBezTo>
                  <a:pt x="4299" y="1541"/>
                  <a:pt x="3690" y="1237"/>
                  <a:pt x="3144" y="631"/>
                </a:cubicBezTo>
                <a:cubicBezTo>
                  <a:pt x="3001" y="477"/>
                  <a:pt x="2858" y="358"/>
                  <a:pt x="2679" y="262"/>
                </a:cubicBezTo>
                <a:cubicBezTo>
                  <a:pt x="2405" y="107"/>
                  <a:pt x="2108" y="24"/>
                  <a:pt x="1786" y="24"/>
                </a:cubicBezTo>
                <a:cubicBezTo>
                  <a:pt x="1477" y="24"/>
                  <a:pt x="1179" y="96"/>
                  <a:pt x="893" y="262"/>
                </a:cubicBezTo>
                <a:cubicBezTo>
                  <a:pt x="619" y="405"/>
                  <a:pt x="405" y="631"/>
                  <a:pt x="238" y="917"/>
                </a:cubicBezTo>
                <a:cubicBezTo>
                  <a:pt x="84" y="1179"/>
                  <a:pt x="0" y="1477"/>
                  <a:pt x="0" y="1810"/>
                </a:cubicBezTo>
                <a:cubicBezTo>
                  <a:pt x="0" y="2120"/>
                  <a:pt x="72" y="2417"/>
                  <a:pt x="238" y="2703"/>
                </a:cubicBezTo>
                <a:cubicBezTo>
                  <a:pt x="381" y="2965"/>
                  <a:pt x="608" y="3191"/>
                  <a:pt x="893" y="3358"/>
                </a:cubicBezTo>
                <a:cubicBezTo>
                  <a:pt x="1155" y="3501"/>
                  <a:pt x="1453" y="3596"/>
                  <a:pt x="1786" y="3596"/>
                </a:cubicBezTo>
                <a:cubicBezTo>
                  <a:pt x="2096" y="3596"/>
                  <a:pt x="2394" y="3513"/>
                  <a:pt x="2679" y="3358"/>
                </a:cubicBezTo>
                <a:cubicBezTo>
                  <a:pt x="2846" y="3251"/>
                  <a:pt x="3001" y="3132"/>
                  <a:pt x="3144" y="2977"/>
                </a:cubicBezTo>
                <a:cubicBezTo>
                  <a:pt x="3685" y="2364"/>
                  <a:pt x="4290" y="2057"/>
                  <a:pt x="4895" y="2057"/>
                </a:cubicBezTo>
                <a:cubicBezTo>
                  <a:pt x="5501" y="2057"/>
                  <a:pt x="6108" y="2364"/>
                  <a:pt x="6656" y="2977"/>
                </a:cubicBezTo>
                <a:cubicBezTo>
                  <a:pt x="6787" y="3132"/>
                  <a:pt x="6930" y="3263"/>
                  <a:pt x="7108" y="3370"/>
                </a:cubicBezTo>
                <a:cubicBezTo>
                  <a:pt x="7275" y="3477"/>
                  <a:pt x="7466" y="3536"/>
                  <a:pt x="7668" y="3572"/>
                </a:cubicBezTo>
                <a:cubicBezTo>
                  <a:pt x="9275" y="3906"/>
                  <a:pt x="9942" y="5060"/>
                  <a:pt x="9418" y="6608"/>
                </a:cubicBezTo>
                <a:cubicBezTo>
                  <a:pt x="9359" y="6787"/>
                  <a:pt x="9311" y="7001"/>
                  <a:pt x="9311" y="7204"/>
                </a:cubicBezTo>
                <a:cubicBezTo>
                  <a:pt x="9311" y="7406"/>
                  <a:pt x="9347" y="7596"/>
                  <a:pt x="9406" y="7787"/>
                </a:cubicBezTo>
                <a:cubicBezTo>
                  <a:pt x="9930" y="9347"/>
                  <a:pt x="9252" y="10514"/>
                  <a:pt x="7644" y="10835"/>
                </a:cubicBezTo>
                <a:cubicBezTo>
                  <a:pt x="7454" y="10871"/>
                  <a:pt x="7275" y="10942"/>
                  <a:pt x="7096" y="11049"/>
                </a:cubicBezTo>
                <a:cubicBezTo>
                  <a:pt x="6835" y="11192"/>
                  <a:pt x="6608" y="11418"/>
                  <a:pt x="6442" y="11704"/>
                </a:cubicBezTo>
                <a:cubicBezTo>
                  <a:pt x="6299" y="11966"/>
                  <a:pt x="6204" y="12264"/>
                  <a:pt x="6204" y="12597"/>
                </a:cubicBezTo>
                <a:cubicBezTo>
                  <a:pt x="6204" y="12907"/>
                  <a:pt x="6275" y="13204"/>
                  <a:pt x="6442" y="13490"/>
                </a:cubicBezTo>
                <a:cubicBezTo>
                  <a:pt x="6596" y="13752"/>
                  <a:pt x="6811" y="13978"/>
                  <a:pt x="7096" y="14145"/>
                </a:cubicBezTo>
                <a:cubicBezTo>
                  <a:pt x="7370" y="14288"/>
                  <a:pt x="7668" y="14383"/>
                  <a:pt x="7989" y="14383"/>
                </a:cubicBezTo>
                <a:cubicBezTo>
                  <a:pt x="8299" y="14383"/>
                  <a:pt x="8597" y="14312"/>
                  <a:pt x="8882" y="14145"/>
                </a:cubicBezTo>
                <a:cubicBezTo>
                  <a:pt x="9168" y="13966"/>
                  <a:pt x="9406" y="13740"/>
                  <a:pt x="9573" y="13454"/>
                </a:cubicBezTo>
                <a:cubicBezTo>
                  <a:pt x="9716" y="13192"/>
                  <a:pt x="9811" y="12895"/>
                  <a:pt x="9811" y="12561"/>
                </a:cubicBezTo>
                <a:cubicBezTo>
                  <a:pt x="9811" y="12371"/>
                  <a:pt x="9775" y="12180"/>
                  <a:pt x="9704" y="11990"/>
                </a:cubicBezTo>
                <a:cubicBezTo>
                  <a:pt x="9180" y="10418"/>
                  <a:pt x="9847" y="9263"/>
                  <a:pt x="11454" y="8930"/>
                </a:cubicBezTo>
                <a:cubicBezTo>
                  <a:pt x="11657" y="8906"/>
                  <a:pt x="11835" y="8823"/>
                  <a:pt x="12014" y="8728"/>
                </a:cubicBezTo>
                <a:cubicBezTo>
                  <a:pt x="12276" y="8573"/>
                  <a:pt x="12502" y="8358"/>
                  <a:pt x="12669" y="8073"/>
                </a:cubicBezTo>
                <a:cubicBezTo>
                  <a:pt x="12811" y="7799"/>
                  <a:pt x="12907" y="7501"/>
                  <a:pt x="12907" y="7180"/>
                </a:cubicBezTo>
                <a:cubicBezTo>
                  <a:pt x="12907" y="6870"/>
                  <a:pt x="12823" y="6573"/>
                  <a:pt x="12669" y="6287"/>
                </a:cubicBezTo>
                <a:cubicBezTo>
                  <a:pt x="12514" y="6013"/>
                  <a:pt x="12288" y="5799"/>
                  <a:pt x="12014" y="5632"/>
                </a:cubicBezTo>
                <a:cubicBezTo>
                  <a:pt x="11847" y="5525"/>
                  <a:pt x="11657" y="5465"/>
                  <a:pt x="11454" y="5418"/>
                </a:cubicBezTo>
                <a:cubicBezTo>
                  <a:pt x="9847" y="5096"/>
                  <a:pt x="9168" y="3929"/>
                  <a:pt x="9692" y="2370"/>
                </a:cubicBezTo>
                <a:cubicBezTo>
                  <a:pt x="9752" y="2191"/>
                  <a:pt x="9787" y="1989"/>
                  <a:pt x="9787" y="1786"/>
                </a:cubicBezTo>
                <a:cubicBezTo>
                  <a:pt x="9787" y="1477"/>
                  <a:pt x="9716" y="1179"/>
                  <a:pt x="9549" y="893"/>
                </a:cubicBezTo>
                <a:cubicBezTo>
                  <a:pt x="9406" y="631"/>
                  <a:pt x="9180" y="405"/>
                  <a:pt x="8894" y="238"/>
                </a:cubicBezTo>
                <a:cubicBezTo>
                  <a:pt x="8632" y="96"/>
                  <a:pt x="8335" y="0"/>
                  <a:pt x="800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86"/>
          <p:cNvSpPr/>
          <p:nvPr/>
        </p:nvSpPr>
        <p:spPr>
          <a:xfrm rot="3599888">
            <a:off x="6846567" y="1556726"/>
            <a:ext cx="770021" cy="430842"/>
          </a:xfrm>
          <a:custGeom>
            <a:rect b="b" l="l" r="r" t="t"/>
            <a:pathLst>
              <a:path extrusionOk="0" h="8954" w="16003">
                <a:moveTo>
                  <a:pt x="8025" y="1"/>
                </a:moveTo>
                <a:cubicBezTo>
                  <a:pt x="7692" y="1"/>
                  <a:pt x="7394" y="84"/>
                  <a:pt x="7132" y="239"/>
                </a:cubicBezTo>
                <a:cubicBezTo>
                  <a:pt x="6954" y="346"/>
                  <a:pt x="6799" y="477"/>
                  <a:pt x="6668" y="620"/>
                </a:cubicBezTo>
                <a:cubicBezTo>
                  <a:pt x="6126" y="1239"/>
                  <a:pt x="5519" y="1548"/>
                  <a:pt x="4912" y="1548"/>
                </a:cubicBezTo>
                <a:cubicBezTo>
                  <a:pt x="4305" y="1548"/>
                  <a:pt x="3697" y="1239"/>
                  <a:pt x="3156" y="620"/>
                </a:cubicBezTo>
                <a:cubicBezTo>
                  <a:pt x="3025" y="477"/>
                  <a:pt x="2858" y="358"/>
                  <a:pt x="2691" y="251"/>
                </a:cubicBezTo>
                <a:cubicBezTo>
                  <a:pt x="2418" y="84"/>
                  <a:pt x="2120" y="12"/>
                  <a:pt x="1798" y="12"/>
                </a:cubicBezTo>
                <a:cubicBezTo>
                  <a:pt x="1477" y="12"/>
                  <a:pt x="1179" y="108"/>
                  <a:pt x="905" y="251"/>
                </a:cubicBezTo>
                <a:cubicBezTo>
                  <a:pt x="632" y="417"/>
                  <a:pt x="405" y="643"/>
                  <a:pt x="251" y="905"/>
                </a:cubicBezTo>
                <a:cubicBezTo>
                  <a:pt x="96" y="1191"/>
                  <a:pt x="12" y="1489"/>
                  <a:pt x="1" y="1786"/>
                </a:cubicBezTo>
                <a:cubicBezTo>
                  <a:pt x="1" y="2108"/>
                  <a:pt x="96" y="2406"/>
                  <a:pt x="239" y="2679"/>
                </a:cubicBezTo>
                <a:cubicBezTo>
                  <a:pt x="405" y="2953"/>
                  <a:pt x="632" y="3179"/>
                  <a:pt x="894" y="3334"/>
                </a:cubicBezTo>
                <a:cubicBezTo>
                  <a:pt x="1179" y="3489"/>
                  <a:pt x="1477" y="3572"/>
                  <a:pt x="1786" y="3572"/>
                </a:cubicBezTo>
                <a:cubicBezTo>
                  <a:pt x="2120" y="3572"/>
                  <a:pt x="2418" y="3477"/>
                  <a:pt x="2679" y="3334"/>
                </a:cubicBezTo>
                <a:cubicBezTo>
                  <a:pt x="2858" y="3239"/>
                  <a:pt x="3013" y="3108"/>
                  <a:pt x="3144" y="2953"/>
                </a:cubicBezTo>
                <a:cubicBezTo>
                  <a:pt x="3686" y="2340"/>
                  <a:pt x="4293" y="2033"/>
                  <a:pt x="4900" y="2033"/>
                </a:cubicBezTo>
                <a:cubicBezTo>
                  <a:pt x="5507" y="2033"/>
                  <a:pt x="6114" y="2340"/>
                  <a:pt x="6656" y="2953"/>
                </a:cubicBezTo>
                <a:cubicBezTo>
                  <a:pt x="6775" y="3108"/>
                  <a:pt x="6942" y="3239"/>
                  <a:pt x="7097" y="3334"/>
                </a:cubicBezTo>
                <a:cubicBezTo>
                  <a:pt x="7275" y="3430"/>
                  <a:pt x="7454" y="3513"/>
                  <a:pt x="7656" y="3537"/>
                </a:cubicBezTo>
                <a:cubicBezTo>
                  <a:pt x="9264" y="3870"/>
                  <a:pt x="9930" y="5025"/>
                  <a:pt x="9406" y="6585"/>
                </a:cubicBezTo>
                <a:cubicBezTo>
                  <a:pt x="9347" y="6787"/>
                  <a:pt x="9323" y="6978"/>
                  <a:pt x="9323" y="7168"/>
                </a:cubicBezTo>
                <a:cubicBezTo>
                  <a:pt x="9323" y="7501"/>
                  <a:pt x="9406" y="7799"/>
                  <a:pt x="9561" y="8061"/>
                </a:cubicBezTo>
                <a:cubicBezTo>
                  <a:pt x="9716" y="8347"/>
                  <a:pt x="9942" y="8573"/>
                  <a:pt x="10216" y="8716"/>
                </a:cubicBezTo>
                <a:cubicBezTo>
                  <a:pt x="10490" y="8883"/>
                  <a:pt x="10788" y="8954"/>
                  <a:pt x="11109" y="8954"/>
                </a:cubicBezTo>
                <a:cubicBezTo>
                  <a:pt x="11431" y="8954"/>
                  <a:pt x="11728" y="8871"/>
                  <a:pt x="12002" y="8716"/>
                </a:cubicBezTo>
                <a:cubicBezTo>
                  <a:pt x="12276" y="8549"/>
                  <a:pt x="12502" y="8335"/>
                  <a:pt x="12657" y="8061"/>
                </a:cubicBezTo>
                <a:cubicBezTo>
                  <a:pt x="12812" y="7775"/>
                  <a:pt x="12895" y="7478"/>
                  <a:pt x="12895" y="7168"/>
                </a:cubicBezTo>
                <a:cubicBezTo>
                  <a:pt x="12895" y="6966"/>
                  <a:pt x="12859" y="6763"/>
                  <a:pt x="12800" y="6585"/>
                </a:cubicBezTo>
                <a:cubicBezTo>
                  <a:pt x="12276" y="5025"/>
                  <a:pt x="12931" y="3870"/>
                  <a:pt x="14562" y="3537"/>
                </a:cubicBezTo>
                <a:cubicBezTo>
                  <a:pt x="14752" y="3489"/>
                  <a:pt x="14943" y="3441"/>
                  <a:pt x="15110" y="3334"/>
                </a:cubicBezTo>
                <a:cubicBezTo>
                  <a:pt x="15395" y="3168"/>
                  <a:pt x="15610" y="2941"/>
                  <a:pt x="15764" y="2679"/>
                </a:cubicBezTo>
                <a:cubicBezTo>
                  <a:pt x="15931" y="2394"/>
                  <a:pt x="16003" y="2096"/>
                  <a:pt x="16003" y="1786"/>
                </a:cubicBezTo>
                <a:cubicBezTo>
                  <a:pt x="16003" y="1453"/>
                  <a:pt x="15907" y="1155"/>
                  <a:pt x="15764" y="893"/>
                </a:cubicBezTo>
                <a:cubicBezTo>
                  <a:pt x="15598" y="608"/>
                  <a:pt x="15372" y="382"/>
                  <a:pt x="15110" y="239"/>
                </a:cubicBezTo>
                <a:cubicBezTo>
                  <a:pt x="14824" y="72"/>
                  <a:pt x="14526" y="1"/>
                  <a:pt x="14217" y="1"/>
                </a:cubicBezTo>
                <a:cubicBezTo>
                  <a:pt x="13883" y="1"/>
                  <a:pt x="13586" y="84"/>
                  <a:pt x="13324" y="239"/>
                </a:cubicBezTo>
                <a:cubicBezTo>
                  <a:pt x="13038" y="405"/>
                  <a:pt x="12812" y="620"/>
                  <a:pt x="12669" y="893"/>
                </a:cubicBezTo>
                <a:cubicBezTo>
                  <a:pt x="12502" y="1167"/>
                  <a:pt x="12431" y="1465"/>
                  <a:pt x="12431" y="1786"/>
                </a:cubicBezTo>
                <a:cubicBezTo>
                  <a:pt x="12431" y="1989"/>
                  <a:pt x="12478" y="2203"/>
                  <a:pt x="12538" y="2382"/>
                </a:cubicBezTo>
                <a:cubicBezTo>
                  <a:pt x="12895" y="3418"/>
                  <a:pt x="12693" y="4287"/>
                  <a:pt x="12062" y="4834"/>
                </a:cubicBezTo>
                <a:cubicBezTo>
                  <a:pt x="11794" y="5067"/>
                  <a:pt x="11460" y="5183"/>
                  <a:pt x="11127" y="5183"/>
                </a:cubicBezTo>
                <a:cubicBezTo>
                  <a:pt x="10794" y="5183"/>
                  <a:pt x="10460" y="5067"/>
                  <a:pt x="10192" y="4834"/>
                </a:cubicBezTo>
                <a:cubicBezTo>
                  <a:pt x="9561" y="4263"/>
                  <a:pt x="9383" y="3406"/>
                  <a:pt x="9716" y="2358"/>
                </a:cubicBezTo>
                <a:cubicBezTo>
                  <a:pt x="9776" y="2167"/>
                  <a:pt x="9811" y="1977"/>
                  <a:pt x="9811" y="1786"/>
                </a:cubicBezTo>
                <a:cubicBezTo>
                  <a:pt x="9811" y="1453"/>
                  <a:pt x="9716" y="1155"/>
                  <a:pt x="9573" y="893"/>
                </a:cubicBezTo>
                <a:cubicBezTo>
                  <a:pt x="9406" y="608"/>
                  <a:pt x="9180" y="382"/>
                  <a:pt x="8918" y="239"/>
                </a:cubicBezTo>
                <a:cubicBezTo>
                  <a:pt x="8633" y="72"/>
                  <a:pt x="8335" y="1"/>
                  <a:pt x="802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86"/>
          <p:cNvSpPr/>
          <p:nvPr/>
        </p:nvSpPr>
        <p:spPr>
          <a:xfrm rot="7199958">
            <a:off x="8049921" y="1420884"/>
            <a:ext cx="770001" cy="430831"/>
          </a:xfrm>
          <a:custGeom>
            <a:rect b="b" l="l" r="r" t="t"/>
            <a:pathLst>
              <a:path extrusionOk="0" h="8954" w="16003">
                <a:moveTo>
                  <a:pt x="8025" y="1"/>
                </a:moveTo>
                <a:cubicBezTo>
                  <a:pt x="7692" y="1"/>
                  <a:pt x="7394" y="84"/>
                  <a:pt x="7132" y="239"/>
                </a:cubicBezTo>
                <a:cubicBezTo>
                  <a:pt x="6954" y="346"/>
                  <a:pt x="6799" y="477"/>
                  <a:pt x="6668" y="620"/>
                </a:cubicBezTo>
                <a:cubicBezTo>
                  <a:pt x="6126" y="1239"/>
                  <a:pt x="5519" y="1548"/>
                  <a:pt x="4912" y="1548"/>
                </a:cubicBezTo>
                <a:cubicBezTo>
                  <a:pt x="4305" y="1548"/>
                  <a:pt x="3697" y="1239"/>
                  <a:pt x="3156" y="620"/>
                </a:cubicBezTo>
                <a:cubicBezTo>
                  <a:pt x="3025" y="477"/>
                  <a:pt x="2858" y="358"/>
                  <a:pt x="2691" y="251"/>
                </a:cubicBezTo>
                <a:cubicBezTo>
                  <a:pt x="2418" y="84"/>
                  <a:pt x="2120" y="12"/>
                  <a:pt x="1798" y="12"/>
                </a:cubicBezTo>
                <a:cubicBezTo>
                  <a:pt x="1477" y="12"/>
                  <a:pt x="1179" y="108"/>
                  <a:pt x="905" y="251"/>
                </a:cubicBezTo>
                <a:cubicBezTo>
                  <a:pt x="632" y="417"/>
                  <a:pt x="405" y="643"/>
                  <a:pt x="251" y="905"/>
                </a:cubicBezTo>
                <a:cubicBezTo>
                  <a:pt x="96" y="1191"/>
                  <a:pt x="12" y="1489"/>
                  <a:pt x="1" y="1786"/>
                </a:cubicBezTo>
                <a:cubicBezTo>
                  <a:pt x="1" y="2108"/>
                  <a:pt x="96" y="2406"/>
                  <a:pt x="239" y="2679"/>
                </a:cubicBezTo>
                <a:cubicBezTo>
                  <a:pt x="405" y="2953"/>
                  <a:pt x="632" y="3179"/>
                  <a:pt x="894" y="3334"/>
                </a:cubicBezTo>
                <a:cubicBezTo>
                  <a:pt x="1179" y="3489"/>
                  <a:pt x="1477" y="3572"/>
                  <a:pt x="1786" y="3572"/>
                </a:cubicBezTo>
                <a:cubicBezTo>
                  <a:pt x="2120" y="3572"/>
                  <a:pt x="2418" y="3477"/>
                  <a:pt x="2679" y="3334"/>
                </a:cubicBezTo>
                <a:cubicBezTo>
                  <a:pt x="2858" y="3239"/>
                  <a:pt x="3013" y="3108"/>
                  <a:pt x="3144" y="2953"/>
                </a:cubicBezTo>
                <a:cubicBezTo>
                  <a:pt x="3686" y="2340"/>
                  <a:pt x="4293" y="2033"/>
                  <a:pt x="4900" y="2033"/>
                </a:cubicBezTo>
                <a:cubicBezTo>
                  <a:pt x="5507" y="2033"/>
                  <a:pt x="6114" y="2340"/>
                  <a:pt x="6656" y="2953"/>
                </a:cubicBezTo>
                <a:cubicBezTo>
                  <a:pt x="6775" y="3108"/>
                  <a:pt x="6942" y="3239"/>
                  <a:pt x="7097" y="3334"/>
                </a:cubicBezTo>
                <a:cubicBezTo>
                  <a:pt x="7275" y="3430"/>
                  <a:pt x="7454" y="3513"/>
                  <a:pt x="7656" y="3537"/>
                </a:cubicBezTo>
                <a:cubicBezTo>
                  <a:pt x="9264" y="3870"/>
                  <a:pt x="9930" y="5025"/>
                  <a:pt x="9406" y="6585"/>
                </a:cubicBezTo>
                <a:cubicBezTo>
                  <a:pt x="9347" y="6787"/>
                  <a:pt x="9323" y="6978"/>
                  <a:pt x="9323" y="7168"/>
                </a:cubicBezTo>
                <a:cubicBezTo>
                  <a:pt x="9323" y="7501"/>
                  <a:pt x="9406" y="7799"/>
                  <a:pt x="9561" y="8061"/>
                </a:cubicBezTo>
                <a:cubicBezTo>
                  <a:pt x="9716" y="8347"/>
                  <a:pt x="9942" y="8573"/>
                  <a:pt x="10216" y="8716"/>
                </a:cubicBezTo>
                <a:cubicBezTo>
                  <a:pt x="10490" y="8883"/>
                  <a:pt x="10788" y="8954"/>
                  <a:pt x="11109" y="8954"/>
                </a:cubicBezTo>
                <a:cubicBezTo>
                  <a:pt x="11431" y="8954"/>
                  <a:pt x="11728" y="8871"/>
                  <a:pt x="12002" y="8716"/>
                </a:cubicBezTo>
                <a:cubicBezTo>
                  <a:pt x="12276" y="8549"/>
                  <a:pt x="12502" y="8335"/>
                  <a:pt x="12657" y="8061"/>
                </a:cubicBezTo>
                <a:cubicBezTo>
                  <a:pt x="12812" y="7775"/>
                  <a:pt x="12895" y="7478"/>
                  <a:pt x="12895" y="7168"/>
                </a:cubicBezTo>
                <a:cubicBezTo>
                  <a:pt x="12895" y="6966"/>
                  <a:pt x="12859" y="6763"/>
                  <a:pt x="12800" y="6585"/>
                </a:cubicBezTo>
                <a:cubicBezTo>
                  <a:pt x="12276" y="5025"/>
                  <a:pt x="12931" y="3870"/>
                  <a:pt x="14562" y="3537"/>
                </a:cubicBezTo>
                <a:cubicBezTo>
                  <a:pt x="14752" y="3489"/>
                  <a:pt x="14943" y="3441"/>
                  <a:pt x="15110" y="3334"/>
                </a:cubicBezTo>
                <a:cubicBezTo>
                  <a:pt x="15395" y="3168"/>
                  <a:pt x="15610" y="2941"/>
                  <a:pt x="15764" y="2679"/>
                </a:cubicBezTo>
                <a:cubicBezTo>
                  <a:pt x="15931" y="2394"/>
                  <a:pt x="16003" y="2096"/>
                  <a:pt x="16003" y="1786"/>
                </a:cubicBezTo>
                <a:cubicBezTo>
                  <a:pt x="16003" y="1453"/>
                  <a:pt x="15907" y="1155"/>
                  <a:pt x="15764" y="893"/>
                </a:cubicBezTo>
                <a:cubicBezTo>
                  <a:pt x="15598" y="608"/>
                  <a:pt x="15372" y="382"/>
                  <a:pt x="15110" y="239"/>
                </a:cubicBezTo>
                <a:cubicBezTo>
                  <a:pt x="14824" y="72"/>
                  <a:pt x="14526" y="1"/>
                  <a:pt x="14217" y="1"/>
                </a:cubicBezTo>
                <a:cubicBezTo>
                  <a:pt x="13883" y="1"/>
                  <a:pt x="13586" y="84"/>
                  <a:pt x="13324" y="239"/>
                </a:cubicBezTo>
                <a:cubicBezTo>
                  <a:pt x="13038" y="405"/>
                  <a:pt x="12812" y="620"/>
                  <a:pt x="12669" y="893"/>
                </a:cubicBezTo>
                <a:cubicBezTo>
                  <a:pt x="12502" y="1167"/>
                  <a:pt x="12431" y="1465"/>
                  <a:pt x="12431" y="1786"/>
                </a:cubicBezTo>
                <a:cubicBezTo>
                  <a:pt x="12431" y="1989"/>
                  <a:pt x="12478" y="2203"/>
                  <a:pt x="12538" y="2382"/>
                </a:cubicBezTo>
                <a:cubicBezTo>
                  <a:pt x="12895" y="3418"/>
                  <a:pt x="12693" y="4287"/>
                  <a:pt x="12062" y="4834"/>
                </a:cubicBezTo>
                <a:cubicBezTo>
                  <a:pt x="11794" y="5067"/>
                  <a:pt x="11460" y="5183"/>
                  <a:pt x="11127" y="5183"/>
                </a:cubicBezTo>
                <a:cubicBezTo>
                  <a:pt x="10794" y="5183"/>
                  <a:pt x="10460" y="5067"/>
                  <a:pt x="10192" y="4834"/>
                </a:cubicBezTo>
                <a:cubicBezTo>
                  <a:pt x="9561" y="4263"/>
                  <a:pt x="9383" y="3406"/>
                  <a:pt x="9716" y="2358"/>
                </a:cubicBezTo>
                <a:cubicBezTo>
                  <a:pt x="9776" y="2167"/>
                  <a:pt x="9811" y="1977"/>
                  <a:pt x="9811" y="1786"/>
                </a:cubicBezTo>
                <a:cubicBezTo>
                  <a:pt x="9811" y="1453"/>
                  <a:pt x="9716" y="1155"/>
                  <a:pt x="9573" y="893"/>
                </a:cubicBezTo>
                <a:cubicBezTo>
                  <a:pt x="9406" y="608"/>
                  <a:pt x="9180" y="382"/>
                  <a:pt x="8918" y="239"/>
                </a:cubicBezTo>
                <a:cubicBezTo>
                  <a:pt x="8633" y="72"/>
                  <a:pt x="8335" y="1"/>
                  <a:pt x="802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86"/>
          <p:cNvSpPr/>
          <p:nvPr/>
        </p:nvSpPr>
        <p:spPr>
          <a:xfrm rot="10800000">
            <a:off x="7862813" y="1881968"/>
            <a:ext cx="769984" cy="430822"/>
          </a:xfrm>
          <a:custGeom>
            <a:rect b="b" l="l" r="r" t="t"/>
            <a:pathLst>
              <a:path extrusionOk="0" h="8954" w="16003">
                <a:moveTo>
                  <a:pt x="8025" y="1"/>
                </a:moveTo>
                <a:cubicBezTo>
                  <a:pt x="7692" y="1"/>
                  <a:pt x="7394" y="84"/>
                  <a:pt x="7132" y="239"/>
                </a:cubicBezTo>
                <a:cubicBezTo>
                  <a:pt x="6954" y="346"/>
                  <a:pt x="6799" y="477"/>
                  <a:pt x="6668" y="620"/>
                </a:cubicBezTo>
                <a:cubicBezTo>
                  <a:pt x="6126" y="1239"/>
                  <a:pt x="5519" y="1548"/>
                  <a:pt x="4912" y="1548"/>
                </a:cubicBezTo>
                <a:cubicBezTo>
                  <a:pt x="4305" y="1548"/>
                  <a:pt x="3697" y="1239"/>
                  <a:pt x="3156" y="620"/>
                </a:cubicBezTo>
                <a:cubicBezTo>
                  <a:pt x="3025" y="477"/>
                  <a:pt x="2858" y="358"/>
                  <a:pt x="2691" y="251"/>
                </a:cubicBezTo>
                <a:cubicBezTo>
                  <a:pt x="2418" y="84"/>
                  <a:pt x="2120" y="12"/>
                  <a:pt x="1798" y="12"/>
                </a:cubicBezTo>
                <a:cubicBezTo>
                  <a:pt x="1477" y="12"/>
                  <a:pt x="1179" y="108"/>
                  <a:pt x="905" y="251"/>
                </a:cubicBezTo>
                <a:cubicBezTo>
                  <a:pt x="632" y="417"/>
                  <a:pt x="405" y="643"/>
                  <a:pt x="251" y="905"/>
                </a:cubicBezTo>
                <a:cubicBezTo>
                  <a:pt x="96" y="1191"/>
                  <a:pt x="12" y="1489"/>
                  <a:pt x="1" y="1786"/>
                </a:cubicBezTo>
                <a:cubicBezTo>
                  <a:pt x="1" y="2108"/>
                  <a:pt x="96" y="2406"/>
                  <a:pt x="239" y="2679"/>
                </a:cubicBezTo>
                <a:cubicBezTo>
                  <a:pt x="405" y="2953"/>
                  <a:pt x="632" y="3179"/>
                  <a:pt x="894" y="3334"/>
                </a:cubicBezTo>
                <a:cubicBezTo>
                  <a:pt x="1179" y="3489"/>
                  <a:pt x="1477" y="3572"/>
                  <a:pt x="1786" y="3572"/>
                </a:cubicBezTo>
                <a:cubicBezTo>
                  <a:pt x="2120" y="3572"/>
                  <a:pt x="2418" y="3477"/>
                  <a:pt x="2679" y="3334"/>
                </a:cubicBezTo>
                <a:cubicBezTo>
                  <a:pt x="2858" y="3239"/>
                  <a:pt x="3013" y="3108"/>
                  <a:pt x="3144" y="2953"/>
                </a:cubicBezTo>
                <a:cubicBezTo>
                  <a:pt x="3686" y="2340"/>
                  <a:pt x="4293" y="2033"/>
                  <a:pt x="4900" y="2033"/>
                </a:cubicBezTo>
                <a:cubicBezTo>
                  <a:pt x="5507" y="2033"/>
                  <a:pt x="6114" y="2340"/>
                  <a:pt x="6656" y="2953"/>
                </a:cubicBezTo>
                <a:cubicBezTo>
                  <a:pt x="6775" y="3108"/>
                  <a:pt x="6942" y="3239"/>
                  <a:pt x="7097" y="3334"/>
                </a:cubicBezTo>
                <a:cubicBezTo>
                  <a:pt x="7275" y="3430"/>
                  <a:pt x="7454" y="3513"/>
                  <a:pt x="7656" y="3537"/>
                </a:cubicBezTo>
                <a:cubicBezTo>
                  <a:pt x="9264" y="3870"/>
                  <a:pt x="9930" y="5025"/>
                  <a:pt x="9406" y="6585"/>
                </a:cubicBezTo>
                <a:cubicBezTo>
                  <a:pt x="9347" y="6787"/>
                  <a:pt x="9323" y="6978"/>
                  <a:pt x="9323" y="7168"/>
                </a:cubicBezTo>
                <a:cubicBezTo>
                  <a:pt x="9323" y="7501"/>
                  <a:pt x="9406" y="7799"/>
                  <a:pt x="9561" y="8061"/>
                </a:cubicBezTo>
                <a:cubicBezTo>
                  <a:pt x="9716" y="8347"/>
                  <a:pt x="9942" y="8573"/>
                  <a:pt x="10216" y="8716"/>
                </a:cubicBezTo>
                <a:cubicBezTo>
                  <a:pt x="10490" y="8883"/>
                  <a:pt x="10788" y="8954"/>
                  <a:pt x="11109" y="8954"/>
                </a:cubicBezTo>
                <a:cubicBezTo>
                  <a:pt x="11431" y="8954"/>
                  <a:pt x="11728" y="8871"/>
                  <a:pt x="12002" y="8716"/>
                </a:cubicBezTo>
                <a:cubicBezTo>
                  <a:pt x="12276" y="8549"/>
                  <a:pt x="12502" y="8335"/>
                  <a:pt x="12657" y="8061"/>
                </a:cubicBezTo>
                <a:cubicBezTo>
                  <a:pt x="12812" y="7775"/>
                  <a:pt x="12895" y="7478"/>
                  <a:pt x="12895" y="7168"/>
                </a:cubicBezTo>
                <a:cubicBezTo>
                  <a:pt x="12895" y="6966"/>
                  <a:pt x="12859" y="6763"/>
                  <a:pt x="12800" y="6585"/>
                </a:cubicBezTo>
                <a:cubicBezTo>
                  <a:pt x="12276" y="5025"/>
                  <a:pt x="12931" y="3870"/>
                  <a:pt x="14562" y="3537"/>
                </a:cubicBezTo>
                <a:cubicBezTo>
                  <a:pt x="14752" y="3489"/>
                  <a:pt x="14943" y="3441"/>
                  <a:pt x="15110" y="3334"/>
                </a:cubicBezTo>
                <a:cubicBezTo>
                  <a:pt x="15395" y="3168"/>
                  <a:pt x="15610" y="2941"/>
                  <a:pt x="15764" y="2679"/>
                </a:cubicBezTo>
                <a:cubicBezTo>
                  <a:pt x="15931" y="2394"/>
                  <a:pt x="16003" y="2096"/>
                  <a:pt x="16003" y="1786"/>
                </a:cubicBezTo>
                <a:cubicBezTo>
                  <a:pt x="16003" y="1453"/>
                  <a:pt x="15907" y="1155"/>
                  <a:pt x="15764" y="893"/>
                </a:cubicBezTo>
                <a:cubicBezTo>
                  <a:pt x="15598" y="608"/>
                  <a:pt x="15372" y="382"/>
                  <a:pt x="15110" y="239"/>
                </a:cubicBezTo>
                <a:cubicBezTo>
                  <a:pt x="14824" y="72"/>
                  <a:pt x="14526" y="1"/>
                  <a:pt x="14217" y="1"/>
                </a:cubicBezTo>
                <a:cubicBezTo>
                  <a:pt x="13883" y="1"/>
                  <a:pt x="13586" y="84"/>
                  <a:pt x="13324" y="239"/>
                </a:cubicBezTo>
                <a:cubicBezTo>
                  <a:pt x="13038" y="405"/>
                  <a:pt x="12812" y="620"/>
                  <a:pt x="12669" y="893"/>
                </a:cubicBezTo>
                <a:cubicBezTo>
                  <a:pt x="12502" y="1167"/>
                  <a:pt x="12431" y="1465"/>
                  <a:pt x="12431" y="1786"/>
                </a:cubicBezTo>
                <a:cubicBezTo>
                  <a:pt x="12431" y="1989"/>
                  <a:pt x="12478" y="2203"/>
                  <a:pt x="12538" y="2382"/>
                </a:cubicBezTo>
                <a:cubicBezTo>
                  <a:pt x="12895" y="3418"/>
                  <a:pt x="12693" y="4287"/>
                  <a:pt x="12062" y="4834"/>
                </a:cubicBezTo>
                <a:cubicBezTo>
                  <a:pt x="11794" y="5067"/>
                  <a:pt x="11460" y="5183"/>
                  <a:pt x="11127" y="5183"/>
                </a:cubicBezTo>
                <a:cubicBezTo>
                  <a:pt x="10794" y="5183"/>
                  <a:pt x="10460" y="5067"/>
                  <a:pt x="10192" y="4834"/>
                </a:cubicBezTo>
                <a:cubicBezTo>
                  <a:pt x="9561" y="4263"/>
                  <a:pt x="9383" y="3406"/>
                  <a:pt x="9716" y="2358"/>
                </a:cubicBezTo>
                <a:cubicBezTo>
                  <a:pt x="9776" y="2167"/>
                  <a:pt x="9811" y="1977"/>
                  <a:pt x="9811" y="1786"/>
                </a:cubicBezTo>
                <a:cubicBezTo>
                  <a:pt x="9811" y="1453"/>
                  <a:pt x="9716" y="1155"/>
                  <a:pt x="9573" y="893"/>
                </a:cubicBezTo>
                <a:cubicBezTo>
                  <a:pt x="9406" y="608"/>
                  <a:pt x="9180" y="382"/>
                  <a:pt x="8918" y="239"/>
                </a:cubicBezTo>
                <a:cubicBezTo>
                  <a:pt x="8633" y="72"/>
                  <a:pt x="8335" y="1"/>
                  <a:pt x="802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86"/>
          <p:cNvSpPr/>
          <p:nvPr/>
        </p:nvSpPr>
        <p:spPr>
          <a:xfrm rot="-7200047">
            <a:off x="6475374" y="1952981"/>
            <a:ext cx="769966" cy="430812"/>
          </a:xfrm>
          <a:custGeom>
            <a:rect b="b" l="l" r="r" t="t"/>
            <a:pathLst>
              <a:path extrusionOk="0" h="8954" w="16003">
                <a:moveTo>
                  <a:pt x="8025" y="1"/>
                </a:moveTo>
                <a:cubicBezTo>
                  <a:pt x="7692" y="1"/>
                  <a:pt x="7394" y="84"/>
                  <a:pt x="7132" y="239"/>
                </a:cubicBezTo>
                <a:cubicBezTo>
                  <a:pt x="6954" y="346"/>
                  <a:pt x="6799" y="477"/>
                  <a:pt x="6668" y="620"/>
                </a:cubicBezTo>
                <a:cubicBezTo>
                  <a:pt x="6126" y="1239"/>
                  <a:pt x="5519" y="1548"/>
                  <a:pt x="4912" y="1548"/>
                </a:cubicBezTo>
                <a:cubicBezTo>
                  <a:pt x="4305" y="1548"/>
                  <a:pt x="3697" y="1239"/>
                  <a:pt x="3156" y="620"/>
                </a:cubicBezTo>
                <a:cubicBezTo>
                  <a:pt x="3025" y="477"/>
                  <a:pt x="2858" y="358"/>
                  <a:pt x="2691" y="251"/>
                </a:cubicBezTo>
                <a:cubicBezTo>
                  <a:pt x="2418" y="84"/>
                  <a:pt x="2120" y="12"/>
                  <a:pt x="1798" y="12"/>
                </a:cubicBezTo>
                <a:cubicBezTo>
                  <a:pt x="1477" y="12"/>
                  <a:pt x="1179" y="108"/>
                  <a:pt x="905" y="251"/>
                </a:cubicBezTo>
                <a:cubicBezTo>
                  <a:pt x="632" y="417"/>
                  <a:pt x="405" y="643"/>
                  <a:pt x="251" y="905"/>
                </a:cubicBezTo>
                <a:cubicBezTo>
                  <a:pt x="96" y="1191"/>
                  <a:pt x="12" y="1489"/>
                  <a:pt x="1" y="1786"/>
                </a:cubicBezTo>
                <a:cubicBezTo>
                  <a:pt x="1" y="2108"/>
                  <a:pt x="96" y="2406"/>
                  <a:pt x="239" y="2679"/>
                </a:cubicBezTo>
                <a:cubicBezTo>
                  <a:pt x="405" y="2953"/>
                  <a:pt x="632" y="3179"/>
                  <a:pt x="894" y="3334"/>
                </a:cubicBezTo>
                <a:cubicBezTo>
                  <a:pt x="1179" y="3489"/>
                  <a:pt x="1477" y="3572"/>
                  <a:pt x="1786" y="3572"/>
                </a:cubicBezTo>
                <a:cubicBezTo>
                  <a:pt x="2120" y="3572"/>
                  <a:pt x="2418" y="3477"/>
                  <a:pt x="2679" y="3334"/>
                </a:cubicBezTo>
                <a:cubicBezTo>
                  <a:pt x="2858" y="3239"/>
                  <a:pt x="3013" y="3108"/>
                  <a:pt x="3144" y="2953"/>
                </a:cubicBezTo>
                <a:cubicBezTo>
                  <a:pt x="3686" y="2340"/>
                  <a:pt x="4293" y="2033"/>
                  <a:pt x="4900" y="2033"/>
                </a:cubicBezTo>
                <a:cubicBezTo>
                  <a:pt x="5507" y="2033"/>
                  <a:pt x="6114" y="2340"/>
                  <a:pt x="6656" y="2953"/>
                </a:cubicBezTo>
                <a:cubicBezTo>
                  <a:pt x="6775" y="3108"/>
                  <a:pt x="6942" y="3239"/>
                  <a:pt x="7097" y="3334"/>
                </a:cubicBezTo>
                <a:cubicBezTo>
                  <a:pt x="7275" y="3430"/>
                  <a:pt x="7454" y="3513"/>
                  <a:pt x="7656" y="3537"/>
                </a:cubicBezTo>
                <a:cubicBezTo>
                  <a:pt x="9264" y="3870"/>
                  <a:pt x="9930" y="5025"/>
                  <a:pt x="9406" y="6585"/>
                </a:cubicBezTo>
                <a:cubicBezTo>
                  <a:pt x="9347" y="6787"/>
                  <a:pt x="9323" y="6978"/>
                  <a:pt x="9323" y="7168"/>
                </a:cubicBezTo>
                <a:cubicBezTo>
                  <a:pt x="9323" y="7501"/>
                  <a:pt x="9406" y="7799"/>
                  <a:pt x="9561" y="8061"/>
                </a:cubicBezTo>
                <a:cubicBezTo>
                  <a:pt x="9716" y="8347"/>
                  <a:pt x="9942" y="8573"/>
                  <a:pt x="10216" y="8716"/>
                </a:cubicBezTo>
                <a:cubicBezTo>
                  <a:pt x="10490" y="8883"/>
                  <a:pt x="10788" y="8954"/>
                  <a:pt x="11109" y="8954"/>
                </a:cubicBezTo>
                <a:cubicBezTo>
                  <a:pt x="11431" y="8954"/>
                  <a:pt x="11728" y="8871"/>
                  <a:pt x="12002" y="8716"/>
                </a:cubicBezTo>
                <a:cubicBezTo>
                  <a:pt x="12276" y="8549"/>
                  <a:pt x="12502" y="8335"/>
                  <a:pt x="12657" y="8061"/>
                </a:cubicBezTo>
                <a:cubicBezTo>
                  <a:pt x="12812" y="7775"/>
                  <a:pt x="12895" y="7478"/>
                  <a:pt x="12895" y="7168"/>
                </a:cubicBezTo>
                <a:cubicBezTo>
                  <a:pt x="12895" y="6966"/>
                  <a:pt x="12859" y="6763"/>
                  <a:pt x="12800" y="6585"/>
                </a:cubicBezTo>
                <a:cubicBezTo>
                  <a:pt x="12276" y="5025"/>
                  <a:pt x="12931" y="3870"/>
                  <a:pt x="14562" y="3537"/>
                </a:cubicBezTo>
                <a:cubicBezTo>
                  <a:pt x="14752" y="3489"/>
                  <a:pt x="14943" y="3441"/>
                  <a:pt x="15110" y="3334"/>
                </a:cubicBezTo>
                <a:cubicBezTo>
                  <a:pt x="15395" y="3168"/>
                  <a:pt x="15610" y="2941"/>
                  <a:pt x="15764" y="2679"/>
                </a:cubicBezTo>
                <a:cubicBezTo>
                  <a:pt x="15931" y="2394"/>
                  <a:pt x="16003" y="2096"/>
                  <a:pt x="16003" y="1786"/>
                </a:cubicBezTo>
                <a:cubicBezTo>
                  <a:pt x="16003" y="1453"/>
                  <a:pt x="15907" y="1155"/>
                  <a:pt x="15764" y="893"/>
                </a:cubicBezTo>
                <a:cubicBezTo>
                  <a:pt x="15598" y="608"/>
                  <a:pt x="15372" y="382"/>
                  <a:pt x="15110" y="239"/>
                </a:cubicBezTo>
                <a:cubicBezTo>
                  <a:pt x="14824" y="72"/>
                  <a:pt x="14526" y="1"/>
                  <a:pt x="14217" y="1"/>
                </a:cubicBezTo>
                <a:cubicBezTo>
                  <a:pt x="13883" y="1"/>
                  <a:pt x="13586" y="84"/>
                  <a:pt x="13324" y="239"/>
                </a:cubicBezTo>
                <a:cubicBezTo>
                  <a:pt x="13038" y="405"/>
                  <a:pt x="12812" y="620"/>
                  <a:pt x="12669" y="893"/>
                </a:cubicBezTo>
                <a:cubicBezTo>
                  <a:pt x="12502" y="1167"/>
                  <a:pt x="12431" y="1465"/>
                  <a:pt x="12431" y="1786"/>
                </a:cubicBezTo>
                <a:cubicBezTo>
                  <a:pt x="12431" y="1989"/>
                  <a:pt x="12478" y="2203"/>
                  <a:pt x="12538" y="2382"/>
                </a:cubicBezTo>
                <a:cubicBezTo>
                  <a:pt x="12895" y="3418"/>
                  <a:pt x="12693" y="4287"/>
                  <a:pt x="12062" y="4834"/>
                </a:cubicBezTo>
                <a:cubicBezTo>
                  <a:pt x="11794" y="5067"/>
                  <a:pt x="11460" y="5183"/>
                  <a:pt x="11127" y="5183"/>
                </a:cubicBezTo>
                <a:cubicBezTo>
                  <a:pt x="10794" y="5183"/>
                  <a:pt x="10460" y="5067"/>
                  <a:pt x="10192" y="4834"/>
                </a:cubicBezTo>
                <a:cubicBezTo>
                  <a:pt x="9561" y="4263"/>
                  <a:pt x="9383" y="3406"/>
                  <a:pt x="9716" y="2358"/>
                </a:cubicBezTo>
                <a:cubicBezTo>
                  <a:pt x="9776" y="2167"/>
                  <a:pt x="9811" y="1977"/>
                  <a:pt x="9811" y="1786"/>
                </a:cubicBezTo>
                <a:cubicBezTo>
                  <a:pt x="9811" y="1453"/>
                  <a:pt x="9716" y="1155"/>
                  <a:pt x="9573" y="893"/>
                </a:cubicBezTo>
                <a:cubicBezTo>
                  <a:pt x="9406" y="608"/>
                  <a:pt x="9180" y="382"/>
                  <a:pt x="8918" y="239"/>
                </a:cubicBezTo>
                <a:cubicBezTo>
                  <a:pt x="8633" y="72"/>
                  <a:pt x="8335" y="1"/>
                  <a:pt x="802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86"/>
          <p:cNvSpPr/>
          <p:nvPr/>
        </p:nvSpPr>
        <p:spPr>
          <a:xfrm rot="-3599953">
            <a:off x="5866356" y="2071040"/>
            <a:ext cx="769966" cy="430812"/>
          </a:xfrm>
          <a:custGeom>
            <a:rect b="b" l="l" r="r" t="t"/>
            <a:pathLst>
              <a:path extrusionOk="0" h="8954" w="16003">
                <a:moveTo>
                  <a:pt x="8025" y="1"/>
                </a:moveTo>
                <a:cubicBezTo>
                  <a:pt x="7692" y="1"/>
                  <a:pt x="7394" y="84"/>
                  <a:pt x="7132" y="239"/>
                </a:cubicBezTo>
                <a:cubicBezTo>
                  <a:pt x="6954" y="346"/>
                  <a:pt x="6799" y="477"/>
                  <a:pt x="6668" y="620"/>
                </a:cubicBezTo>
                <a:cubicBezTo>
                  <a:pt x="6126" y="1239"/>
                  <a:pt x="5519" y="1548"/>
                  <a:pt x="4912" y="1548"/>
                </a:cubicBezTo>
                <a:cubicBezTo>
                  <a:pt x="4305" y="1548"/>
                  <a:pt x="3697" y="1239"/>
                  <a:pt x="3156" y="620"/>
                </a:cubicBezTo>
                <a:cubicBezTo>
                  <a:pt x="3025" y="477"/>
                  <a:pt x="2858" y="358"/>
                  <a:pt x="2691" y="251"/>
                </a:cubicBezTo>
                <a:cubicBezTo>
                  <a:pt x="2418" y="84"/>
                  <a:pt x="2120" y="12"/>
                  <a:pt x="1798" y="12"/>
                </a:cubicBezTo>
                <a:cubicBezTo>
                  <a:pt x="1477" y="12"/>
                  <a:pt x="1179" y="108"/>
                  <a:pt x="905" y="251"/>
                </a:cubicBezTo>
                <a:cubicBezTo>
                  <a:pt x="632" y="417"/>
                  <a:pt x="405" y="643"/>
                  <a:pt x="251" y="905"/>
                </a:cubicBezTo>
                <a:cubicBezTo>
                  <a:pt x="96" y="1191"/>
                  <a:pt x="12" y="1489"/>
                  <a:pt x="1" y="1786"/>
                </a:cubicBezTo>
                <a:cubicBezTo>
                  <a:pt x="1" y="2108"/>
                  <a:pt x="96" y="2406"/>
                  <a:pt x="239" y="2679"/>
                </a:cubicBezTo>
                <a:cubicBezTo>
                  <a:pt x="405" y="2953"/>
                  <a:pt x="632" y="3179"/>
                  <a:pt x="894" y="3334"/>
                </a:cubicBezTo>
                <a:cubicBezTo>
                  <a:pt x="1179" y="3489"/>
                  <a:pt x="1477" y="3572"/>
                  <a:pt x="1786" y="3572"/>
                </a:cubicBezTo>
                <a:cubicBezTo>
                  <a:pt x="2120" y="3572"/>
                  <a:pt x="2418" y="3477"/>
                  <a:pt x="2679" y="3334"/>
                </a:cubicBezTo>
                <a:cubicBezTo>
                  <a:pt x="2858" y="3239"/>
                  <a:pt x="3013" y="3108"/>
                  <a:pt x="3144" y="2953"/>
                </a:cubicBezTo>
                <a:cubicBezTo>
                  <a:pt x="3686" y="2340"/>
                  <a:pt x="4293" y="2033"/>
                  <a:pt x="4900" y="2033"/>
                </a:cubicBezTo>
                <a:cubicBezTo>
                  <a:pt x="5507" y="2033"/>
                  <a:pt x="6114" y="2340"/>
                  <a:pt x="6656" y="2953"/>
                </a:cubicBezTo>
                <a:cubicBezTo>
                  <a:pt x="6775" y="3108"/>
                  <a:pt x="6942" y="3239"/>
                  <a:pt x="7097" y="3334"/>
                </a:cubicBezTo>
                <a:cubicBezTo>
                  <a:pt x="7275" y="3430"/>
                  <a:pt x="7454" y="3513"/>
                  <a:pt x="7656" y="3537"/>
                </a:cubicBezTo>
                <a:cubicBezTo>
                  <a:pt x="9264" y="3870"/>
                  <a:pt x="9930" y="5025"/>
                  <a:pt x="9406" y="6585"/>
                </a:cubicBezTo>
                <a:cubicBezTo>
                  <a:pt x="9347" y="6787"/>
                  <a:pt x="9323" y="6978"/>
                  <a:pt x="9323" y="7168"/>
                </a:cubicBezTo>
                <a:cubicBezTo>
                  <a:pt x="9323" y="7501"/>
                  <a:pt x="9406" y="7799"/>
                  <a:pt x="9561" y="8061"/>
                </a:cubicBezTo>
                <a:cubicBezTo>
                  <a:pt x="9716" y="8347"/>
                  <a:pt x="9942" y="8573"/>
                  <a:pt x="10216" y="8716"/>
                </a:cubicBezTo>
                <a:cubicBezTo>
                  <a:pt x="10490" y="8883"/>
                  <a:pt x="10788" y="8954"/>
                  <a:pt x="11109" y="8954"/>
                </a:cubicBezTo>
                <a:cubicBezTo>
                  <a:pt x="11431" y="8954"/>
                  <a:pt x="11728" y="8871"/>
                  <a:pt x="12002" y="8716"/>
                </a:cubicBezTo>
                <a:cubicBezTo>
                  <a:pt x="12276" y="8549"/>
                  <a:pt x="12502" y="8335"/>
                  <a:pt x="12657" y="8061"/>
                </a:cubicBezTo>
                <a:cubicBezTo>
                  <a:pt x="12812" y="7775"/>
                  <a:pt x="12895" y="7478"/>
                  <a:pt x="12895" y="7168"/>
                </a:cubicBezTo>
                <a:cubicBezTo>
                  <a:pt x="12895" y="6966"/>
                  <a:pt x="12859" y="6763"/>
                  <a:pt x="12800" y="6585"/>
                </a:cubicBezTo>
                <a:cubicBezTo>
                  <a:pt x="12276" y="5025"/>
                  <a:pt x="12931" y="3870"/>
                  <a:pt x="14562" y="3537"/>
                </a:cubicBezTo>
                <a:cubicBezTo>
                  <a:pt x="14752" y="3489"/>
                  <a:pt x="14943" y="3441"/>
                  <a:pt x="15110" y="3334"/>
                </a:cubicBezTo>
                <a:cubicBezTo>
                  <a:pt x="15395" y="3168"/>
                  <a:pt x="15610" y="2941"/>
                  <a:pt x="15764" y="2679"/>
                </a:cubicBezTo>
                <a:cubicBezTo>
                  <a:pt x="15931" y="2394"/>
                  <a:pt x="16003" y="2096"/>
                  <a:pt x="16003" y="1786"/>
                </a:cubicBezTo>
                <a:cubicBezTo>
                  <a:pt x="16003" y="1453"/>
                  <a:pt x="15907" y="1155"/>
                  <a:pt x="15764" y="893"/>
                </a:cubicBezTo>
                <a:cubicBezTo>
                  <a:pt x="15598" y="608"/>
                  <a:pt x="15372" y="382"/>
                  <a:pt x="15110" y="239"/>
                </a:cubicBezTo>
                <a:cubicBezTo>
                  <a:pt x="14824" y="72"/>
                  <a:pt x="14526" y="1"/>
                  <a:pt x="14217" y="1"/>
                </a:cubicBezTo>
                <a:cubicBezTo>
                  <a:pt x="13883" y="1"/>
                  <a:pt x="13586" y="84"/>
                  <a:pt x="13324" y="239"/>
                </a:cubicBezTo>
                <a:cubicBezTo>
                  <a:pt x="13038" y="405"/>
                  <a:pt x="12812" y="620"/>
                  <a:pt x="12669" y="893"/>
                </a:cubicBezTo>
                <a:cubicBezTo>
                  <a:pt x="12502" y="1167"/>
                  <a:pt x="12431" y="1465"/>
                  <a:pt x="12431" y="1786"/>
                </a:cubicBezTo>
                <a:cubicBezTo>
                  <a:pt x="12431" y="1989"/>
                  <a:pt x="12478" y="2203"/>
                  <a:pt x="12538" y="2382"/>
                </a:cubicBezTo>
                <a:cubicBezTo>
                  <a:pt x="12895" y="3418"/>
                  <a:pt x="12693" y="4287"/>
                  <a:pt x="12062" y="4834"/>
                </a:cubicBezTo>
                <a:cubicBezTo>
                  <a:pt x="11794" y="5067"/>
                  <a:pt x="11460" y="5183"/>
                  <a:pt x="11127" y="5183"/>
                </a:cubicBezTo>
                <a:cubicBezTo>
                  <a:pt x="10794" y="5183"/>
                  <a:pt x="10460" y="5067"/>
                  <a:pt x="10192" y="4834"/>
                </a:cubicBezTo>
                <a:cubicBezTo>
                  <a:pt x="9561" y="4263"/>
                  <a:pt x="9383" y="3406"/>
                  <a:pt x="9716" y="2358"/>
                </a:cubicBezTo>
                <a:cubicBezTo>
                  <a:pt x="9776" y="2167"/>
                  <a:pt x="9811" y="1977"/>
                  <a:pt x="9811" y="1786"/>
                </a:cubicBezTo>
                <a:cubicBezTo>
                  <a:pt x="9811" y="1453"/>
                  <a:pt x="9716" y="1155"/>
                  <a:pt x="9573" y="893"/>
                </a:cubicBezTo>
                <a:cubicBezTo>
                  <a:pt x="9406" y="608"/>
                  <a:pt x="9180" y="382"/>
                  <a:pt x="8918" y="239"/>
                </a:cubicBezTo>
                <a:cubicBezTo>
                  <a:pt x="8633" y="72"/>
                  <a:pt x="8335" y="1"/>
                  <a:pt x="802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86"/>
          <p:cNvSpPr/>
          <p:nvPr/>
        </p:nvSpPr>
        <p:spPr>
          <a:xfrm flipH="1" rot="3600042">
            <a:off x="3852796" y="2071037"/>
            <a:ext cx="770001" cy="430831"/>
          </a:xfrm>
          <a:custGeom>
            <a:rect b="b" l="l" r="r" t="t"/>
            <a:pathLst>
              <a:path extrusionOk="0" h="8954" w="16003">
                <a:moveTo>
                  <a:pt x="8025" y="1"/>
                </a:moveTo>
                <a:cubicBezTo>
                  <a:pt x="7692" y="1"/>
                  <a:pt x="7394" y="84"/>
                  <a:pt x="7132" y="239"/>
                </a:cubicBezTo>
                <a:cubicBezTo>
                  <a:pt x="6954" y="346"/>
                  <a:pt x="6799" y="477"/>
                  <a:pt x="6668" y="620"/>
                </a:cubicBezTo>
                <a:cubicBezTo>
                  <a:pt x="6126" y="1239"/>
                  <a:pt x="5519" y="1548"/>
                  <a:pt x="4912" y="1548"/>
                </a:cubicBezTo>
                <a:cubicBezTo>
                  <a:pt x="4305" y="1548"/>
                  <a:pt x="3697" y="1239"/>
                  <a:pt x="3156" y="620"/>
                </a:cubicBezTo>
                <a:cubicBezTo>
                  <a:pt x="3025" y="477"/>
                  <a:pt x="2858" y="358"/>
                  <a:pt x="2691" y="251"/>
                </a:cubicBezTo>
                <a:cubicBezTo>
                  <a:pt x="2418" y="84"/>
                  <a:pt x="2120" y="12"/>
                  <a:pt x="1798" y="12"/>
                </a:cubicBezTo>
                <a:cubicBezTo>
                  <a:pt x="1477" y="12"/>
                  <a:pt x="1179" y="108"/>
                  <a:pt x="905" y="251"/>
                </a:cubicBezTo>
                <a:cubicBezTo>
                  <a:pt x="632" y="417"/>
                  <a:pt x="405" y="643"/>
                  <a:pt x="251" y="905"/>
                </a:cubicBezTo>
                <a:cubicBezTo>
                  <a:pt x="96" y="1191"/>
                  <a:pt x="12" y="1489"/>
                  <a:pt x="1" y="1786"/>
                </a:cubicBezTo>
                <a:cubicBezTo>
                  <a:pt x="1" y="2108"/>
                  <a:pt x="96" y="2406"/>
                  <a:pt x="239" y="2679"/>
                </a:cubicBezTo>
                <a:cubicBezTo>
                  <a:pt x="405" y="2953"/>
                  <a:pt x="632" y="3179"/>
                  <a:pt x="894" y="3334"/>
                </a:cubicBezTo>
                <a:cubicBezTo>
                  <a:pt x="1179" y="3489"/>
                  <a:pt x="1477" y="3572"/>
                  <a:pt x="1786" y="3572"/>
                </a:cubicBezTo>
                <a:cubicBezTo>
                  <a:pt x="2120" y="3572"/>
                  <a:pt x="2418" y="3477"/>
                  <a:pt x="2679" y="3334"/>
                </a:cubicBezTo>
                <a:cubicBezTo>
                  <a:pt x="2858" y="3239"/>
                  <a:pt x="3013" y="3108"/>
                  <a:pt x="3144" y="2953"/>
                </a:cubicBezTo>
                <a:cubicBezTo>
                  <a:pt x="3686" y="2340"/>
                  <a:pt x="4293" y="2033"/>
                  <a:pt x="4900" y="2033"/>
                </a:cubicBezTo>
                <a:cubicBezTo>
                  <a:pt x="5507" y="2033"/>
                  <a:pt x="6114" y="2340"/>
                  <a:pt x="6656" y="2953"/>
                </a:cubicBezTo>
                <a:cubicBezTo>
                  <a:pt x="6775" y="3108"/>
                  <a:pt x="6942" y="3239"/>
                  <a:pt x="7097" y="3334"/>
                </a:cubicBezTo>
                <a:cubicBezTo>
                  <a:pt x="7275" y="3430"/>
                  <a:pt x="7454" y="3513"/>
                  <a:pt x="7656" y="3537"/>
                </a:cubicBezTo>
                <a:cubicBezTo>
                  <a:pt x="9264" y="3870"/>
                  <a:pt x="9930" y="5025"/>
                  <a:pt x="9406" y="6585"/>
                </a:cubicBezTo>
                <a:cubicBezTo>
                  <a:pt x="9347" y="6787"/>
                  <a:pt x="9323" y="6978"/>
                  <a:pt x="9323" y="7168"/>
                </a:cubicBezTo>
                <a:cubicBezTo>
                  <a:pt x="9323" y="7501"/>
                  <a:pt x="9406" y="7799"/>
                  <a:pt x="9561" y="8061"/>
                </a:cubicBezTo>
                <a:cubicBezTo>
                  <a:pt x="9716" y="8347"/>
                  <a:pt x="9942" y="8573"/>
                  <a:pt x="10216" y="8716"/>
                </a:cubicBezTo>
                <a:cubicBezTo>
                  <a:pt x="10490" y="8883"/>
                  <a:pt x="10788" y="8954"/>
                  <a:pt x="11109" y="8954"/>
                </a:cubicBezTo>
                <a:cubicBezTo>
                  <a:pt x="11431" y="8954"/>
                  <a:pt x="11728" y="8871"/>
                  <a:pt x="12002" y="8716"/>
                </a:cubicBezTo>
                <a:cubicBezTo>
                  <a:pt x="12276" y="8549"/>
                  <a:pt x="12502" y="8335"/>
                  <a:pt x="12657" y="8061"/>
                </a:cubicBezTo>
                <a:cubicBezTo>
                  <a:pt x="12812" y="7775"/>
                  <a:pt x="12895" y="7478"/>
                  <a:pt x="12895" y="7168"/>
                </a:cubicBezTo>
                <a:cubicBezTo>
                  <a:pt x="12895" y="6966"/>
                  <a:pt x="12859" y="6763"/>
                  <a:pt x="12800" y="6585"/>
                </a:cubicBezTo>
                <a:cubicBezTo>
                  <a:pt x="12276" y="5025"/>
                  <a:pt x="12931" y="3870"/>
                  <a:pt x="14562" y="3537"/>
                </a:cubicBezTo>
                <a:cubicBezTo>
                  <a:pt x="14752" y="3489"/>
                  <a:pt x="14943" y="3441"/>
                  <a:pt x="15110" y="3334"/>
                </a:cubicBezTo>
                <a:cubicBezTo>
                  <a:pt x="15395" y="3168"/>
                  <a:pt x="15610" y="2941"/>
                  <a:pt x="15764" y="2679"/>
                </a:cubicBezTo>
                <a:cubicBezTo>
                  <a:pt x="15931" y="2394"/>
                  <a:pt x="16003" y="2096"/>
                  <a:pt x="16003" y="1786"/>
                </a:cubicBezTo>
                <a:cubicBezTo>
                  <a:pt x="16003" y="1453"/>
                  <a:pt x="15907" y="1155"/>
                  <a:pt x="15764" y="893"/>
                </a:cubicBezTo>
                <a:cubicBezTo>
                  <a:pt x="15598" y="608"/>
                  <a:pt x="15372" y="382"/>
                  <a:pt x="15110" y="239"/>
                </a:cubicBezTo>
                <a:cubicBezTo>
                  <a:pt x="14824" y="72"/>
                  <a:pt x="14526" y="1"/>
                  <a:pt x="14217" y="1"/>
                </a:cubicBezTo>
                <a:cubicBezTo>
                  <a:pt x="13883" y="1"/>
                  <a:pt x="13586" y="84"/>
                  <a:pt x="13324" y="239"/>
                </a:cubicBezTo>
                <a:cubicBezTo>
                  <a:pt x="13038" y="405"/>
                  <a:pt x="12812" y="620"/>
                  <a:pt x="12669" y="893"/>
                </a:cubicBezTo>
                <a:cubicBezTo>
                  <a:pt x="12502" y="1167"/>
                  <a:pt x="12431" y="1465"/>
                  <a:pt x="12431" y="1786"/>
                </a:cubicBezTo>
                <a:cubicBezTo>
                  <a:pt x="12431" y="1989"/>
                  <a:pt x="12478" y="2203"/>
                  <a:pt x="12538" y="2382"/>
                </a:cubicBezTo>
                <a:cubicBezTo>
                  <a:pt x="12895" y="3418"/>
                  <a:pt x="12693" y="4287"/>
                  <a:pt x="12062" y="4834"/>
                </a:cubicBezTo>
                <a:cubicBezTo>
                  <a:pt x="11794" y="5067"/>
                  <a:pt x="11460" y="5183"/>
                  <a:pt x="11127" y="5183"/>
                </a:cubicBezTo>
                <a:cubicBezTo>
                  <a:pt x="10794" y="5183"/>
                  <a:pt x="10460" y="5067"/>
                  <a:pt x="10192" y="4834"/>
                </a:cubicBezTo>
                <a:cubicBezTo>
                  <a:pt x="9561" y="4263"/>
                  <a:pt x="9383" y="3406"/>
                  <a:pt x="9716" y="2358"/>
                </a:cubicBezTo>
                <a:cubicBezTo>
                  <a:pt x="9776" y="2167"/>
                  <a:pt x="9811" y="1977"/>
                  <a:pt x="9811" y="1786"/>
                </a:cubicBezTo>
                <a:cubicBezTo>
                  <a:pt x="9811" y="1453"/>
                  <a:pt x="9716" y="1155"/>
                  <a:pt x="9573" y="893"/>
                </a:cubicBezTo>
                <a:cubicBezTo>
                  <a:pt x="9406" y="608"/>
                  <a:pt x="9180" y="382"/>
                  <a:pt x="8918" y="239"/>
                </a:cubicBezTo>
                <a:cubicBezTo>
                  <a:pt x="8633" y="72"/>
                  <a:pt x="8335" y="1"/>
                  <a:pt x="802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86"/>
          <p:cNvSpPr/>
          <p:nvPr/>
        </p:nvSpPr>
        <p:spPr>
          <a:xfrm flipH="1" rot="7200112">
            <a:off x="7302438" y="1686027"/>
            <a:ext cx="770021" cy="430842"/>
          </a:xfrm>
          <a:custGeom>
            <a:rect b="b" l="l" r="r" t="t"/>
            <a:pathLst>
              <a:path extrusionOk="0" h="8954" w="16003">
                <a:moveTo>
                  <a:pt x="8025" y="1"/>
                </a:moveTo>
                <a:cubicBezTo>
                  <a:pt x="7692" y="1"/>
                  <a:pt x="7394" y="84"/>
                  <a:pt x="7132" y="239"/>
                </a:cubicBezTo>
                <a:cubicBezTo>
                  <a:pt x="6954" y="346"/>
                  <a:pt x="6799" y="477"/>
                  <a:pt x="6668" y="620"/>
                </a:cubicBezTo>
                <a:cubicBezTo>
                  <a:pt x="6126" y="1239"/>
                  <a:pt x="5519" y="1548"/>
                  <a:pt x="4912" y="1548"/>
                </a:cubicBezTo>
                <a:cubicBezTo>
                  <a:pt x="4305" y="1548"/>
                  <a:pt x="3697" y="1239"/>
                  <a:pt x="3156" y="620"/>
                </a:cubicBezTo>
                <a:cubicBezTo>
                  <a:pt x="3025" y="477"/>
                  <a:pt x="2858" y="358"/>
                  <a:pt x="2691" y="251"/>
                </a:cubicBezTo>
                <a:cubicBezTo>
                  <a:pt x="2418" y="84"/>
                  <a:pt x="2120" y="12"/>
                  <a:pt x="1798" y="12"/>
                </a:cubicBezTo>
                <a:cubicBezTo>
                  <a:pt x="1477" y="12"/>
                  <a:pt x="1179" y="108"/>
                  <a:pt x="905" y="251"/>
                </a:cubicBezTo>
                <a:cubicBezTo>
                  <a:pt x="632" y="417"/>
                  <a:pt x="405" y="643"/>
                  <a:pt x="251" y="905"/>
                </a:cubicBezTo>
                <a:cubicBezTo>
                  <a:pt x="96" y="1191"/>
                  <a:pt x="12" y="1489"/>
                  <a:pt x="1" y="1786"/>
                </a:cubicBezTo>
                <a:cubicBezTo>
                  <a:pt x="1" y="2108"/>
                  <a:pt x="96" y="2406"/>
                  <a:pt x="239" y="2679"/>
                </a:cubicBezTo>
                <a:cubicBezTo>
                  <a:pt x="405" y="2953"/>
                  <a:pt x="632" y="3179"/>
                  <a:pt x="894" y="3334"/>
                </a:cubicBezTo>
                <a:cubicBezTo>
                  <a:pt x="1179" y="3489"/>
                  <a:pt x="1477" y="3572"/>
                  <a:pt x="1786" y="3572"/>
                </a:cubicBezTo>
                <a:cubicBezTo>
                  <a:pt x="2120" y="3572"/>
                  <a:pt x="2418" y="3477"/>
                  <a:pt x="2679" y="3334"/>
                </a:cubicBezTo>
                <a:cubicBezTo>
                  <a:pt x="2858" y="3239"/>
                  <a:pt x="3013" y="3108"/>
                  <a:pt x="3144" y="2953"/>
                </a:cubicBezTo>
                <a:cubicBezTo>
                  <a:pt x="3686" y="2340"/>
                  <a:pt x="4293" y="2033"/>
                  <a:pt x="4900" y="2033"/>
                </a:cubicBezTo>
                <a:cubicBezTo>
                  <a:pt x="5507" y="2033"/>
                  <a:pt x="6114" y="2340"/>
                  <a:pt x="6656" y="2953"/>
                </a:cubicBezTo>
                <a:cubicBezTo>
                  <a:pt x="6775" y="3108"/>
                  <a:pt x="6942" y="3239"/>
                  <a:pt x="7097" y="3334"/>
                </a:cubicBezTo>
                <a:cubicBezTo>
                  <a:pt x="7275" y="3430"/>
                  <a:pt x="7454" y="3513"/>
                  <a:pt x="7656" y="3537"/>
                </a:cubicBezTo>
                <a:cubicBezTo>
                  <a:pt x="9264" y="3870"/>
                  <a:pt x="9930" y="5025"/>
                  <a:pt x="9406" y="6585"/>
                </a:cubicBezTo>
                <a:cubicBezTo>
                  <a:pt x="9347" y="6787"/>
                  <a:pt x="9323" y="6978"/>
                  <a:pt x="9323" y="7168"/>
                </a:cubicBezTo>
                <a:cubicBezTo>
                  <a:pt x="9323" y="7501"/>
                  <a:pt x="9406" y="7799"/>
                  <a:pt x="9561" y="8061"/>
                </a:cubicBezTo>
                <a:cubicBezTo>
                  <a:pt x="9716" y="8347"/>
                  <a:pt x="9942" y="8573"/>
                  <a:pt x="10216" y="8716"/>
                </a:cubicBezTo>
                <a:cubicBezTo>
                  <a:pt x="10490" y="8883"/>
                  <a:pt x="10788" y="8954"/>
                  <a:pt x="11109" y="8954"/>
                </a:cubicBezTo>
                <a:cubicBezTo>
                  <a:pt x="11431" y="8954"/>
                  <a:pt x="11728" y="8871"/>
                  <a:pt x="12002" y="8716"/>
                </a:cubicBezTo>
                <a:cubicBezTo>
                  <a:pt x="12276" y="8549"/>
                  <a:pt x="12502" y="8335"/>
                  <a:pt x="12657" y="8061"/>
                </a:cubicBezTo>
                <a:cubicBezTo>
                  <a:pt x="12812" y="7775"/>
                  <a:pt x="12895" y="7478"/>
                  <a:pt x="12895" y="7168"/>
                </a:cubicBezTo>
                <a:cubicBezTo>
                  <a:pt x="12895" y="6966"/>
                  <a:pt x="12859" y="6763"/>
                  <a:pt x="12800" y="6585"/>
                </a:cubicBezTo>
                <a:cubicBezTo>
                  <a:pt x="12276" y="5025"/>
                  <a:pt x="12931" y="3870"/>
                  <a:pt x="14562" y="3537"/>
                </a:cubicBezTo>
                <a:cubicBezTo>
                  <a:pt x="14752" y="3489"/>
                  <a:pt x="14943" y="3441"/>
                  <a:pt x="15110" y="3334"/>
                </a:cubicBezTo>
                <a:cubicBezTo>
                  <a:pt x="15395" y="3168"/>
                  <a:pt x="15610" y="2941"/>
                  <a:pt x="15764" y="2679"/>
                </a:cubicBezTo>
                <a:cubicBezTo>
                  <a:pt x="15931" y="2394"/>
                  <a:pt x="16003" y="2096"/>
                  <a:pt x="16003" y="1786"/>
                </a:cubicBezTo>
                <a:cubicBezTo>
                  <a:pt x="16003" y="1453"/>
                  <a:pt x="15907" y="1155"/>
                  <a:pt x="15764" y="893"/>
                </a:cubicBezTo>
                <a:cubicBezTo>
                  <a:pt x="15598" y="608"/>
                  <a:pt x="15372" y="382"/>
                  <a:pt x="15110" y="239"/>
                </a:cubicBezTo>
                <a:cubicBezTo>
                  <a:pt x="14824" y="72"/>
                  <a:pt x="14526" y="1"/>
                  <a:pt x="14217" y="1"/>
                </a:cubicBezTo>
                <a:cubicBezTo>
                  <a:pt x="13883" y="1"/>
                  <a:pt x="13586" y="84"/>
                  <a:pt x="13324" y="239"/>
                </a:cubicBezTo>
                <a:cubicBezTo>
                  <a:pt x="13038" y="405"/>
                  <a:pt x="12812" y="620"/>
                  <a:pt x="12669" y="893"/>
                </a:cubicBezTo>
                <a:cubicBezTo>
                  <a:pt x="12502" y="1167"/>
                  <a:pt x="12431" y="1465"/>
                  <a:pt x="12431" y="1786"/>
                </a:cubicBezTo>
                <a:cubicBezTo>
                  <a:pt x="12431" y="1989"/>
                  <a:pt x="12478" y="2203"/>
                  <a:pt x="12538" y="2382"/>
                </a:cubicBezTo>
                <a:cubicBezTo>
                  <a:pt x="12895" y="3418"/>
                  <a:pt x="12693" y="4287"/>
                  <a:pt x="12062" y="4834"/>
                </a:cubicBezTo>
                <a:cubicBezTo>
                  <a:pt x="11794" y="5067"/>
                  <a:pt x="11460" y="5183"/>
                  <a:pt x="11127" y="5183"/>
                </a:cubicBezTo>
                <a:cubicBezTo>
                  <a:pt x="10794" y="5183"/>
                  <a:pt x="10460" y="5067"/>
                  <a:pt x="10192" y="4834"/>
                </a:cubicBezTo>
                <a:cubicBezTo>
                  <a:pt x="9561" y="4263"/>
                  <a:pt x="9383" y="3406"/>
                  <a:pt x="9716" y="2358"/>
                </a:cubicBezTo>
                <a:cubicBezTo>
                  <a:pt x="9776" y="2167"/>
                  <a:pt x="9811" y="1977"/>
                  <a:pt x="9811" y="1786"/>
                </a:cubicBezTo>
                <a:cubicBezTo>
                  <a:pt x="9811" y="1453"/>
                  <a:pt x="9716" y="1155"/>
                  <a:pt x="9573" y="893"/>
                </a:cubicBezTo>
                <a:cubicBezTo>
                  <a:pt x="9406" y="608"/>
                  <a:pt x="9180" y="382"/>
                  <a:pt x="8918" y="239"/>
                </a:cubicBezTo>
                <a:cubicBezTo>
                  <a:pt x="8633" y="72"/>
                  <a:pt x="8335" y="1"/>
                  <a:pt x="802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86"/>
          <p:cNvSpPr/>
          <p:nvPr/>
        </p:nvSpPr>
        <p:spPr>
          <a:xfrm flipH="1" rot="10800000">
            <a:off x="5013948" y="2140591"/>
            <a:ext cx="770024" cy="430844"/>
          </a:xfrm>
          <a:custGeom>
            <a:rect b="b" l="l" r="r" t="t"/>
            <a:pathLst>
              <a:path extrusionOk="0" h="8954" w="16003">
                <a:moveTo>
                  <a:pt x="8025" y="1"/>
                </a:moveTo>
                <a:cubicBezTo>
                  <a:pt x="7692" y="1"/>
                  <a:pt x="7394" y="84"/>
                  <a:pt x="7132" y="239"/>
                </a:cubicBezTo>
                <a:cubicBezTo>
                  <a:pt x="6954" y="346"/>
                  <a:pt x="6799" y="477"/>
                  <a:pt x="6668" y="620"/>
                </a:cubicBezTo>
                <a:cubicBezTo>
                  <a:pt x="6126" y="1239"/>
                  <a:pt x="5519" y="1548"/>
                  <a:pt x="4912" y="1548"/>
                </a:cubicBezTo>
                <a:cubicBezTo>
                  <a:pt x="4305" y="1548"/>
                  <a:pt x="3697" y="1239"/>
                  <a:pt x="3156" y="620"/>
                </a:cubicBezTo>
                <a:cubicBezTo>
                  <a:pt x="3025" y="477"/>
                  <a:pt x="2858" y="358"/>
                  <a:pt x="2691" y="251"/>
                </a:cubicBezTo>
                <a:cubicBezTo>
                  <a:pt x="2418" y="84"/>
                  <a:pt x="2120" y="12"/>
                  <a:pt x="1798" y="12"/>
                </a:cubicBezTo>
                <a:cubicBezTo>
                  <a:pt x="1477" y="12"/>
                  <a:pt x="1179" y="108"/>
                  <a:pt x="905" y="251"/>
                </a:cubicBezTo>
                <a:cubicBezTo>
                  <a:pt x="632" y="417"/>
                  <a:pt x="405" y="643"/>
                  <a:pt x="251" y="905"/>
                </a:cubicBezTo>
                <a:cubicBezTo>
                  <a:pt x="96" y="1191"/>
                  <a:pt x="12" y="1489"/>
                  <a:pt x="1" y="1786"/>
                </a:cubicBezTo>
                <a:cubicBezTo>
                  <a:pt x="1" y="2108"/>
                  <a:pt x="96" y="2406"/>
                  <a:pt x="239" y="2679"/>
                </a:cubicBezTo>
                <a:cubicBezTo>
                  <a:pt x="405" y="2953"/>
                  <a:pt x="632" y="3179"/>
                  <a:pt x="894" y="3334"/>
                </a:cubicBezTo>
                <a:cubicBezTo>
                  <a:pt x="1179" y="3489"/>
                  <a:pt x="1477" y="3572"/>
                  <a:pt x="1786" y="3572"/>
                </a:cubicBezTo>
                <a:cubicBezTo>
                  <a:pt x="2120" y="3572"/>
                  <a:pt x="2418" y="3477"/>
                  <a:pt x="2679" y="3334"/>
                </a:cubicBezTo>
                <a:cubicBezTo>
                  <a:pt x="2858" y="3239"/>
                  <a:pt x="3013" y="3108"/>
                  <a:pt x="3144" y="2953"/>
                </a:cubicBezTo>
                <a:cubicBezTo>
                  <a:pt x="3686" y="2340"/>
                  <a:pt x="4293" y="2033"/>
                  <a:pt x="4900" y="2033"/>
                </a:cubicBezTo>
                <a:cubicBezTo>
                  <a:pt x="5507" y="2033"/>
                  <a:pt x="6114" y="2340"/>
                  <a:pt x="6656" y="2953"/>
                </a:cubicBezTo>
                <a:cubicBezTo>
                  <a:pt x="6775" y="3108"/>
                  <a:pt x="6942" y="3239"/>
                  <a:pt x="7097" y="3334"/>
                </a:cubicBezTo>
                <a:cubicBezTo>
                  <a:pt x="7275" y="3430"/>
                  <a:pt x="7454" y="3513"/>
                  <a:pt x="7656" y="3537"/>
                </a:cubicBezTo>
                <a:cubicBezTo>
                  <a:pt x="9264" y="3870"/>
                  <a:pt x="9930" y="5025"/>
                  <a:pt x="9406" y="6585"/>
                </a:cubicBezTo>
                <a:cubicBezTo>
                  <a:pt x="9347" y="6787"/>
                  <a:pt x="9323" y="6978"/>
                  <a:pt x="9323" y="7168"/>
                </a:cubicBezTo>
                <a:cubicBezTo>
                  <a:pt x="9323" y="7501"/>
                  <a:pt x="9406" y="7799"/>
                  <a:pt x="9561" y="8061"/>
                </a:cubicBezTo>
                <a:cubicBezTo>
                  <a:pt x="9716" y="8347"/>
                  <a:pt x="9942" y="8573"/>
                  <a:pt x="10216" y="8716"/>
                </a:cubicBezTo>
                <a:cubicBezTo>
                  <a:pt x="10490" y="8883"/>
                  <a:pt x="10788" y="8954"/>
                  <a:pt x="11109" y="8954"/>
                </a:cubicBezTo>
                <a:cubicBezTo>
                  <a:pt x="11431" y="8954"/>
                  <a:pt x="11728" y="8871"/>
                  <a:pt x="12002" y="8716"/>
                </a:cubicBezTo>
                <a:cubicBezTo>
                  <a:pt x="12276" y="8549"/>
                  <a:pt x="12502" y="8335"/>
                  <a:pt x="12657" y="8061"/>
                </a:cubicBezTo>
                <a:cubicBezTo>
                  <a:pt x="12812" y="7775"/>
                  <a:pt x="12895" y="7478"/>
                  <a:pt x="12895" y="7168"/>
                </a:cubicBezTo>
                <a:cubicBezTo>
                  <a:pt x="12895" y="6966"/>
                  <a:pt x="12859" y="6763"/>
                  <a:pt x="12800" y="6585"/>
                </a:cubicBezTo>
                <a:cubicBezTo>
                  <a:pt x="12276" y="5025"/>
                  <a:pt x="12931" y="3870"/>
                  <a:pt x="14562" y="3537"/>
                </a:cubicBezTo>
                <a:cubicBezTo>
                  <a:pt x="14752" y="3489"/>
                  <a:pt x="14943" y="3441"/>
                  <a:pt x="15110" y="3334"/>
                </a:cubicBezTo>
                <a:cubicBezTo>
                  <a:pt x="15395" y="3168"/>
                  <a:pt x="15610" y="2941"/>
                  <a:pt x="15764" y="2679"/>
                </a:cubicBezTo>
                <a:cubicBezTo>
                  <a:pt x="15931" y="2394"/>
                  <a:pt x="16003" y="2096"/>
                  <a:pt x="16003" y="1786"/>
                </a:cubicBezTo>
                <a:cubicBezTo>
                  <a:pt x="16003" y="1453"/>
                  <a:pt x="15907" y="1155"/>
                  <a:pt x="15764" y="893"/>
                </a:cubicBezTo>
                <a:cubicBezTo>
                  <a:pt x="15598" y="608"/>
                  <a:pt x="15372" y="382"/>
                  <a:pt x="15110" y="239"/>
                </a:cubicBezTo>
                <a:cubicBezTo>
                  <a:pt x="14824" y="72"/>
                  <a:pt x="14526" y="1"/>
                  <a:pt x="14217" y="1"/>
                </a:cubicBezTo>
                <a:cubicBezTo>
                  <a:pt x="13883" y="1"/>
                  <a:pt x="13586" y="84"/>
                  <a:pt x="13324" y="239"/>
                </a:cubicBezTo>
                <a:cubicBezTo>
                  <a:pt x="13038" y="405"/>
                  <a:pt x="12812" y="620"/>
                  <a:pt x="12669" y="893"/>
                </a:cubicBezTo>
                <a:cubicBezTo>
                  <a:pt x="12502" y="1167"/>
                  <a:pt x="12431" y="1465"/>
                  <a:pt x="12431" y="1786"/>
                </a:cubicBezTo>
                <a:cubicBezTo>
                  <a:pt x="12431" y="1989"/>
                  <a:pt x="12478" y="2203"/>
                  <a:pt x="12538" y="2382"/>
                </a:cubicBezTo>
                <a:cubicBezTo>
                  <a:pt x="12895" y="3418"/>
                  <a:pt x="12693" y="4287"/>
                  <a:pt x="12062" y="4834"/>
                </a:cubicBezTo>
                <a:cubicBezTo>
                  <a:pt x="11794" y="5067"/>
                  <a:pt x="11460" y="5183"/>
                  <a:pt x="11127" y="5183"/>
                </a:cubicBezTo>
                <a:cubicBezTo>
                  <a:pt x="10794" y="5183"/>
                  <a:pt x="10460" y="5067"/>
                  <a:pt x="10192" y="4834"/>
                </a:cubicBezTo>
                <a:cubicBezTo>
                  <a:pt x="9561" y="4263"/>
                  <a:pt x="9383" y="3406"/>
                  <a:pt x="9716" y="2358"/>
                </a:cubicBezTo>
                <a:cubicBezTo>
                  <a:pt x="9776" y="2167"/>
                  <a:pt x="9811" y="1977"/>
                  <a:pt x="9811" y="1786"/>
                </a:cubicBezTo>
                <a:cubicBezTo>
                  <a:pt x="9811" y="1453"/>
                  <a:pt x="9716" y="1155"/>
                  <a:pt x="9573" y="893"/>
                </a:cubicBezTo>
                <a:cubicBezTo>
                  <a:pt x="9406" y="608"/>
                  <a:pt x="9180" y="382"/>
                  <a:pt x="8918" y="239"/>
                </a:cubicBezTo>
                <a:cubicBezTo>
                  <a:pt x="8633" y="72"/>
                  <a:pt x="8335" y="1"/>
                  <a:pt x="802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86"/>
          <p:cNvSpPr/>
          <p:nvPr/>
        </p:nvSpPr>
        <p:spPr>
          <a:xfrm flipH="1" rot="-7200112">
            <a:off x="6918584" y="2204625"/>
            <a:ext cx="770021" cy="430842"/>
          </a:xfrm>
          <a:custGeom>
            <a:rect b="b" l="l" r="r" t="t"/>
            <a:pathLst>
              <a:path extrusionOk="0" h="8954" w="16003">
                <a:moveTo>
                  <a:pt x="8025" y="1"/>
                </a:moveTo>
                <a:cubicBezTo>
                  <a:pt x="7692" y="1"/>
                  <a:pt x="7394" y="84"/>
                  <a:pt x="7132" y="239"/>
                </a:cubicBezTo>
                <a:cubicBezTo>
                  <a:pt x="6954" y="346"/>
                  <a:pt x="6799" y="477"/>
                  <a:pt x="6668" y="620"/>
                </a:cubicBezTo>
                <a:cubicBezTo>
                  <a:pt x="6126" y="1239"/>
                  <a:pt x="5519" y="1548"/>
                  <a:pt x="4912" y="1548"/>
                </a:cubicBezTo>
                <a:cubicBezTo>
                  <a:pt x="4305" y="1548"/>
                  <a:pt x="3697" y="1239"/>
                  <a:pt x="3156" y="620"/>
                </a:cubicBezTo>
                <a:cubicBezTo>
                  <a:pt x="3025" y="477"/>
                  <a:pt x="2858" y="358"/>
                  <a:pt x="2691" y="251"/>
                </a:cubicBezTo>
                <a:cubicBezTo>
                  <a:pt x="2418" y="84"/>
                  <a:pt x="2120" y="12"/>
                  <a:pt x="1798" y="12"/>
                </a:cubicBezTo>
                <a:cubicBezTo>
                  <a:pt x="1477" y="12"/>
                  <a:pt x="1179" y="108"/>
                  <a:pt x="905" y="251"/>
                </a:cubicBezTo>
                <a:cubicBezTo>
                  <a:pt x="632" y="417"/>
                  <a:pt x="405" y="643"/>
                  <a:pt x="251" y="905"/>
                </a:cubicBezTo>
                <a:cubicBezTo>
                  <a:pt x="96" y="1191"/>
                  <a:pt x="12" y="1489"/>
                  <a:pt x="1" y="1786"/>
                </a:cubicBezTo>
                <a:cubicBezTo>
                  <a:pt x="1" y="2108"/>
                  <a:pt x="96" y="2406"/>
                  <a:pt x="239" y="2679"/>
                </a:cubicBezTo>
                <a:cubicBezTo>
                  <a:pt x="405" y="2953"/>
                  <a:pt x="632" y="3179"/>
                  <a:pt x="894" y="3334"/>
                </a:cubicBezTo>
                <a:cubicBezTo>
                  <a:pt x="1179" y="3489"/>
                  <a:pt x="1477" y="3572"/>
                  <a:pt x="1786" y="3572"/>
                </a:cubicBezTo>
                <a:cubicBezTo>
                  <a:pt x="2120" y="3572"/>
                  <a:pt x="2418" y="3477"/>
                  <a:pt x="2679" y="3334"/>
                </a:cubicBezTo>
                <a:cubicBezTo>
                  <a:pt x="2858" y="3239"/>
                  <a:pt x="3013" y="3108"/>
                  <a:pt x="3144" y="2953"/>
                </a:cubicBezTo>
                <a:cubicBezTo>
                  <a:pt x="3686" y="2340"/>
                  <a:pt x="4293" y="2033"/>
                  <a:pt x="4900" y="2033"/>
                </a:cubicBezTo>
                <a:cubicBezTo>
                  <a:pt x="5507" y="2033"/>
                  <a:pt x="6114" y="2340"/>
                  <a:pt x="6656" y="2953"/>
                </a:cubicBezTo>
                <a:cubicBezTo>
                  <a:pt x="6775" y="3108"/>
                  <a:pt x="6942" y="3239"/>
                  <a:pt x="7097" y="3334"/>
                </a:cubicBezTo>
                <a:cubicBezTo>
                  <a:pt x="7275" y="3430"/>
                  <a:pt x="7454" y="3513"/>
                  <a:pt x="7656" y="3537"/>
                </a:cubicBezTo>
                <a:cubicBezTo>
                  <a:pt x="9264" y="3870"/>
                  <a:pt x="9930" y="5025"/>
                  <a:pt x="9406" y="6585"/>
                </a:cubicBezTo>
                <a:cubicBezTo>
                  <a:pt x="9347" y="6787"/>
                  <a:pt x="9323" y="6978"/>
                  <a:pt x="9323" y="7168"/>
                </a:cubicBezTo>
                <a:cubicBezTo>
                  <a:pt x="9323" y="7501"/>
                  <a:pt x="9406" y="7799"/>
                  <a:pt x="9561" y="8061"/>
                </a:cubicBezTo>
                <a:cubicBezTo>
                  <a:pt x="9716" y="8347"/>
                  <a:pt x="9942" y="8573"/>
                  <a:pt x="10216" y="8716"/>
                </a:cubicBezTo>
                <a:cubicBezTo>
                  <a:pt x="10490" y="8883"/>
                  <a:pt x="10788" y="8954"/>
                  <a:pt x="11109" y="8954"/>
                </a:cubicBezTo>
                <a:cubicBezTo>
                  <a:pt x="11431" y="8954"/>
                  <a:pt x="11728" y="8871"/>
                  <a:pt x="12002" y="8716"/>
                </a:cubicBezTo>
                <a:cubicBezTo>
                  <a:pt x="12276" y="8549"/>
                  <a:pt x="12502" y="8335"/>
                  <a:pt x="12657" y="8061"/>
                </a:cubicBezTo>
                <a:cubicBezTo>
                  <a:pt x="12812" y="7775"/>
                  <a:pt x="12895" y="7478"/>
                  <a:pt x="12895" y="7168"/>
                </a:cubicBezTo>
                <a:cubicBezTo>
                  <a:pt x="12895" y="6966"/>
                  <a:pt x="12859" y="6763"/>
                  <a:pt x="12800" y="6585"/>
                </a:cubicBezTo>
                <a:cubicBezTo>
                  <a:pt x="12276" y="5025"/>
                  <a:pt x="12931" y="3870"/>
                  <a:pt x="14562" y="3537"/>
                </a:cubicBezTo>
                <a:cubicBezTo>
                  <a:pt x="14752" y="3489"/>
                  <a:pt x="14943" y="3441"/>
                  <a:pt x="15110" y="3334"/>
                </a:cubicBezTo>
                <a:cubicBezTo>
                  <a:pt x="15395" y="3168"/>
                  <a:pt x="15610" y="2941"/>
                  <a:pt x="15764" y="2679"/>
                </a:cubicBezTo>
                <a:cubicBezTo>
                  <a:pt x="15931" y="2394"/>
                  <a:pt x="16003" y="2096"/>
                  <a:pt x="16003" y="1786"/>
                </a:cubicBezTo>
                <a:cubicBezTo>
                  <a:pt x="16003" y="1453"/>
                  <a:pt x="15907" y="1155"/>
                  <a:pt x="15764" y="893"/>
                </a:cubicBezTo>
                <a:cubicBezTo>
                  <a:pt x="15598" y="608"/>
                  <a:pt x="15372" y="382"/>
                  <a:pt x="15110" y="239"/>
                </a:cubicBezTo>
                <a:cubicBezTo>
                  <a:pt x="14824" y="72"/>
                  <a:pt x="14526" y="1"/>
                  <a:pt x="14217" y="1"/>
                </a:cubicBezTo>
                <a:cubicBezTo>
                  <a:pt x="13883" y="1"/>
                  <a:pt x="13586" y="84"/>
                  <a:pt x="13324" y="239"/>
                </a:cubicBezTo>
                <a:cubicBezTo>
                  <a:pt x="13038" y="405"/>
                  <a:pt x="12812" y="620"/>
                  <a:pt x="12669" y="893"/>
                </a:cubicBezTo>
                <a:cubicBezTo>
                  <a:pt x="12502" y="1167"/>
                  <a:pt x="12431" y="1465"/>
                  <a:pt x="12431" y="1786"/>
                </a:cubicBezTo>
                <a:cubicBezTo>
                  <a:pt x="12431" y="1989"/>
                  <a:pt x="12478" y="2203"/>
                  <a:pt x="12538" y="2382"/>
                </a:cubicBezTo>
                <a:cubicBezTo>
                  <a:pt x="12895" y="3418"/>
                  <a:pt x="12693" y="4287"/>
                  <a:pt x="12062" y="4834"/>
                </a:cubicBezTo>
                <a:cubicBezTo>
                  <a:pt x="11794" y="5067"/>
                  <a:pt x="11460" y="5183"/>
                  <a:pt x="11127" y="5183"/>
                </a:cubicBezTo>
                <a:cubicBezTo>
                  <a:pt x="10794" y="5183"/>
                  <a:pt x="10460" y="5067"/>
                  <a:pt x="10192" y="4834"/>
                </a:cubicBezTo>
                <a:cubicBezTo>
                  <a:pt x="9561" y="4263"/>
                  <a:pt x="9383" y="3406"/>
                  <a:pt x="9716" y="2358"/>
                </a:cubicBezTo>
                <a:cubicBezTo>
                  <a:pt x="9776" y="2167"/>
                  <a:pt x="9811" y="1977"/>
                  <a:pt x="9811" y="1786"/>
                </a:cubicBezTo>
                <a:cubicBezTo>
                  <a:pt x="9811" y="1453"/>
                  <a:pt x="9716" y="1155"/>
                  <a:pt x="9573" y="893"/>
                </a:cubicBezTo>
                <a:cubicBezTo>
                  <a:pt x="9406" y="608"/>
                  <a:pt x="9180" y="382"/>
                  <a:pt x="8918" y="239"/>
                </a:cubicBezTo>
                <a:cubicBezTo>
                  <a:pt x="8633" y="72"/>
                  <a:pt x="8335" y="1"/>
                  <a:pt x="802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86"/>
          <p:cNvSpPr/>
          <p:nvPr/>
        </p:nvSpPr>
        <p:spPr>
          <a:xfrm flipH="1" rot="-3600042">
            <a:off x="4524502" y="2343433"/>
            <a:ext cx="770001" cy="430831"/>
          </a:xfrm>
          <a:custGeom>
            <a:rect b="b" l="l" r="r" t="t"/>
            <a:pathLst>
              <a:path extrusionOk="0" h="8954" w="16003">
                <a:moveTo>
                  <a:pt x="8025" y="1"/>
                </a:moveTo>
                <a:cubicBezTo>
                  <a:pt x="7692" y="1"/>
                  <a:pt x="7394" y="84"/>
                  <a:pt x="7132" y="239"/>
                </a:cubicBezTo>
                <a:cubicBezTo>
                  <a:pt x="6954" y="346"/>
                  <a:pt x="6799" y="477"/>
                  <a:pt x="6668" y="620"/>
                </a:cubicBezTo>
                <a:cubicBezTo>
                  <a:pt x="6126" y="1239"/>
                  <a:pt x="5519" y="1548"/>
                  <a:pt x="4912" y="1548"/>
                </a:cubicBezTo>
                <a:cubicBezTo>
                  <a:pt x="4305" y="1548"/>
                  <a:pt x="3697" y="1239"/>
                  <a:pt x="3156" y="620"/>
                </a:cubicBezTo>
                <a:cubicBezTo>
                  <a:pt x="3025" y="477"/>
                  <a:pt x="2858" y="358"/>
                  <a:pt x="2691" y="251"/>
                </a:cubicBezTo>
                <a:cubicBezTo>
                  <a:pt x="2418" y="84"/>
                  <a:pt x="2120" y="12"/>
                  <a:pt x="1798" y="12"/>
                </a:cubicBezTo>
                <a:cubicBezTo>
                  <a:pt x="1477" y="12"/>
                  <a:pt x="1179" y="108"/>
                  <a:pt x="905" y="251"/>
                </a:cubicBezTo>
                <a:cubicBezTo>
                  <a:pt x="632" y="417"/>
                  <a:pt x="405" y="643"/>
                  <a:pt x="251" y="905"/>
                </a:cubicBezTo>
                <a:cubicBezTo>
                  <a:pt x="96" y="1191"/>
                  <a:pt x="12" y="1489"/>
                  <a:pt x="1" y="1786"/>
                </a:cubicBezTo>
                <a:cubicBezTo>
                  <a:pt x="1" y="2108"/>
                  <a:pt x="96" y="2406"/>
                  <a:pt x="239" y="2679"/>
                </a:cubicBezTo>
                <a:cubicBezTo>
                  <a:pt x="405" y="2953"/>
                  <a:pt x="632" y="3179"/>
                  <a:pt x="894" y="3334"/>
                </a:cubicBezTo>
                <a:cubicBezTo>
                  <a:pt x="1179" y="3489"/>
                  <a:pt x="1477" y="3572"/>
                  <a:pt x="1786" y="3572"/>
                </a:cubicBezTo>
                <a:cubicBezTo>
                  <a:pt x="2120" y="3572"/>
                  <a:pt x="2418" y="3477"/>
                  <a:pt x="2679" y="3334"/>
                </a:cubicBezTo>
                <a:cubicBezTo>
                  <a:pt x="2858" y="3239"/>
                  <a:pt x="3013" y="3108"/>
                  <a:pt x="3144" y="2953"/>
                </a:cubicBezTo>
                <a:cubicBezTo>
                  <a:pt x="3686" y="2340"/>
                  <a:pt x="4293" y="2033"/>
                  <a:pt x="4900" y="2033"/>
                </a:cubicBezTo>
                <a:cubicBezTo>
                  <a:pt x="5507" y="2033"/>
                  <a:pt x="6114" y="2340"/>
                  <a:pt x="6656" y="2953"/>
                </a:cubicBezTo>
                <a:cubicBezTo>
                  <a:pt x="6775" y="3108"/>
                  <a:pt x="6942" y="3239"/>
                  <a:pt x="7097" y="3334"/>
                </a:cubicBezTo>
                <a:cubicBezTo>
                  <a:pt x="7275" y="3430"/>
                  <a:pt x="7454" y="3513"/>
                  <a:pt x="7656" y="3537"/>
                </a:cubicBezTo>
                <a:cubicBezTo>
                  <a:pt x="9264" y="3870"/>
                  <a:pt x="9930" y="5025"/>
                  <a:pt x="9406" y="6585"/>
                </a:cubicBezTo>
                <a:cubicBezTo>
                  <a:pt x="9347" y="6787"/>
                  <a:pt x="9323" y="6978"/>
                  <a:pt x="9323" y="7168"/>
                </a:cubicBezTo>
                <a:cubicBezTo>
                  <a:pt x="9323" y="7501"/>
                  <a:pt x="9406" y="7799"/>
                  <a:pt x="9561" y="8061"/>
                </a:cubicBezTo>
                <a:cubicBezTo>
                  <a:pt x="9716" y="8347"/>
                  <a:pt x="9942" y="8573"/>
                  <a:pt x="10216" y="8716"/>
                </a:cubicBezTo>
                <a:cubicBezTo>
                  <a:pt x="10490" y="8883"/>
                  <a:pt x="10788" y="8954"/>
                  <a:pt x="11109" y="8954"/>
                </a:cubicBezTo>
                <a:cubicBezTo>
                  <a:pt x="11431" y="8954"/>
                  <a:pt x="11728" y="8871"/>
                  <a:pt x="12002" y="8716"/>
                </a:cubicBezTo>
                <a:cubicBezTo>
                  <a:pt x="12276" y="8549"/>
                  <a:pt x="12502" y="8335"/>
                  <a:pt x="12657" y="8061"/>
                </a:cubicBezTo>
                <a:cubicBezTo>
                  <a:pt x="12812" y="7775"/>
                  <a:pt x="12895" y="7478"/>
                  <a:pt x="12895" y="7168"/>
                </a:cubicBezTo>
                <a:cubicBezTo>
                  <a:pt x="12895" y="6966"/>
                  <a:pt x="12859" y="6763"/>
                  <a:pt x="12800" y="6585"/>
                </a:cubicBezTo>
                <a:cubicBezTo>
                  <a:pt x="12276" y="5025"/>
                  <a:pt x="12931" y="3870"/>
                  <a:pt x="14562" y="3537"/>
                </a:cubicBezTo>
                <a:cubicBezTo>
                  <a:pt x="14752" y="3489"/>
                  <a:pt x="14943" y="3441"/>
                  <a:pt x="15110" y="3334"/>
                </a:cubicBezTo>
                <a:cubicBezTo>
                  <a:pt x="15395" y="3168"/>
                  <a:pt x="15610" y="2941"/>
                  <a:pt x="15764" y="2679"/>
                </a:cubicBezTo>
                <a:cubicBezTo>
                  <a:pt x="15931" y="2394"/>
                  <a:pt x="16003" y="2096"/>
                  <a:pt x="16003" y="1786"/>
                </a:cubicBezTo>
                <a:cubicBezTo>
                  <a:pt x="16003" y="1453"/>
                  <a:pt x="15907" y="1155"/>
                  <a:pt x="15764" y="893"/>
                </a:cubicBezTo>
                <a:cubicBezTo>
                  <a:pt x="15598" y="608"/>
                  <a:pt x="15372" y="382"/>
                  <a:pt x="15110" y="239"/>
                </a:cubicBezTo>
                <a:cubicBezTo>
                  <a:pt x="14824" y="72"/>
                  <a:pt x="14526" y="1"/>
                  <a:pt x="14217" y="1"/>
                </a:cubicBezTo>
                <a:cubicBezTo>
                  <a:pt x="13883" y="1"/>
                  <a:pt x="13586" y="84"/>
                  <a:pt x="13324" y="239"/>
                </a:cubicBezTo>
                <a:cubicBezTo>
                  <a:pt x="13038" y="405"/>
                  <a:pt x="12812" y="620"/>
                  <a:pt x="12669" y="893"/>
                </a:cubicBezTo>
                <a:cubicBezTo>
                  <a:pt x="12502" y="1167"/>
                  <a:pt x="12431" y="1465"/>
                  <a:pt x="12431" y="1786"/>
                </a:cubicBezTo>
                <a:cubicBezTo>
                  <a:pt x="12431" y="1989"/>
                  <a:pt x="12478" y="2203"/>
                  <a:pt x="12538" y="2382"/>
                </a:cubicBezTo>
                <a:cubicBezTo>
                  <a:pt x="12895" y="3418"/>
                  <a:pt x="12693" y="4287"/>
                  <a:pt x="12062" y="4834"/>
                </a:cubicBezTo>
                <a:cubicBezTo>
                  <a:pt x="11794" y="5067"/>
                  <a:pt x="11460" y="5183"/>
                  <a:pt x="11127" y="5183"/>
                </a:cubicBezTo>
                <a:cubicBezTo>
                  <a:pt x="10794" y="5183"/>
                  <a:pt x="10460" y="5067"/>
                  <a:pt x="10192" y="4834"/>
                </a:cubicBezTo>
                <a:cubicBezTo>
                  <a:pt x="9561" y="4263"/>
                  <a:pt x="9383" y="3406"/>
                  <a:pt x="9716" y="2358"/>
                </a:cubicBezTo>
                <a:cubicBezTo>
                  <a:pt x="9776" y="2167"/>
                  <a:pt x="9811" y="1977"/>
                  <a:pt x="9811" y="1786"/>
                </a:cubicBezTo>
                <a:cubicBezTo>
                  <a:pt x="9811" y="1453"/>
                  <a:pt x="9716" y="1155"/>
                  <a:pt x="9573" y="893"/>
                </a:cubicBezTo>
                <a:cubicBezTo>
                  <a:pt x="9406" y="608"/>
                  <a:pt x="9180" y="382"/>
                  <a:pt x="8918" y="239"/>
                </a:cubicBezTo>
                <a:cubicBezTo>
                  <a:pt x="8633" y="72"/>
                  <a:pt x="8335" y="1"/>
                  <a:pt x="802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86"/>
          <p:cNvSpPr/>
          <p:nvPr/>
        </p:nvSpPr>
        <p:spPr>
          <a:xfrm rot="3599888">
            <a:off x="2991371" y="2006315"/>
            <a:ext cx="620520" cy="430842"/>
          </a:xfrm>
          <a:custGeom>
            <a:rect b="b" l="l" r="r" t="t"/>
            <a:pathLst>
              <a:path extrusionOk="0" h="8954" w="12896">
                <a:moveTo>
                  <a:pt x="8002" y="1"/>
                </a:moveTo>
                <a:cubicBezTo>
                  <a:pt x="7680" y="1"/>
                  <a:pt x="7383" y="72"/>
                  <a:pt x="7109" y="239"/>
                </a:cubicBezTo>
                <a:cubicBezTo>
                  <a:pt x="6942" y="322"/>
                  <a:pt x="6776" y="465"/>
                  <a:pt x="6656" y="608"/>
                </a:cubicBezTo>
                <a:cubicBezTo>
                  <a:pt x="6113" y="1228"/>
                  <a:pt x="5505" y="1538"/>
                  <a:pt x="4896" y="1538"/>
                </a:cubicBezTo>
                <a:cubicBezTo>
                  <a:pt x="4290" y="1538"/>
                  <a:pt x="3685" y="1231"/>
                  <a:pt x="3144" y="620"/>
                </a:cubicBezTo>
                <a:cubicBezTo>
                  <a:pt x="3013" y="477"/>
                  <a:pt x="2858" y="346"/>
                  <a:pt x="2680" y="251"/>
                </a:cubicBezTo>
                <a:cubicBezTo>
                  <a:pt x="2418" y="108"/>
                  <a:pt x="2120" y="12"/>
                  <a:pt x="1787" y="12"/>
                </a:cubicBezTo>
                <a:cubicBezTo>
                  <a:pt x="1477" y="12"/>
                  <a:pt x="1180" y="84"/>
                  <a:pt x="894" y="251"/>
                </a:cubicBezTo>
                <a:cubicBezTo>
                  <a:pt x="632" y="405"/>
                  <a:pt x="406" y="620"/>
                  <a:pt x="239" y="905"/>
                </a:cubicBezTo>
                <a:cubicBezTo>
                  <a:pt x="96" y="1167"/>
                  <a:pt x="1" y="1465"/>
                  <a:pt x="1" y="1798"/>
                </a:cubicBezTo>
                <a:cubicBezTo>
                  <a:pt x="1" y="2108"/>
                  <a:pt x="84" y="2406"/>
                  <a:pt x="239" y="2691"/>
                </a:cubicBezTo>
                <a:cubicBezTo>
                  <a:pt x="394" y="2953"/>
                  <a:pt x="620" y="3179"/>
                  <a:pt x="894" y="3346"/>
                </a:cubicBezTo>
                <a:cubicBezTo>
                  <a:pt x="1168" y="3489"/>
                  <a:pt x="1465" y="3584"/>
                  <a:pt x="1787" y="3584"/>
                </a:cubicBezTo>
                <a:cubicBezTo>
                  <a:pt x="2108" y="3584"/>
                  <a:pt x="2406" y="3513"/>
                  <a:pt x="2680" y="3346"/>
                </a:cubicBezTo>
                <a:cubicBezTo>
                  <a:pt x="2846" y="3239"/>
                  <a:pt x="3013" y="3120"/>
                  <a:pt x="3144" y="2977"/>
                </a:cubicBezTo>
                <a:cubicBezTo>
                  <a:pt x="3687" y="2363"/>
                  <a:pt x="4304" y="2048"/>
                  <a:pt x="4914" y="2048"/>
                </a:cubicBezTo>
                <a:cubicBezTo>
                  <a:pt x="5120" y="2048"/>
                  <a:pt x="5324" y="2084"/>
                  <a:pt x="5525" y="2156"/>
                </a:cubicBezTo>
                <a:cubicBezTo>
                  <a:pt x="6192" y="2394"/>
                  <a:pt x="6597" y="3060"/>
                  <a:pt x="6466" y="3763"/>
                </a:cubicBezTo>
                <a:cubicBezTo>
                  <a:pt x="6299" y="4596"/>
                  <a:pt x="5644" y="5192"/>
                  <a:pt x="4561" y="5418"/>
                </a:cubicBezTo>
                <a:cubicBezTo>
                  <a:pt x="4370" y="5454"/>
                  <a:pt x="4192" y="5525"/>
                  <a:pt x="4001" y="5620"/>
                </a:cubicBezTo>
                <a:cubicBezTo>
                  <a:pt x="3739" y="5775"/>
                  <a:pt x="3513" y="5989"/>
                  <a:pt x="3358" y="6275"/>
                </a:cubicBezTo>
                <a:cubicBezTo>
                  <a:pt x="3204" y="6549"/>
                  <a:pt x="3108" y="6847"/>
                  <a:pt x="3108" y="7168"/>
                </a:cubicBezTo>
                <a:cubicBezTo>
                  <a:pt x="3108" y="7478"/>
                  <a:pt x="3192" y="7775"/>
                  <a:pt x="3358" y="8061"/>
                </a:cubicBezTo>
                <a:cubicBezTo>
                  <a:pt x="3501" y="8335"/>
                  <a:pt x="3728" y="8549"/>
                  <a:pt x="4001" y="8716"/>
                </a:cubicBezTo>
                <a:cubicBezTo>
                  <a:pt x="4275" y="8871"/>
                  <a:pt x="4573" y="8954"/>
                  <a:pt x="4894" y="8954"/>
                </a:cubicBezTo>
                <a:cubicBezTo>
                  <a:pt x="5216" y="8954"/>
                  <a:pt x="5513" y="8883"/>
                  <a:pt x="5787" y="8716"/>
                </a:cubicBezTo>
                <a:cubicBezTo>
                  <a:pt x="5954" y="8633"/>
                  <a:pt x="6121" y="8490"/>
                  <a:pt x="6240" y="8347"/>
                </a:cubicBezTo>
                <a:cubicBezTo>
                  <a:pt x="6783" y="7726"/>
                  <a:pt x="7392" y="7417"/>
                  <a:pt x="8000" y="7417"/>
                </a:cubicBezTo>
                <a:cubicBezTo>
                  <a:pt x="8606" y="7417"/>
                  <a:pt x="9212" y="7723"/>
                  <a:pt x="9752" y="8335"/>
                </a:cubicBezTo>
                <a:cubicBezTo>
                  <a:pt x="9883" y="8478"/>
                  <a:pt x="10038" y="8609"/>
                  <a:pt x="10216" y="8704"/>
                </a:cubicBezTo>
                <a:cubicBezTo>
                  <a:pt x="10478" y="8847"/>
                  <a:pt x="10776" y="8942"/>
                  <a:pt x="11109" y="8942"/>
                </a:cubicBezTo>
                <a:cubicBezTo>
                  <a:pt x="11419" y="8942"/>
                  <a:pt x="11717" y="8871"/>
                  <a:pt x="12002" y="8704"/>
                </a:cubicBezTo>
                <a:cubicBezTo>
                  <a:pt x="12264" y="8549"/>
                  <a:pt x="12491" y="8335"/>
                  <a:pt x="12657" y="8049"/>
                </a:cubicBezTo>
                <a:cubicBezTo>
                  <a:pt x="12800" y="7775"/>
                  <a:pt x="12895" y="7478"/>
                  <a:pt x="12895" y="7156"/>
                </a:cubicBezTo>
                <a:cubicBezTo>
                  <a:pt x="12895" y="6847"/>
                  <a:pt x="12824" y="6549"/>
                  <a:pt x="12657" y="6263"/>
                </a:cubicBezTo>
                <a:cubicBezTo>
                  <a:pt x="12502" y="5989"/>
                  <a:pt x="12288" y="5775"/>
                  <a:pt x="12002" y="5608"/>
                </a:cubicBezTo>
                <a:cubicBezTo>
                  <a:pt x="11729" y="5454"/>
                  <a:pt x="11431" y="5370"/>
                  <a:pt x="11109" y="5370"/>
                </a:cubicBezTo>
                <a:cubicBezTo>
                  <a:pt x="10800" y="5370"/>
                  <a:pt x="10502" y="5442"/>
                  <a:pt x="10216" y="5608"/>
                </a:cubicBezTo>
                <a:cubicBezTo>
                  <a:pt x="10050" y="5715"/>
                  <a:pt x="9883" y="5835"/>
                  <a:pt x="9752" y="5977"/>
                </a:cubicBezTo>
                <a:cubicBezTo>
                  <a:pt x="9209" y="6592"/>
                  <a:pt x="8592" y="6907"/>
                  <a:pt x="7982" y="6907"/>
                </a:cubicBezTo>
                <a:cubicBezTo>
                  <a:pt x="7777" y="6907"/>
                  <a:pt x="7572" y="6871"/>
                  <a:pt x="7371" y="6799"/>
                </a:cubicBezTo>
                <a:cubicBezTo>
                  <a:pt x="6704" y="6561"/>
                  <a:pt x="6299" y="5894"/>
                  <a:pt x="6430" y="5180"/>
                </a:cubicBezTo>
                <a:cubicBezTo>
                  <a:pt x="6597" y="4346"/>
                  <a:pt x="7240" y="3751"/>
                  <a:pt x="8323" y="3525"/>
                </a:cubicBezTo>
                <a:lnTo>
                  <a:pt x="8335" y="3525"/>
                </a:lnTo>
                <a:cubicBezTo>
                  <a:pt x="8538" y="3477"/>
                  <a:pt x="8716" y="3418"/>
                  <a:pt x="8895" y="3310"/>
                </a:cubicBezTo>
                <a:cubicBezTo>
                  <a:pt x="9157" y="3168"/>
                  <a:pt x="9383" y="2941"/>
                  <a:pt x="9550" y="2656"/>
                </a:cubicBezTo>
                <a:cubicBezTo>
                  <a:pt x="9693" y="2394"/>
                  <a:pt x="9788" y="2096"/>
                  <a:pt x="9788" y="1763"/>
                </a:cubicBezTo>
                <a:cubicBezTo>
                  <a:pt x="9788" y="1453"/>
                  <a:pt x="9704" y="1155"/>
                  <a:pt x="9550" y="870"/>
                </a:cubicBezTo>
                <a:cubicBezTo>
                  <a:pt x="9395" y="608"/>
                  <a:pt x="9169" y="382"/>
                  <a:pt x="8895" y="215"/>
                </a:cubicBezTo>
                <a:cubicBezTo>
                  <a:pt x="8633" y="84"/>
                  <a:pt x="8323" y="1"/>
                  <a:pt x="800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86"/>
          <p:cNvSpPr/>
          <p:nvPr/>
        </p:nvSpPr>
        <p:spPr>
          <a:xfrm rot="7200112">
            <a:off x="2319641" y="2142045"/>
            <a:ext cx="620520" cy="430842"/>
          </a:xfrm>
          <a:custGeom>
            <a:rect b="b" l="l" r="r" t="t"/>
            <a:pathLst>
              <a:path extrusionOk="0" h="8954" w="12896">
                <a:moveTo>
                  <a:pt x="8002" y="1"/>
                </a:moveTo>
                <a:cubicBezTo>
                  <a:pt x="7680" y="1"/>
                  <a:pt x="7383" y="72"/>
                  <a:pt x="7109" y="239"/>
                </a:cubicBezTo>
                <a:cubicBezTo>
                  <a:pt x="6942" y="322"/>
                  <a:pt x="6776" y="465"/>
                  <a:pt x="6656" y="608"/>
                </a:cubicBezTo>
                <a:cubicBezTo>
                  <a:pt x="6113" y="1228"/>
                  <a:pt x="5505" y="1538"/>
                  <a:pt x="4896" y="1538"/>
                </a:cubicBezTo>
                <a:cubicBezTo>
                  <a:pt x="4290" y="1538"/>
                  <a:pt x="3685" y="1231"/>
                  <a:pt x="3144" y="620"/>
                </a:cubicBezTo>
                <a:cubicBezTo>
                  <a:pt x="3013" y="477"/>
                  <a:pt x="2858" y="346"/>
                  <a:pt x="2680" y="251"/>
                </a:cubicBezTo>
                <a:cubicBezTo>
                  <a:pt x="2418" y="108"/>
                  <a:pt x="2120" y="12"/>
                  <a:pt x="1787" y="12"/>
                </a:cubicBezTo>
                <a:cubicBezTo>
                  <a:pt x="1477" y="12"/>
                  <a:pt x="1180" y="84"/>
                  <a:pt x="894" y="251"/>
                </a:cubicBezTo>
                <a:cubicBezTo>
                  <a:pt x="632" y="405"/>
                  <a:pt x="406" y="620"/>
                  <a:pt x="239" y="905"/>
                </a:cubicBezTo>
                <a:cubicBezTo>
                  <a:pt x="96" y="1167"/>
                  <a:pt x="1" y="1465"/>
                  <a:pt x="1" y="1798"/>
                </a:cubicBezTo>
                <a:cubicBezTo>
                  <a:pt x="1" y="2108"/>
                  <a:pt x="84" y="2406"/>
                  <a:pt x="239" y="2691"/>
                </a:cubicBezTo>
                <a:cubicBezTo>
                  <a:pt x="394" y="2953"/>
                  <a:pt x="620" y="3179"/>
                  <a:pt x="894" y="3346"/>
                </a:cubicBezTo>
                <a:cubicBezTo>
                  <a:pt x="1168" y="3489"/>
                  <a:pt x="1465" y="3584"/>
                  <a:pt x="1787" y="3584"/>
                </a:cubicBezTo>
                <a:cubicBezTo>
                  <a:pt x="2108" y="3584"/>
                  <a:pt x="2406" y="3513"/>
                  <a:pt x="2680" y="3346"/>
                </a:cubicBezTo>
                <a:cubicBezTo>
                  <a:pt x="2846" y="3239"/>
                  <a:pt x="3013" y="3120"/>
                  <a:pt x="3144" y="2977"/>
                </a:cubicBezTo>
                <a:cubicBezTo>
                  <a:pt x="3687" y="2363"/>
                  <a:pt x="4304" y="2048"/>
                  <a:pt x="4914" y="2048"/>
                </a:cubicBezTo>
                <a:cubicBezTo>
                  <a:pt x="5120" y="2048"/>
                  <a:pt x="5324" y="2084"/>
                  <a:pt x="5525" y="2156"/>
                </a:cubicBezTo>
                <a:cubicBezTo>
                  <a:pt x="6192" y="2394"/>
                  <a:pt x="6597" y="3060"/>
                  <a:pt x="6466" y="3763"/>
                </a:cubicBezTo>
                <a:cubicBezTo>
                  <a:pt x="6299" y="4596"/>
                  <a:pt x="5644" y="5192"/>
                  <a:pt x="4561" y="5418"/>
                </a:cubicBezTo>
                <a:cubicBezTo>
                  <a:pt x="4370" y="5454"/>
                  <a:pt x="4192" y="5525"/>
                  <a:pt x="4001" y="5620"/>
                </a:cubicBezTo>
                <a:cubicBezTo>
                  <a:pt x="3739" y="5775"/>
                  <a:pt x="3513" y="5989"/>
                  <a:pt x="3358" y="6275"/>
                </a:cubicBezTo>
                <a:cubicBezTo>
                  <a:pt x="3204" y="6549"/>
                  <a:pt x="3108" y="6847"/>
                  <a:pt x="3108" y="7168"/>
                </a:cubicBezTo>
                <a:cubicBezTo>
                  <a:pt x="3108" y="7478"/>
                  <a:pt x="3192" y="7775"/>
                  <a:pt x="3358" y="8061"/>
                </a:cubicBezTo>
                <a:cubicBezTo>
                  <a:pt x="3501" y="8335"/>
                  <a:pt x="3728" y="8549"/>
                  <a:pt x="4001" y="8716"/>
                </a:cubicBezTo>
                <a:cubicBezTo>
                  <a:pt x="4275" y="8871"/>
                  <a:pt x="4573" y="8954"/>
                  <a:pt x="4894" y="8954"/>
                </a:cubicBezTo>
                <a:cubicBezTo>
                  <a:pt x="5216" y="8954"/>
                  <a:pt x="5513" y="8883"/>
                  <a:pt x="5787" y="8716"/>
                </a:cubicBezTo>
                <a:cubicBezTo>
                  <a:pt x="5954" y="8633"/>
                  <a:pt x="6121" y="8490"/>
                  <a:pt x="6240" y="8347"/>
                </a:cubicBezTo>
                <a:cubicBezTo>
                  <a:pt x="6783" y="7726"/>
                  <a:pt x="7392" y="7417"/>
                  <a:pt x="8000" y="7417"/>
                </a:cubicBezTo>
                <a:cubicBezTo>
                  <a:pt x="8606" y="7417"/>
                  <a:pt x="9212" y="7723"/>
                  <a:pt x="9752" y="8335"/>
                </a:cubicBezTo>
                <a:cubicBezTo>
                  <a:pt x="9883" y="8478"/>
                  <a:pt x="10038" y="8609"/>
                  <a:pt x="10216" y="8704"/>
                </a:cubicBezTo>
                <a:cubicBezTo>
                  <a:pt x="10478" y="8847"/>
                  <a:pt x="10776" y="8942"/>
                  <a:pt x="11109" y="8942"/>
                </a:cubicBezTo>
                <a:cubicBezTo>
                  <a:pt x="11419" y="8942"/>
                  <a:pt x="11717" y="8871"/>
                  <a:pt x="12002" y="8704"/>
                </a:cubicBezTo>
                <a:cubicBezTo>
                  <a:pt x="12264" y="8549"/>
                  <a:pt x="12491" y="8335"/>
                  <a:pt x="12657" y="8049"/>
                </a:cubicBezTo>
                <a:cubicBezTo>
                  <a:pt x="12800" y="7775"/>
                  <a:pt x="12895" y="7478"/>
                  <a:pt x="12895" y="7156"/>
                </a:cubicBezTo>
                <a:cubicBezTo>
                  <a:pt x="12895" y="6847"/>
                  <a:pt x="12824" y="6549"/>
                  <a:pt x="12657" y="6263"/>
                </a:cubicBezTo>
                <a:cubicBezTo>
                  <a:pt x="12502" y="5989"/>
                  <a:pt x="12288" y="5775"/>
                  <a:pt x="12002" y="5608"/>
                </a:cubicBezTo>
                <a:cubicBezTo>
                  <a:pt x="11729" y="5454"/>
                  <a:pt x="11431" y="5370"/>
                  <a:pt x="11109" y="5370"/>
                </a:cubicBezTo>
                <a:cubicBezTo>
                  <a:pt x="10800" y="5370"/>
                  <a:pt x="10502" y="5442"/>
                  <a:pt x="10216" y="5608"/>
                </a:cubicBezTo>
                <a:cubicBezTo>
                  <a:pt x="10050" y="5715"/>
                  <a:pt x="9883" y="5835"/>
                  <a:pt x="9752" y="5977"/>
                </a:cubicBezTo>
                <a:cubicBezTo>
                  <a:pt x="9209" y="6592"/>
                  <a:pt x="8592" y="6907"/>
                  <a:pt x="7982" y="6907"/>
                </a:cubicBezTo>
                <a:cubicBezTo>
                  <a:pt x="7777" y="6907"/>
                  <a:pt x="7572" y="6871"/>
                  <a:pt x="7371" y="6799"/>
                </a:cubicBezTo>
                <a:cubicBezTo>
                  <a:pt x="6704" y="6561"/>
                  <a:pt x="6299" y="5894"/>
                  <a:pt x="6430" y="5180"/>
                </a:cubicBezTo>
                <a:cubicBezTo>
                  <a:pt x="6597" y="4346"/>
                  <a:pt x="7240" y="3751"/>
                  <a:pt x="8323" y="3525"/>
                </a:cubicBezTo>
                <a:lnTo>
                  <a:pt x="8335" y="3525"/>
                </a:lnTo>
                <a:cubicBezTo>
                  <a:pt x="8538" y="3477"/>
                  <a:pt x="8716" y="3418"/>
                  <a:pt x="8895" y="3310"/>
                </a:cubicBezTo>
                <a:cubicBezTo>
                  <a:pt x="9157" y="3168"/>
                  <a:pt x="9383" y="2941"/>
                  <a:pt x="9550" y="2656"/>
                </a:cubicBezTo>
                <a:cubicBezTo>
                  <a:pt x="9693" y="2394"/>
                  <a:pt x="9788" y="2096"/>
                  <a:pt x="9788" y="1763"/>
                </a:cubicBezTo>
                <a:cubicBezTo>
                  <a:pt x="9788" y="1453"/>
                  <a:pt x="9704" y="1155"/>
                  <a:pt x="9550" y="870"/>
                </a:cubicBezTo>
                <a:cubicBezTo>
                  <a:pt x="9395" y="608"/>
                  <a:pt x="9169" y="382"/>
                  <a:pt x="8895" y="215"/>
                </a:cubicBezTo>
                <a:cubicBezTo>
                  <a:pt x="8633" y="84"/>
                  <a:pt x="8323" y="1"/>
                  <a:pt x="800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86"/>
          <p:cNvSpPr/>
          <p:nvPr/>
        </p:nvSpPr>
        <p:spPr>
          <a:xfrm flipH="1" rot="3600042">
            <a:off x="965543" y="2142048"/>
            <a:ext cx="620504" cy="430831"/>
          </a:xfrm>
          <a:custGeom>
            <a:rect b="b" l="l" r="r" t="t"/>
            <a:pathLst>
              <a:path extrusionOk="0" h="8954" w="12896">
                <a:moveTo>
                  <a:pt x="8002" y="1"/>
                </a:moveTo>
                <a:cubicBezTo>
                  <a:pt x="7680" y="1"/>
                  <a:pt x="7383" y="72"/>
                  <a:pt x="7109" y="239"/>
                </a:cubicBezTo>
                <a:cubicBezTo>
                  <a:pt x="6942" y="322"/>
                  <a:pt x="6776" y="465"/>
                  <a:pt x="6656" y="608"/>
                </a:cubicBezTo>
                <a:cubicBezTo>
                  <a:pt x="6113" y="1228"/>
                  <a:pt x="5505" y="1538"/>
                  <a:pt x="4896" y="1538"/>
                </a:cubicBezTo>
                <a:cubicBezTo>
                  <a:pt x="4290" y="1538"/>
                  <a:pt x="3685" y="1231"/>
                  <a:pt x="3144" y="620"/>
                </a:cubicBezTo>
                <a:cubicBezTo>
                  <a:pt x="3013" y="477"/>
                  <a:pt x="2858" y="346"/>
                  <a:pt x="2680" y="251"/>
                </a:cubicBezTo>
                <a:cubicBezTo>
                  <a:pt x="2418" y="108"/>
                  <a:pt x="2120" y="12"/>
                  <a:pt x="1787" y="12"/>
                </a:cubicBezTo>
                <a:cubicBezTo>
                  <a:pt x="1477" y="12"/>
                  <a:pt x="1180" y="84"/>
                  <a:pt x="894" y="251"/>
                </a:cubicBezTo>
                <a:cubicBezTo>
                  <a:pt x="632" y="405"/>
                  <a:pt x="406" y="620"/>
                  <a:pt x="239" y="905"/>
                </a:cubicBezTo>
                <a:cubicBezTo>
                  <a:pt x="96" y="1167"/>
                  <a:pt x="1" y="1465"/>
                  <a:pt x="1" y="1798"/>
                </a:cubicBezTo>
                <a:cubicBezTo>
                  <a:pt x="1" y="2108"/>
                  <a:pt x="84" y="2406"/>
                  <a:pt x="239" y="2691"/>
                </a:cubicBezTo>
                <a:cubicBezTo>
                  <a:pt x="394" y="2953"/>
                  <a:pt x="620" y="3179"/>
                  <a:pt x="894" y="3346"/>
                </a:cubicBezTo>
                <a:cubicBezTo>
                  <a:pt x="1168" y="3489"/>
                  <a:pt x="1465" y="3584"/>
                  <a:pt x="1787" y="3584"/>
                </a:cubicBezTo>
                <a:cubicBezTo>
                  <a:pt x="2108" y="3584"/>
                  <a:pt x="2406" y="3513"/>
                  <a:pt x="2680" y="3346"/>
                </a:cubicBezTo>
                <a:cubicBezTo>
                  <a:pt x="2846" y="3239"/>
                  <a:pt x="3013" y="3120"/>
                  <a:pt x="3144" y="2977"/>
                </a:cubicBezTo>
                <a:cubicBezTo>
                  <a:pt x="3687" y="2363"/>
                  <a:pt x="4304" y="2048"/>
                  <a:pt x="4914" y="2048"/>
                </a:cubicBezTo>
                <a:cubicBezTo>
                  <a:pt x="5120" y="2048"/>
                  <a:pt x="5324" y="2084"/>
                  <a:pt x="5525" y="2156"/>
                </a:cubicBezTo>
                <a:cubicBezTo>
                  <a:pt x="6192" y="2394"/>
                  <a:pt x="6597" y="3060"/>
                  <a:pt x="6466" y="3763"/>
                </a:cubicBezTo>
                <a:cubicBezTo>
                  <a:pt x="6299" y="4596"/>
                  <a:pt x="5644" y="5192"/>
                  <a:pt x="4561" y="5418"/>
                </a:cubicBezTo>
                <a:cubicBezTo>
                  <a:pt x="4370" y="5454"/>
                  <a:pt x="4192" y="5525"/>
                  <a:pt x="4001" y="5620"/>
                </a:cubicBezTo>
                <a:cubicBezTo>
                  <a:pt x="3739" y="5775"/>
                  <a:pt x="3513" y="5989"/>
                  <a:pt x="3358" y="6275"/>
                </a:cubicBezTo>
                <a:cubicBezTo>
                  <a:pt x="3204" y="6549"/>
                  <a:pt x="3108" y="6847"/>
                  <a:pt x="3108" y="7168"/>
                </a:cubicBezTo>
                <a:cubicBezTo>
                  <a:pt x="3108" y="7478"/>
                  <a:pt x="3192" y="7775"/>
                  <a:pt x="3358" y="8061"/>
                </a:cubicBezTo>
                <a:cubicBezTo>
                  <a:pt x="3501" y="8335"/>
                  <a:pt x="3728" y="8549"/>
                  <a:pt x="4001" y="8716"/>
                </a:cubicBezTo>
                <a:cubicBezTo>
                  <a:pt x="4275" y="8871"/>
                  <a:pt x="4573" y="8954"/>
                  <a:pt x="4894" y="8954"/>
                </a:cubicBezTo>
                <a:cubicBezTo>
                  <a:pt x="5216" y="8954"/>
                  <a:pt x="5513" y="8883"/>
                  <a:pt x="5787" y="8716"/>
                </a:cubicBezTo>
                <a:cubicBezTo>
                  <a:pt x="5954" y="8633"/>
                  <a:pt x="6121" y="8490"/>
                  <a:pt x="6240" y="8347"/>
                </a:cubicBezTo>
                <a:cubicBezTo>
                  <a:pt x="6783" y="7726"/>
                  <a:pt x="7392" y="7417"/>
                  <a:pt x="8000" y="7417"/>
                </a:cubicBezTo>
                <a:cubicBezTo>
                  <a:pt x="8606" y="7417"/>
                  <a:pt x="9212" y="7723"/>
                  <a:pt x="9752" y="8335"/>
                </a:cubicBezTo>
                <a:cubicBezTo>
                  <a:pt x="9883" y="8478"/>
                  <a:pt x="10038" y="8609"/>
                  <a:pt x="10216" y="8704"/>
                </a:cubicBezTo>
                <a:cubicBezTo>
                  <a:pt x="10478" y="8847"/>
                  <a:pt x="10776" y="8942"/>
                  <a:pt x="11109" y="8942"/>
                </a:cubicBezTo>
                <a:cubicBezTo>
                  <a:pt x="11419" y="8942"/>
                  <a:pt x="11717" y="8871"/>
                  <a:pt x="12002" y="8704"/>
                </a:cubicBezTo>
                <a:cubicBezTo>
                  <a:pt x="12264" y="8549"/>
                  <a:pt x="12491" y="8335"/>
                  <a:pt x="12657" y="8049"/>
                </a:cubicBezTo>
                <a:cubicBezTo>
                  <a:pt x="12800" y="7775"/>
                  <a:pt x="12895" y="7478"/>
                  <a:pt x="12895" y="7156"/>
                </a:cubicBezTo>
                <a:cubicBezTo>
                  <a:pt x="12895" y="6847"/>
                  <a:pt x="12824" y="6549"/>
                  <a:pt x="12657" y="6263"/>
                </a:cubicBezTo>
                <a:cubicBezTo>
                  <a:pt x="12502" y="5989"/>
                  <a:pt x="12288" y="5775"/>
                  <a:pt x="12002" y="5608"/>
                </a:cubicBezTo>
                <a:cubicBezTo>
                  <a:pt x="11729" y="5454"/>
                  <a:pt x="11431" y="5370"/>
                  <a:pt x="11109" y="5370"/>
                </a:cubicBezTo>
                <a:cubicBezTo>
                  <a:pt x="10800" y="5370"/>
                  <a:pt x="10502" y="5442"/>
                  <a:pt x="10216" y="5608"/>
                </a:cubicBezTo>
                <a:cubicBezTo>
                  <a:pt x="10050" y="5715"/>
                  <a:pt x="9883" y="5835"/>
                  <a:pt x="9752" y="5977"/>
                </a:cubicBezTo>
                <a:cubicBezTo>
                  <a:pt x="9209" y="6592"/>
                  <a:pt x="8592" y="6907"/>
                  <a:pt x="7982" y="6907"/>
                </a:cubicBezTo>
                <a:cubicBezTo>
                  <a:pt x="7777" y="6907"/>
                  <a:pt x="7572" y="6871"/>
                  <a:pt x="7371" y="6799"/>
                </a:cubicBezTo>
                <a:cubicBezTo>
                  <a:pt x="6704" y="6561"/>
                  <a:pt x="6299" y="5894"/>
                  <a:pt x="6430" y="5180"/>
                </a:cubicBezTo>
                <a:cubicBezTo>
                  <a:pt x="6597" y="4346"/>
                  <a:pt x="7240" y="3751"/>
                  <a:pt x="8323" y="3525"/>
                </a:cubicBezTo>
                <a:lnTo>
                  <a:pt x="8335" y="3525"/>
                </a:lnTo>
                <a:cubicBezTo>
                  <a:pt x="8538" y="3477"/>
                  <a:pt x="8716" y="3418"/>
                  <a:pt x="8895" y="3310"/>
                </a:cubicBezTo>
                <a:cubicBezTo>
                  <a:pt x="9157" y="3168"/>
                  <a:pt x="9383" y="2941"/>
                  <a:pt x="9550" y="2656"/>
                </a:cubicBezTo>
                <a:cubicBezTo>
                  <a:pt x="9693" y="2394"/>
                  <a:pt x="9788" y="2096"/>
                  <a:pt x="9788" y="1763"/>
                </a:cubicBezTo>
                <a:cubicBezTo>
                  <a:pt x="9788" y="1453"/>
                  <a:pt x="9704" y="1155"/>
                  <a:pt x="9550" y="870"/>
                </a:cubicBezTo>
                <a:cubicBezTo>
                  <a:pt x="9395" y="608"/>
                  <a:pt x="9169" y="382"/>
                  <a:pt x="8895" y="215"/>
                </a:cubicBezTo>
                <a:cubicBezTo>
                  <a:pt x="8633" y="84"/>
                  <a:pt x="8323" y="1"/>
                  <a:pt x="800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86"/>
          <p:cNvSpPr/>
          <p:nvPr/>
        </p:nvSpPr>
        <p:spPr>
          <a:xfrm flipH="1" rot="7200047">
            <a:off x="3434339" y="2272243"/>
            <a:ext cx="620476" cy="430812"/>
          </a:xfrm>
          <a:custGeom>
            <a:rect b="b" l="l" r="r" t="t"/>
            <a:pathLst>
              <a:path extrusionOk="0" h="8954" w="12896">
                <a:moveTo>
                  <a:pt x="8002" y="1"/>
                </a:moveTo>
                <a:cubicBezTo>
                  <a:pt x="7680" y="1"/>
                  <a:pt x="7383" y="72"/>
                  <a:pt x="7109" y="239"/>
                </a:cubicBezTo>
                <a:cubicBezTo>
                  <a:pt x="6942" y="322"/>
                  <a:pt x="6776" y="465"/>
                  <a:pt x="6656" y="608"/>
                </a:cubicBezTo>
                <a:cubicBezTo>
                  <a:pt x="6113" y="1228"/>
                  <a:pt x="5505" y="1538"/>
                  <a:pt x="4896" y="1538"/>
                </a:cubicBezTo>
                <a:cubicBezTo>
                  <a:pt x="4290" y="1538"/>
                  <a:pt x="3685" y="1231"/>
                  <a:pt x="3144" y="620"/>
                </a:cubicBezTo>
                <a:cubicBezTo>
                  <a:pt x="3013" y="477"/>
                  <a:pt x="2858" y="346"/>
                  <a:pt x="2680" y="251"/>
                </a:cubicBezTo>
                <a:cubicBezTo>
                  <a:pt x="2418" y="108"/>
                  <a:pt x="2120" y="12"/>
                  <a:pt x="1787" y="12"/>
                </a:cubicBezTo>
                <a:cubicBezTo>
                  <a:pt x="1477" y="12"/>
                  <a:pt x="1180" y="84"/>
                  <a:pt x="894" y="251"/>
                </a:cubicBezTo>
                <a:cubicBezTo>
                  <a:pt x="632" y="405"/>
                  <a:pt x="406" y="620"/>
                  <a:pt x="239" y="905"/>
                </a:cubicBezTo>
                <a:cubicBezTo>
                  <a:pt x="96" y="1167"/>
                  <a:pt x="1" y="1465"/>
                  <a:pt x="1" y="1798"/>
                </a:cubicBezTo>
                <a:cubicBezTo>
                  <a:pt x="1" y="2108"/>
                  <a:pt x="84" y="2406"/>
                  <a:pt x="239" y="2691"/>
                </a:cubicBezTo>
                <a:cubicBezTo>
                  <a:pt x="394" y="2953"/>
                  <a:pt x="620" y="3179"/>
                  <a:pt x="894" y="3346"/>
                </a:cubicBezTo>
                <a:cubicBezTo>
                  <a:pt x="1168" y="3489"/>
                  <a:pt x="1465" y="3584"/>
                  <a:pt x="1787" y="3584"/>
                </a:cubicBezTo>
                <a:cubicBezTo>
                  <a:pt x="2108" y="3584"/>
                  <a:pt x="2406" y="3513"/>
                  <a:pt x="2680" y="3346"/>
                </a:cubicBezTo>
                <a:cubicBezTo>
                  <a:pt x="2846" y="3239"/>
                  <a:pt x="3013" y="3120"/>
                  <a:pt x="3144" y="2977"/>
                </a:cubicBezTo>
                <a:cubicBezTo>
                  <a:pt x="3687" y="2363"/>
                  <a:pt x="4304" y="2048"/>
                  <a:pt x="4914" y="2048"/>
                </a:cubicBezTo>
                <a:cubicBezTo>
                  <a:pt x="5120" y="2048"/>
                  <a:pt x="5324" y="2084"/>
                  <a:pt x="5525" y="2156"/>
                </a:cubicBezTo>
                <a:cubicBezTo>
                  <a:pt x="6192" y="2394"/>
                  <a:pt x="6597" y="3060"/>
                  <a:pt x="6466" y="3763"/>
                </a:cubicBezTo>
                <a:cubicBezTo>
                  <a:pt x="6299" y="4596"/>
                  <a:pt x="5644" y="5192"/>
                  <a:pt x="4561" y="5418"/>
                </a:cubicBezTo>
                <a:cubicBezTo>
                  <a:pt x="4370" y="5454"/>
                  <a:pt x="4192" y="5525"/>
                  <a:pt x="4001" y="5620"/>
                </a:cubicBezTo>
                <a:cubicBezTo>
                  <a:pt x="3739" y="5775"/>
                  <a:pt x="3513" y="5989"/>
                  <a:pt x="3358" y="6275"/>
                </a:cubicBezTo>
                <a:cubicBezTo>
                  <a:pt x="3204" y="6549"/>
                  <a:pt x="3108" y="6847"/>
                  <a:pt x="3108" y="7168"/>
                </a:cubicBezTo>
                <a:cubicBezTo>
                  <a:pt x="3108" y="7478"/>
                  <a:pt x="3192" y="7775"/>
                  <a:pt x="3358" y="8061"/>
                </a:cubicBezTo>
                <a:cubicBezTo>
                  <a:pt x="3501" y="8335"/>
                  <a:pt x="3728" y="8549"/>
                  <a:pt x="4001" y="8716"/>
                </a:cubicBezTo>
                <a:cubicBezTo>
                  <a:pt x="4275" y="8871"/>
                  <a:pt x="4573" y="8954"/>
                  <a:pt x="4894" y="8954"/>
                </a:cubicBezTo>
                <a:cubicBezTo>
                  <a:pt x="5216" y="8954"/>
                  <a:pt x="5513" y="8883"/>
                  <a:pt x="5787" y="8716"/>
                </a:cubicBezTo>
                <a:cubicBezTo>
                  <a:pt x="5954" y="8633"/>
                  <a:pt x="6121" y="8490"/>
                  <a:pt x="6240" y="8347"/>
                </a:cubicBezTo>
                <a:cubicBezTo>
                  <a:pt x="6783" y="7726"/>
                  <a:pt x="7392" y="7417"/>
                  <a:pt x="8000" y="7417"/>
                </a:cubicBezTo>
                <a:cubicBezTo>
                  <a:pt x="8606" y="7417"/>
                  <a:pt x="9212" y="7723"/>
                  <a:pt x="9752" y="8335"/>
                </a:cubicBezTo>
                <a:cubicBezTo>
                  <a:pt x="9883" y="8478"/>
                  <a:pt x="10038" y="8609"/>
                  <a:pt x="10216" y="8704"/>
                </a:cubicBezTo>
                <a:cubicBezTo>
                  <a:pt x="10478" y="8847"/>
                  <a:pt x="10776" y="8942"/>
                  <a:pt x="11109" y="8942"/>
                </a:cubicBezTo>
                <a:cubicBezTo>
                  <a:pt x="11419" y="8942"/>
                  <a:pt x="11717" y="8871"/>
                  <a:pt x="12002" y="8704"/>
                </a:cubicBezTo>
                <a:cubicBezTo>
                  <a:pt x="12264" y="8549"/>
                  <a:pt x="12491" y="8335"/>
                  <a:pt x="12657" y="8049"/>
                </a:cubicBezTo>
                <a:cubicBezTo>
                  <a:pt x="12800" y="7775"/>
                  <a:pt x="12895" y="7478"/>
                  <a:pt x="12895" y="7156"/>
                </a:cubicBezTo>
                <a:cubicBezTo>
                  <a:pt x="12895" y="6847"/>
                  <a:pt x="12824" y="6549"/>
                  <a:pt x="12657" y="6263"/>
                </a:cubicBezTo>
                <a:cubicBezTo>
                  <a:pt x="12502" y="5989"/>
                  <a:pt x="12288" y="5775"/>
                  <a:pt x="12002" y="5608"/>
                </a:cubicBezTo>
                <a:cubicBezTo>
                  <a:pt x="11729" y="5454"/>
                  <a:pt x="11431" y="5370"/>
                  <a:pt x="11109" y="5370"/>
                </a:cubicBezTo>
                <a:cubicBezTo>
                  <a:pt x="10800" y="5370"/>
                  <a:pt x="10502" y="5442"/>
                  <a:pt x="10216" y="5608"/>
                </a:cubicBezTo>
                <a:cubicBezTo>
                  <a:pt x="10050" y="5715"/>
                  <a:pt x="9883" y="5835"/>
                  <a:pt x="9752" y="5977"/>
                </a:cubicBezTo>
                <a:cubicBezTo>
                  <a:pt x="9209" y="6592"/>
                  <a:pt x="8592" y="6907"/>
                  <a:pt x="7982" y="6907"/>
                </a:cubicBezTo>
                <a:cubicBezTo>
                  <a:pt x="7777" y="6907"/>
                  <a:pt x="7572" y="6871"/>
                  <a:pt x="7371" y="6799"/>
                </a:cubicBezTo>
                <a:cubicBezTo>
                  <a:pt x="6704" y="6561"/>
                  <a:pt x="6299" y="5894"/>
                  <a:pt x="6430" y="5180"/>
                </a:cubicBezTo>
                <a:cubicBezTo>
                  <a:pt x="6597" y="4346"/>
                  <a:pt x="7240" y="3751"/>
                  <a:pt x="8323" y="3525"/>
                </a:cubicBezTo>
                <a:lnTo>
                  <a:pt x="8335" y="3525"/>
                </a:lnTo>
                <a:cubicBezTo>
                  <a:pt x="8538" y="3477"/>
                  <a:pt x="8716" y="3418"/>
                  <a:pt x="8895" y="3310"/>
                </a:cubicBezTo>
                <a:cubicBezTo>
                  <a:pt x="9157" y="3168"/>
                  <a:pt x="9383" y="2941"/>
                  <a:pt x="9550" y="2656"/>
                </a:cubicBezTo>
                <a:cubicBezTo>
                  <a:pt x="9693" y="2394"/>
                  <a:pt x="9788" y="2096"/>
                  <a:pt x="9788" y="1763"/>
                </a:cubicBezTo>
                <a:cubicBezTo>
                  <a:pt x="9788" y="1453"/>
                  <a:pt x="9704" y="1155"/>
                  <a:pt x="9550" y="870"/>
                </a:cubicBezTo>
                <a:cubicBezTo>
                  <a:pt x="9395" y="608"/>
                  <a:pt x="9169" y="382"/>
                  <a:pt x="8895" y="215"/>
                </a:cubicBezTo>
                <a:cubicBezTo>
                  <a:pt x="8633" y="84"/>
                  <a:pt x="8323" y="1"/>
                  <a:pt x="800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86"/>
          <p:cNvSpPr/>
          <p:nvPr/>
        </p:nvSpPr>
        <p:spPr>
          <a:xfrm flipH="1" rot="3600042">
            <a:off x="3852801" y="2604144"/>
            <a:ext cx="770001" cy="431408"/>
          </a:xfrm>
          <a:custGeom>
            <a:rect b="b" l="l" r="r" t="t"/>
            <a:pathLst>
              <a:path extrusionOk="0" h="8966" w="16003">
                <a:moveTo>
                  <a:pt x="7990" y="1"/>
                </a:moveTo>
                <a:cubicBezTo>
                  <a:pt x="7680" y="1"/>
                  <a:pt x="7382" y="72"/>
                  <a:pt x="7097" y="239"/>
                </a:cubicBezTo>
                <a:cubicBezTo>
                  <a:pt x="6942" y="322"/>
                  <a:pt x="6775" y="465"/>
                  <a:pt x="6656" y="608"/>
                </a:cubicBezTo>
                <a:cubicBezTo>
                  <a:pt x="6113" y="1228"/>
                  <a:pt x="5504" y="1538"/>
                  <a:pt x="4896" y="1538"/>
                </a:cubicBezTo>
                <a:cubicBezTo>
                  <a:pt x="4290" y="1538"/>
                  <a:pt x="3684" y="1231"/>
                  <a:pt x="3144" y="620"/>
                </a:cubicBezTo>
                <a:cubicBezTo>
                  <a:pt x="3013" y="477"/>
                  <a:pt x="2858" y="346"/>
                  <a:pt x="2679" y="251"/>
                </a:cubicBezTo>
                <a:cubicBezTo>
                  <a:pt x="2418" y="108"/>
                  <a:pt x="2120" y="12"/>
                  <a:pt x="1787" y="12"/>
                </a:cubicBezTo>
                <a:cubicBezTo>
                  <a:pt x="1477" y="12"/>
                  <a:pt x="1179" y="84"/>
                  <a:pt x="894" y="251"/>
                </a:cubicBezTo>
                <a:cubicBezTo>
                  <a:pt x="632" y="405"/>
                  <a:pt x="405" y="620"/>
                  <a:pt x="239" y="905"/>
                </a:cubicBezTo>
                <a:cubicBezTo>
                  <a:pt x="96" y="1167"/>
                  <a:pt x="1" y="1465"/>
                  <a:pt x="1" y="1798"/>
                </a:cubicBezTo>
                <a:cubicBezTo>
                  <a:pt x="1" y="2108"/>
                  <a:pt x="72" y="2406"/>
                  <a:pt x="239" y="2691"/>
                </a:cubicBezTo>
                <a:cubicBezTo>
                  <a:pt x="393" y="2953"/>
                  <a:pt x="608" y="3179"/>
                  <a:pt x="894" y="3346"/>
                </a:cubicBezTo>
                <a:cubicBezTo>
                  <a:pt x="1167" y="3489"/>
                  <a:pt x="1465" y="3584"/>
                  <a:pt x="1787" y="3584"/>
                </a:cubicBezTo>
                <a:cubicBezTo>
                  <a:pt x="2096" y="3584"/>
                  <a:pt x="2394" y="3513"/>
                  <a:pt x="2679" y="3346"/>
                </a:cubicBezTo>
                <a:cubicBezTo>
                  <a:pt x="2846" y="3239"/>
                  <a:pt x="3013" y="3120"/>
                  <a:pt x="3144" y="2977"/>
                </a:cubicBezTo>
                <a:cubicBezTo>
                  <a:pt x="3687" y="2363"/>
                  <a:pt x="4297" y="2048"/>
                  <a:pt x="4909" y="2048"/>
                </a:cubicBezTo>
                <a:cubicBezTo>
                  <a:pt x="5115" y="2048"/>
                  <a:pt x="5321" y="2084"/>
                  <a:pt x="5525" y="2156"/>
                </a:cubicBezTo>
                <a:cubicBezTo>
                  <a:pt x="6192" y="2394"/>
                  <a:pt x="6597" y="3060"/>
                  <a:pt x="6466" y="3775"/>
                </a:cubicBezTo>
                <a:cubicBezTo>
                  <a:pt x="6299" y="4608"/>
                  <a:pt x="5644" y="5204"/>
                  <a:pt x="4573" y="5430"/>
                </a:cubicBezTo>
                <a:cubicBezTo>
                  <a:pt x="4382" y="5465"/>
                  <a:pt x="4180" y="5537"/>
                  <a:pt x="4001" y="5632"/>
                </a:cubicBezTo>
                <a:cubicBezTo>
                  <a:pt x="3739" y="5787"/>
                  <a:pt x="3513" y="6013"/>
                  <a:pt x="3346" y="6287"/>
                </a:cubicBezTo>
                <a:cubicBezTo>
                  <a:pt x="3203" y="6561"/>
                  <a:pt x="3108" y="6858"/>
                  <a:pt x="3108" y="7180"/>
                </a:cubicBezTo>
                <a:cubicBezTo>
                  <a:pt x="3108" y="7501"/>
                  <a:pt x="3191" y="7799"/>
                  <a:pt x="3346" y="8073"/>
                </a:cubicBezTo>
                <a:cubicBezTo>
                  <a:pt x="3501" y="8347"/>
                  <a:pt x="3727" y="8573"/>
                  <a:pt x="4001" y="8728"/>
                </a:cubicBezTo>
                <a:cubicBezTo>
                  <a:pt x="4275" y="8883"/>
                  <a:pt x="4573" y="8966"/>
                  <a:pt x="4894" y="8966"/>
                </a:cubicBezTo>
                <a:cubicBezTo>
                  <a:pt x="5216" y="8966"/>
                  <a:pt x="5513" y="8894"/>
                  <a:pt x="5787" y="8728"/>
                </a:cubicBezTo>
                <a:cubicBezTo>
                  <a:pt x="6061" y="8585"/>
                  <a:pt x="6287" y="8359"/>
                  <a:pt x="6442" y="8073"/>
                </a:cubicBezTo>
                <a:cubicBezTo>
                  <a:pt x="6597" y="7811"/>
                  <a:pt x="6680" y="7513"/>
                  <a:pt x="6680" y="7180"/>
                </a:cubicBezTo>
                <a:cubicBezTo>
                  <a:pt x="6680" y="6989"/>
                  <a:pt x="6656" y="6799"/>
                  <a:pt x="6585" y="6608"/>
                </a:cubicBezTo>
                <a:cubicBezTo>
                  <a:pt x="6061" y="5037"/>
                  <a:pt x="6728" y="3882"/>
                  <a:pt x="8347" y="3549"/>
                </a:cubicBezTo>
                <a:cubicBezTo>
                  <a:pt x="8549" y="3513"/>
                  <a:pt x="8728" y="3453"/>
                  <a:pt x="8906" y="3346"/>
                </a:cubicBezTo>
                <a:cubicBezTo>
                  <a:pt x="9061" y="3251"/>
                  <a:pt x="9228" y="3120"/>
                  <a:pt x="9347" y="2977"/>
                </a:cubicBezTo>
                <a:cubicBezTo>
                  <a:pt x="9889" y="2358"/>
                  <a:pt x="10496" y="2048"/>
                  <a:pt x="11103" y="2048"/>
                </a:cubicBezTo>
                <a:cubicBezTo>
                  <a:pt x="11710" y="2048"/>
                  <a:pt x="12318" y="2358"/>
                  <a:pt x="12859" y="2977"/>
                </a:cubicBezTo>
                <a:cubicBezTo>
                  <a:pt x="12990" y="3120"/>
                  <a:pt x="13145" y="3239"/>
                  <a:pt x="13324" y="3346"/>
                </a:cubicBezTo>
                <a:cubicBezTo>
                  <a:pt x="13586" y="3489"/>
                  <a:pt x="13883" y="3584"/>
                  <a:pt x="14217" y="3584"/>
                </a:cubicBezTo>
                <a:cubicBezTo>
                  <a:pt x="14526" y="3584"/>
                  <a:pt x="14824" y="3513"/>
                  <a:pt x="15110" y="3346"/>
                </a:cubicBezTo>
                <a:cubicBezTo>
                  <a:pt x="15372" y="3191"/>
                  <a:pt x="15598" y="2977"/>
                  <a:pt x="15764" y="2691"/>
                </a:cubicBezTo>
                <a:cubicBezTo>
                  <a:pt x="15907" y="2429"/>
                  <a:pt x="16003" y="2132"/>
                  <a:pt x="16003" y="1798"/>
                </a:cubicBezTo>
                <a:cubicBezTo>
                  <a:pt x="16003" y="1489"/>
                  <a:pt x="15931" y="1191"/>
                  <a:pt x="15764" y="905"/>
                </a:cubicBezTo>
                <a:cubicBezTo>
                  <a:pt x="15610" y="643"/>
                  <a:pt x="15383" y="417"/>
                  <a:pt x="15110" y="251"/>
                </a:cubicBezTo>
                <a:cubicBezTo>
                  <a:pt x="14836" y="108"/>
                  <a:pt x="14538" y="12"/>
                  <a:pt x="14217" y="12"/>
                </a:cubicBezTo>
                <a:cubicBezTo>
                  <a:pt x="13895" y="12"/>
                  <a:pt x="13598" y="84"/>
                  <a:pt x="13324" y="251"/>
                </a:cubicBezTo>
                <a:cubicBezTo>
                  <a:pt x="13157" y="358"/>
                  <a:pt x="12990" y="477"/>
                  <a:pt x="12859" y="620"/>
                </a:cubicBezTo>
                <a:cubicBezTo>
                  <a:pt x="12318" y="1239"/>
                  <a:pt x="11710" y="1548"/>
                  <a:pt x="11103" y="1548"/>
                </a:cubicBezTo>
                <a:cubicBezTo>
                  <a:pt x="10496" y="1548"/>
                  <a:pt x="9889" y="1239"/>
                  <a:pt x="9347" y="620"/>
                </a:cubicBezTo>
                <a:cubicBezTo>
                  <a:pt x="9216" y="477"/>
                  <a:pt x="9061" y="346"/>
                  <a:pt x="8883" y="239"/>
                </a:cubicBezTo>
                <a:cubicBezTo>
                  <a:pt x="8621" y="84"/>
                  <a:pt x="8323" y="1"/>
                  <a:pt x="799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86"/>
          <p:cNvSpPr/>
          <p:nvPr/>
        </p:nvSpPr>
        <p:spPr>
          <a:xfrm flipH="1" rot="7200047">
            <a:off x="5648080" y="2462143"/>
            <a:ext cx="769966" cy="431389"/>
          </a:xfrm>
          <a:custGeom>
            <a:rect b="b" l="l" r="r" t="t"/>
            <a:pathLst>
              <a:path extrusionOk="0" h="8966" w="16003">
                <a:moveTo>
                  <a:pt x="7990" y="1"/>
                </a:moveTo>
                <a:cubicBezTo>
                  <a:pt x="7680" y="1"/>
                  <a:pt x="7382" y="72"/>
                  <a:pt x="7097" y="239"/>
                </a:cubicBezTo>
                <a:cubicBezTo>
                  <a:pt x="6942" y="322"/>
                  <a:pt x="6775" y="465"/>
                  <a:pt x="6656" y="608"/>
                </a:cubicBezTo>
                <a:cubicBezTo>
                  <a:pt x="6113" y="1228"/>
                  <a:pt x="5504" y="1538"/>
                  <a:pt x="4896" y="1538"/>
                </a:cubicBezTo>
                <a:cubicBezTo>
                  <a:pt x="4290" y="1538"/>
                  <a:pt x="3684" y="1231"/>
                  <a:pt x="3144" y="620"/>
                </a:cubicBezTo>
                <a:cubicBezTo>
                  <a:pt x="3013" y="477"/>
                  <a:pt x="2858" y="346"/>
                  <a:pt x="2679" y="251"/>
                </a:cubicBezTo>
                <a:cubicBezTo>
                  <a:pt x="2418" y="108"/>
                  <a:pt x="2120" y="12"/>
                  <a:pt x="1787" y="12"/>
                </a:cubicBezTo>
                <a:cubicBezTo>
                  <a:pt x="1477" y="12"/>
                  <a:pt x="1179" y="84"/>
                  <a:pt x="894" y="251"/>
                </a:cubicBezTo>
                <a:cubicBezTo>
                  <a:pt x="632" y="405"/>
                  <a:pt x="405" y="620"/>
                  <a:pt x="239" y="905"/>
                </a:cubicBezTo>
                <a:cubicBezTo>
                  <a:pt x="96" y="1167"/>
                  <a:pt x="1" y="1465"/>
                  <a:pt x="1" y="1798"/>
                </a:cubicBezTo>
                <a:cubicBezTo>
                  <a:pt x="1" y="2108"/>
                  <a:pt x="72" y="2406"/>
                  <a:pt x="239" y="2691"/>
                </a:cubicBezTo>
                <a:cubicBezTo>
                  <a:pt x="393" y="2953"/>
                  <a:pt x="608" y="3179"/>
                  <a:pt x="894" y="3346"/>
                </a:cubicBezTo>
                <a:cubicBezTo>
                  <a:pt x="1167" y="3489"/>
                  <a:pt x="1465" y="3584"/>
                  <a:pt x="1787" y="3584"/>
                </a:cubicBezTo>
                <a:cubicBezTo>
                  <a:pt x="2096" y="3584"/>
                  <a:pt x="2394" y="3513"/>
                  <a:pt x="2679" y="3346"/>
                </a:cubicBezTo>
                <a:cubicBezTo>
                  <a:pt x="2846" y="3239"/>
                  <a:pt x="3013" y="3120"/>
                  <a:pt x="3144" y="2977"/>
                </a:cubicBezTo>
                <a:cubicBezTo>
                  <a:pt x="3687" y="2363"/>
                  <a:pt x="4297" y="2048"/>
                  <a:pt x="4909" y="2048"/>
                </a:cubicBezTo>
                <a:cubicBezTo>
                  <a:pt x="5115" y="2048"/>
                  <a:pt x="5321" y="2084"/>
                  <a:pt x="5525" y="2156"/>
                </a:cubicBezTo>
                <a:cubicBezTo>
                  <a:pt x="6192" y="2394"/>
                  <a:pt x="6597" y="3060"/>
                  <a:pt x="6466" y="3775"/>
                </a:cubicBezTo>
                <a:cubicBezTo>
                  <a:pt x="6299" y="4608"/>
                  <a:pt x="5644" y="5204"/>
                  <a:pt x="4573" y="5430"/>
                </a:cubicBezTo>
                <a:cubicBezTo>
                  <a:pt x="4382" y="5465"/>
                  <a:pt x="4180" y="5537"/>
                  <a:pt x="4001" y="5632"/>
                </a:cubicBezTo>
                <a:cubicBezTo>
                  <a:pt x="3739" y="5787"/>
                  <a:pt x="3513" y="6013"/>
                  <a:pt x="3346" y="6287"/>
                </a:cubicBezTo>
                <a:cubicBezTo>
                  <a:pt x="3203" y="6561"/>
                  <a:pt x="3108" y="6858"/>
                  <a:pt x="3108" y="7180"/>
                </a:cubicBezTo>
                <a:cubicBezTo>
                  <a:pt x="3108" y="7501"/>
                  <a:pt x="3191" y="7799"/>
                  <a:pt x="3346" y="8073"/>
                </a:cubicBezTo>
                <a:cubicBezTo>
                  <a:pt x="3501" y="8347"/>
                  <a:pt x="3727" y="8573"/>
                  <a:pt x="4001" y="8728"/>
                </a:cubicBezTo>
                <a:cubicBezTo>
                  <a:pt x="4275" y="8883"/>
                  <a:pt x="4573" y="8966"/>
                  <a:pt x="4894" y="8966"/>
                </a:cubicBezTo>
                <a:cubicBezTo>
                  <a:pt x="5216" y="8966"/>
                  <a:pt x="5513" y="8894"/>
                  <a:pt x="5787" y="8728"/>
                </a:cubicBezTo>
                <a:cubicBezTo>
                  <a:pt x="6061" y="8585"/>
                  <a:pt x="6287" y="8359"/>
                  <a:pt x="6442" y="8073"/>
                </a:cubicBezTo>
                <a:cubicBezTo>
                  <a:pt x="6597" y="7811"/>
                  <a:pt x="6680" y="7513"/>
                  <a:pt x="6680" y="7180"/>
                </a:cubicBezTo>
                <a:cubicBezTo>
                  <a:pt x="6680" y="6989"/>
                  <a:pt x="6656" y="6799"/>
                  <a:pt x="6585" y="6608"/>
                </a:cubicBezTo>
                <a:cubicBezTo>
                  <a:pt x="6061" y="5037"/>
                  <a:pt x="6728" y="3882"/>
                  <a:pt x="8347" y="3549"/>
                </a:cubicBezTo>
                <a:cubicBezTo>
                  <a:pt x="8549" y="3513"/>
                  <a:pt x="8728" y="3453"/>
                  <a:pt x="8906" y="3346"/>
                </a:cubicBezTo>
                <a:cubicBezTo>
                  <a:pt x="9061" y="3251"/>
                  <a:pt x="9228" y="3120"/>
                  <a:pt x="9347" y="2977"/>
                </a:cubicBezTo>
                <a:cubicBezTo>
                  <a:pt x="9889" y="2358"/>
                  <a:pt x="10496" y="2048"/>
                  <a:pt x="11103" y="2048"/>
                </a:cubicBezTo>
                <a:cubicBezTo>
                  <a:pt x="11710" y="2048"/>
                  <a:pt x="12318" y="2358"/>
                  <a:pt x="12859" y="2977"/>
                </a:cubicBezTo>
                <a:cubicBezTo>
                  <a:pt x="12990" y="3120"/>
                  <a:pt x="13145" y="3239"/>
                  <a:pt x="13324" y="3346"/>
                </a:cubicBezTo>
                <a:cubicBezTo>
                  <a:pt x="13586" y="3489"/>
                  <a:pt x="13883" y="3584"/>
                  <a:pt x="14217" y="3584"/>
                </a:cubicBezTo>
                <a:cubicBezTo>
                  <a:pt x="14526" y="3584"/>
                  <a:pt x="14824" y="3513"/>
                  <a:pt x="15110" y="3346"/>
                </a:cubicBezTo>
                <a:cubicBezTo>
                  <a:pt x="15372" y="3191"/>
                  <a:pt x="15598" y="2977"/>
                  <a:pt x="15764" y="2691"/>
                </a:cubicBezTo>
                <a:cubicBezTo>
                  <a:pt x="15907" y="2429"/>
                  <a:pt x="16003" y="2132"/>
                  <a:pt x="16003" y="1798"/>
                </a:cubicBezTo>
                <a:cubicBezTo>
                  <a:pt x="16003" y="1489"/>
                  <a:pt x="15931" y="1191"/>
                  <a:pt x="15764" y="905"/>
                </a:cubicBezTo>
                <a:cubicBezTo>
                  <a:pt x="15610" y="643"/>
                  <a:pt x="15383" y="417"/>
                  <a:pt x="15110" y="251"/>
                </a:cubicBezTo>
                <a:cubicBezTo>
                  <a:pt x="14836" y="108"/>
                  <a:pt x="14538" y="12"/>
                  <a:pt x="14217" y="12"/>
                </a:cubicBezTo>
                <a:cubicBezTo>
                  <a:pt x="13895" y="12"/>
                  <a:pt x="13598" y="84"/>
                  <a:pt x="13324" y="251"/>
                </a:cubicBezTo>
                <a:cubicBezTo>
                  <a:pt x="13157" y="358"/>
                  <a:pt x="12990" y="477"/>
                  <a:pt x="12859" y="620"/>
                </a:cubicBezTo>
                <a:cubicBezTo>
                  <a:pt x="12318" y="1239"/>
                  <a:pt x="11710" y="1548"/>
                  <a:pt x="11103" y="1548"/>
                </a:cubicBezTo>
                <a:cubicBezTo>
                  <a:pt x="10496" y="1548"/>
                  <a:pt x="9889" y="1239"/>
                  <a:pt x="9347" y="620"/>
                </a:cubicBezTo>
                <a:cubicBezTo>
                  <a:pt x="9216" y="477"/>
                  <a:pt x="9061" y="346"/>
                  <a:pt x="8883" y="239"/>
                </a:cubicBezTo>
                <a:cubicBezTo>
                  <a:pt x="8621" y="84"/>
                  <a:pt x="8323" y="1"/>
                  <a:pt x="799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86"/>
          <p:cNvSpPr/>
          <p:nvPr/>
        </p:nvSpPr>
        <p:spPr>
          <a:xfrm flipH="1" rot="10800000">
            <a:off x="2763858" y="2402726"/>
            <a:ext cx="769984" cy="431399"/>
          </a:xfrm>
          <a:custGeom>
            <a:rect b="b" l="l" r="r" t="t"/>
            <a:pathLst>
              <a:path extrusionOk="0" h="8966" w="16003">
                <a:moveTo>
                  <a:pt x="7990" y="1"/>
                </a:moveTo>
                <a:cubicBezTo>
                  <a:pt x="7680" y="1"/>
                  <a:pt x="7382" y="72"/>
                  <a:pt x="7097" y="239"/>
                </a:cubicBezTo>
                <a:cubicBezTo>
                  <a:pt x="6942" y="322"/>
                  <a:pt x="6775" y="465"/>
                  <a:pt x="6656" y="608"/>
                </a:cubicBezTo>
                <a:cubicBezTo>
                  <a:pt x="6113" y="1228"/>
                  <a:pt x="5504" y="1538"/>
                  <a:pt x="4896" y="1538"/>
                </a:cubicBezTo>
                <a:cubicBezTo>
                  <a:pt x="4290" y="1538"/>
                  <a:pt x="3684" y="1231"/>
                  <a:pt x="3144" y="620"/>
                </a:cubicBezTo>
                <a:cubicBezTo>
                  <a:pt x="3013" y="477"/>
                  <a:pt x="2858" y="346"/>
                  <a:pt x="2679" y="251"/>
                </a:cubicBezTo>
                <a:cubicBezTo>
                  <a:pt x="2418" y="108"/>
                  <a:pt x="2120" y="12"/>
                  <a:pt x="1787" y="12"/>
                </a:cubicBezTo>
                <a:cubicBezTo>
                  <a:pt x="1477" y="12"/>
                  <a:pt x="1179" y="84"/>
                  <a:pt x="894" y="251"/>
                </a:cubicBezTo>
                <a:cubicBezTo>
                  <a:pt x="632" y="405"/>
                  <a:pt x="405" y="620"/>
                  <a:pt x="239" y="905"/>
                </a:cubicBezTo>
                <a:cubicBezTo>
                  <a:pt x="96" y="1167"/>
                  <a:pt x="1" y="1465"/>
                  <a:pt x="1" y="1798"/>
                </a:cubicBezTo>
                <a:cubicBezTo>
                  <a:pt x="1" y="2108"/>
                  <a:pt x="72" y="2406"/>
                  <a:pt x="239" y="2691"/>
                </a:cubicBezTo>
                <a:cubicBezTo>
                  <a:pt x="393" y="2953"/>
                  <a:pt x="608" y="3179"/>
                  <a:pt x="894" y="3346"/>
                </a:cubicBezTo>
                <a:cubicBezTo>
                  <a:pt x="1167" y="3489"/>
                  <a:pt x="1465" y="3584"/>
                  <a:pt x="1787" y="3584"/>
                </a:cubicBezTo>
                <a:cubicBezTo>
                  <a:pt x="2096" y="3584"/>
                  <a:pt x="2394" y="3513"/>
                  <a:pt x="2679" y="3346"/>
                </a:cubicBezTo>
                <a:cubicBezTo>
                  <a:pt x="2846" y="3239"/>
                  <a:pt x="3013" y="3120"/>
                  <a:pt x="3144" y="2977"/>
                </a:cubicBezTo>
                <a:cubicBezTo>
                  <a:pt x="3687" y="2363"/>
                  <a:pt x="4297" y="2048"/>
                  <a:pt x="4909" y="2048"/>
                </a:cubicBezTo>
                <a:cubicBezTo>
                  <a:pt x="5115" y="2048"/>
                  <a:pt x="5321" y="2084"/>
                  <a:pt x="5525" y="2156"/>
                </a:cubicBezTo>
                <a:cubicBezTo>
                  <a:pt x="6192" y="2394"/>
                  <a:pt x="6597" y="3060"/>
                  <a:pt x="6466" y="3775"/>
                </a:cubicBezTo>
                <a:cubicBezTo>
                  <a:pt x="6299" y="4608"/>
                  <a:pt x="5644" y="5204"/>
                  <a:pt x="4573" y="5430"/>
                </a:cubicBezTo>
                <a:cubicBezTo>
                  <a:pt x="4382" y="5465"/>
                  <a:pt x="4180" y="5537"/>
                  <a:pt x="4001" y="5632"/>
                </a:cubicBezTo>
                <a:cubicBezTo>
                  <a:pt x="3739" y="5787"/>
                  <a:pt x="3513" y="6013"/>
                  <a:pt x="3346" y="6287"/>
                </a:cubicBezTo>
                <a:cubicBezTo>
                  <a:pt x="3203" y="6561"/>
                  <a:pt x="3108" y="6858"/>
                  <a:pt x="3108" y="7180"/>
                </a:cubicBezTo>
                <a:cubicBezTo>
                  <a:pt x="3108" y="7501"/>
                  <a:pt x="3191" y="7799"/>
                  <a:pt x="3346" y="8073"/>
                </a:cubicBezTo>
                <a:cubicBezTo>
                  <a:pt x="3501" y="8347"/>
                  <a:pt x="3727" y="8573"/>
                  <a:pt x="4001" y="8728"/>
                </a:cubicBezTo>
                <a:cubicBezTo>
                  <a:pt x="4275" y="8883"/>
                  <a:pt x="4573" y="8966"/>
                  <a:pt x="4894" y="8966"/>
                </a:cubicBezTo>
                <a:cubicBezTo>
                  <a:pt x="5216" y="8966"/>
                  <a:pt x="5513" y="8894"/>
                  <a:pt x="5787" y="8728"/>
                </a:cubicBezTo>
                <a:cubicBezTo>
                  <a:pt x="6061" y="8585"/>
                  <a:pt x="6287" y="8359"/>
                  <a:pt x="6442" y="8073"/>
                </a:cubicBezTo>
                <a:cubicBezTo>
                  <a:pt x="6597" y="7811"/>
                  <a:pt x="6680" y="7513"/>
                  <a:pt x="6680" y="7180"/>
                </a:cubicBezTo>
                <a:cubicBezTo>
                  <a:pt x="6680" y="6989"/>
                  <a:pt x="6656" y="6799"/>
                  <a:pt x="6585" y="6608"/>
                </a:cubicBezTo>
                <a:cubicBezTo>
                  <a:pt x="6061" y="5037"/>
                  <a:pt x="6728" y="3882"/>
                  <a:pt x="8347" y="3549"/>
                </a:cubicBezTo>
                <a:cubicBezTo>
                  <a:pt x="8549" y="3513"/>
                  <a:pt x="8728" y="3453"/>
                  <a:pt x="8906" y="3346"/>
                </a:cubicBezTo>
                <a:cubicBezTo>
                  <a:pt x="9061" y="3251"/>
                  <a:pt x="9228" y="3120"/>
                  <a:pt x="9347" y="2977"/>
                </a:cubicBezTo>
                <a:cubicBezTo>
                  <a:pt x="9889" y="2358"/>
                  <a:pt x="10496" y="2048"/>
                  <a:pt x="11103" y="2048"/>
                </a:cubicBezTo>
                <a:cubicBezTo>
                  <a:pt x="11710" y="2048"/>
                  <a:pt x="12318" y="2358"/>
                  <a:pt x="12859" y="2977"/>
                </a:cubicBezTo>
                <a:cubicBezTo>
                  <a:pt x="12990" y="3120"/>
                  <a:pt x="13145" y="3239"/>
                  <a:pt x="13324" y="3346"/>
                </a:cubicBezTo>
                <a:cubicBezTo>
                  <a:pt x="13586" y="3489"/>
                  <a:pt x="13883" y="3584"/>
                  <a:pt x="14217" y="3584"/>
                </a:cubicBezTo>
                <a:cubicBezTo>
                  <a:pt x="14526" y="3584"/>
                  <a:pt x="14824" y="3513"/>
                  <a:pt x="15110" y="3346"/>
                </a:cubicBezTo>
                <a:cubicBezTo>
                  <a:pt x="15372" y="3191"/>
                  <a:pt x="15598" y="2977"/>
                  <a:pt x="15764" y="2691"/>
                </a:cubicBezTo>
                <a:cubicBezTo>
                  <a:pt x="15907" y="2429"/>
                  <a:pt x="16003" y="2132"/>
                  <a:pt x="16003" y="1798"/>
                </a:cubicBezTo>
                <a:cubicBezTo>
                  <a:pt x="16003" y="1489"/>
                  <a:pt x="15931" y="1191"/>
                  <a:pt x="15764" y="905"/>
                </a:cubicBezTo>
                <a:cubicBezTo>
                  <a:pt x="15610" y="643"/>
                  <a:pt x="15383" y="417"/>
                  <a:pt x="15110" y="251"/>
                </a:cubicBezTo>
                <a:cubicBezTo>
                  <a:pt x="14836" y="108"/>
                  <a:pt x="14538" y="12"/>
                  <a:pt x="14217" y="12"/>
                </a:cubicBezTo>
                <a:cubicBezTo>
                  <a:pt x="13895" y="12"/>
                  <a:pt x="13598" y="84"/>
                  <a:pt x="13324" y="251"/>
                </a:cubicBezTo>
                <a:cubicBezTo>
                  <a:pt x="13157" y="358"/>
                  <a:pt x="12990" y="477"/>
                  <a:pt x="12859" y="620"/>
                </a:cubicBezTo>
                <a:cubicBezTo>
                  <a:pt x="12318" y="1239"/>
                  <a:pt x="11710" y="1548"/>
                  <a:pt x="11103" y="1548"/>
                </a:cubicBezTo>
                <a:cubicBezTo>
                  <a:pt x="10496" y="1548"/>
                  <a:pt x="9889" y="1239"/>
                  <a:pt x="9347" y="620"/>
                </a:cubicBezTo>
                <a:cubicBezTo>
                  <a:pt x="9216" y="477"/>
                  <a:pt x="9061" y="346"/>
                  <a:pt x="8883" y="239"/>
                </a:cubicBezTo>
                <a:cubicBezTo>
                  <a:pt x="8621" y="84"/>
                  <a:pt x="8323" y="1"/>
                  <a:pt x="799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86"/>
          <p:cNvSpPr/>
          <p:nvPr/>
        </p:nvSpPr>
        <p:spPr>
          <a:xfrm flipH="1" rot="-7199958">
            <a:off x="5120390" y="2729178"/>
            <a:ext cx="770001" cy="431408"/>
          </a:xfrm>
          <a:custGeom>
            <a:rect b="b" l="l" r="r" t="t"/>
            <a:pathLst>
              <a:path extrusionOk="0" h="8966" w="16003">
                <a:moveTo>
                  <a:pt x="7990" y="1"/>
                </a:moveTo>
                <a:cubicBezTo>
                  <a:pt x="7680" y="1"/>
                  <a:pt x="7382" y="72"/>
                  <a:pt x="7097" y="239"/>
                </a:cubicBezTo>
                <a:cubicBezTo>
                  <a:pt x="6942" y="322"/>
                  <a:pt x="6775" y="465"/>
                  <a:pt x="6656" y="608"/>
                </a:cubicBezTo>
                <a:cubicBezTo>
                  <a:pt x="6113" y="1228"/>
                  <a:pt x="5504" y="1538"/>
                  <a:pt x="4896" y="1538"/>
                </a:cubicBezTo>
                <a:cubicBezTo>
                  <a:pt x="4290" y="1538"/>
                  <a:pt x="3684" y="1231"/>
                  <a:pt x="3144" y="620"/>
                </a:cubicBezTo>
                <a:cubicBezTo>
                  <a:pt x="3013" y="477"/>
                  <a:pt x="2858" y="346"/>
                  <a:pt x="2679" y="251"/>
                </a:cubicBezTo>
                <a:cubicBezTo>
                  <a:pt x="2418" y="108"/>
                  <a:pt x="2120" y="12"/>
                  <a:pt x="1787" y="12"/>
                </a:cubicBezTo>
                <a:cubicBezTo>
                  <a:pt x="1477" y="12"/>
                  <a:pt x="1179" y="84"/>
                  <a:pt x="894" y="251"/>
                </a:cubicBezTo>
                <a:cubicBezTo>
                  <a:pt x="632" y="405"/>
                  <a:pt x="405" y="620"/>
                  <a:pt x="239" y="905"/>
                </a:cubicBezTo>
                <a:cubicBezTo>
                  <a:pt x="96" y="1167"/>
                  <a:pt x="1" y="1465"/>
                  <a:pt x="1" y="1798"/>
                </a:cubicBezTo>
                <a:cubicBezTo>
                  <a:pt x="1" y="2108"/>
                  <a:pt x="72" y="2406"/>
                  <a:pt x="239" y="2691"/>
                </a:cubicBezTo>
                <a:cubicBezTo>
                  <a:pt x="393" y="2953"/>
                  <a:pt x="608" y="3179"/>
                  <a:pt x="894" y="3346"/>
                </a:cubicBezTo>
                <a:cubicBezTo>
                  <a:pt x="1167" y="3489"/>
                  <a:pt x="1465" y="3584"/>
                  <a:pt x="1787" y="3584"/>
                </a:cubicBezTo>
                <a:cubicBezTo>
                  <a:pt x="2096" y="3584"/>
                  <a:pt x="2394" y="3513"/>
                  <a:pt x="2679" y="3346"/>
                </a:cubicBezTo>
                <a:cubicBezTo>
                  <a:pt x="2846" y="3239"/>
                  <a:pt x="3013" y="3120"/>
                  <a:pt x="3144" y="2977"/>
                </a:cubicBezTo>
                <a:cubicBezTo>
                  <a:pt x="3687" y="2363"/>
                  <a:pt x="4297" y="2048"/>
                  <a:pt x="4909" y="2048"/>
                </a:cubicBezTo>
                <a:cubicBezTo>
                  <a:pt x="5115" y="2048"/>
                  <a:pt x="5321" y="2084"/>
                  <a:pt x="5525" y="2156"/>
                </a:cubicBezTo>
                <a:cubicBezTo>
                  <a:pt x="6192" y="2394"/>
                  <a:pt x="6597" y="3060"/>
                  <a:pt x="6466" y="3775"/>
                </a:cubicBezTo>
                <a:cubicBezTo>
                  <a:pt x="6299" y="4608"/>
                  <a:pt x="5644" y="5204"/>
                  <a:pt x="4573" y="5430"/>
                </a:cubicBezTo>
                <a:cubicBezTo>
                  <a:pt x="4382" y="5465"/>
                  <a:pt x="4180" y="5537"/>
                  <a:pt x="4001" y="5632"/>
                </a:cubicBezTo>
                <a:cubicBezTo>
                  <a:pt x="3739" y="5787"/>
                  <a:pt x="3513" y="6013"/>
                  <a:pt x="3346" y="6287"/>
                </a:cubicBezTo>
                <a:cubicBezTo>
                  <a:pt x="3203" y="6561"/>
                  <a:pt x="3108" y="6858"/>
                  <a:pt x="3108" y="7180"/>
                </a:cubicBezTo>
                <a:cubicBezTo>
                  <a:pt x="3108" y="7501"/>
                  <a:pt x="3191" y="7799"/>
                  <a:pt x="3346" y="8073"/>
                </a:cubicBezTo>
                <a:cubicBezTo>
                  <a:pt x="3501" y="8347"/>
                  <a:pt x="3727" y="8573"/>
                  <a:pt x="4001" y="8728"/>
                </a:cubicBezTo>
                <a:cubicBezTo>
                  <a:pt x="4275" y="8883"/>
                  <a:pt x="4573" y="8966"/>
                  <a:pt x="4894" y="8966"/>
                </a:cubicBezTo>
                <a:cubicBezTo>
                  <a:pt x="5216" y="8966"/>
                  <a:pt x="5513" y="8894"/>
                  <a:pt x="5787" y="8728"/>
                </a:cubicBezTo>
                <a:cubicBezTo>
                  <a:pt x="6061" y="8585"/>
                  <a:pt x="6287" y="8359"/>
                  <a:pt x="6442" y="8073"/>
                </a:cubicBezTo>
                <a:cubicBezTo>
                  <a:pt x="6597" y="7811"/>
                  <a:pt x="6680" y="7513"/>
                  <a:pt x="6680" y="7180"/>
                </a:cubicBezTo>
                <a:cubicBezTo>
                  <a:pt x="6680" y="6989"/>
                  <a:pt x="6656" y="6799"/>
                  <a:pt x="6585" y="6608"/>
                </a:cubicBezTo>
                <a:cubicBezTo>
                  <a:pt x="6061" y="5037"/>
                  <a:pt x="6728" y="3882"/>
                  <a:pt x="8347" y="3549"/>
                </a:cubicBezTo>
                <a:cubicBezTo>
                  <a:pt x="8549" y="3513"/>
                  <a:pt x="8728" y="3453"/>
                  <a:pt x="8906" y="3346"/>
                </a:cubicBezTo>
                <a:cubicBezTo>
                  <a:pt x="9061" y="3251"/>
                  <a:pt x="9228" y="3120"/>
                  <a:pt x="9347" y="2977"/>
                </a:cubicBezTo>
                <a:cubicBezTo>
                  <a:pt x="9889" y="2358"/>
                  <a:pt x="10496" y="2048"/>
                  <a:pt x="11103" y="2048"/>
                </a:cubicBezTo>
                <a:cubicBezTo>
                  <a:pt x="11710" y="2048"/>
                  <a:pt x="12318" y="2358"/>
                  <a:pt x="12859" y="2977"/>
                </a:cubicBezTo>
                <a:cubicBezTo>
                  <a:pt x="12990" y="3120"/>
                  <a:pt x="13145" y="3239"/>
                  <a:pt x="13324" y="3346"/>
                </a:cubicBezTo>
                <a:cubicBezTo>
                  <a:pt x="13586" y="3489"/>
                  <a:pt x="13883" y="3584"/>
                  <a:pt x="14217" y="3584"/>
                </a:cubicBezTo>
                <a:cubicBezTo>
                  <a:pt x="14526" y="3584"/>
                  <a:pt x="14824" y="3513"/>
                  <a:pt x="15110" y="3346"/>
                </a:cubicBezTo>
                <a:cubicBezTo>
                  <a:pt x="15372" y="3191"/>
                  <a:pt x="15598" y="2977"/>
                  <a:pt x="15764" y="2691"/>
                </a:cubicBezTo>
                <a:cubicBezTo>
                  <a:pt x="15907" y="2429"/>
                  <a:pt x="16003" y="2132"/>
                  <a:pt x="16003" y="1798"/>
                </a:cubicBezTo>
                <a:cubicBezTo>
                  <a:pt x="16003" y="1489"/>
                  <a:pt x="15931" y="1191"/>
                  <a:pt x="15764" y="905"/>
                </a:cubicBezTo>
                <a:cubicBezTo>
                  <a:pt x="15610" y="643"/>
                  <a:pt x="15383" y="417"/>
                  <a:pt x="15110" y="251"/>
                </a:cubicBezTo>
                <a:cubicBezTo>
                  <a:pt x="14836" y="108"/>
                  <a:pt x="14538" y="12"/>
                  <a:pt x="14217" y="12"/>
                </a:cubicBezTo>
                <a:cubicBezTo>
                  <a:pt x="13895" y="12"/>
                  <a:pt x="13598" y="84"/>
                  <a:pt x="13324" y="251"/>
                </a:cubicBezTo>
                <a:cubicBezTo>
                  <a:pt x="13157" y="358"/>
                  <a:pt x="12990" y="477"/>
                  <a:pt x="12859" y="620"/>
                </a:cubicBezTo>
                <a:cubicBezTo>
                  <a:pt x="12318" y="1239"/>
                  <a:pt x="11710" y="1548"/>
                  <a:pt x="11103" y="1548"/>
                </a:cubicBezTo>
                <a:cubicBezTo>
                  <a:pt x="10496" y="1548"/>
                  <a:pt x="9889" y="1239"/>
                  <a:pt x="9347" y="620"/>
                </a:cubicBezTo>
                <a:cubicBezTo>
                  <a:pt x="9216" y="477"/>
                  <a:pt x="9061" y="346"/>
                  <a:pt x="8883" y="239"/>
                </a:cubicBezTo>
                <a:cubicBezTo>
                  <a:pt x="8621" y="84"/>
                  <a:pt x="8323" y="1"/>
                  <a:pt x="799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86"/>
          <p:cNvSpPr/>
          <p:nvPr/>
        </p:nvSpPr>
        <p:spPr>
          <a:xfrm flipH="1" rot="-3600042">
            <a:off x="7368205" y="2588159"/>
            <a:ext cx="770001" cy="431408"/>
          </a:xfrm>
          <a:custGeom>
            <a:rect b="b" l="l" r="r" t="t"/>
            <a:pathLst>
              <a:path extrusionOk="0" h="8966" w="16003">
                <a:moveTo>
                  <a:pt x="7990" y="1"/>
                </a:moveTo>
                <a:cubicBezTo>
                  <a:pt x="7680" y="1"/>
                  <a:pt x="7382" y="72"/>
                  <a:pt x="7097" y="239"/>
                </a:cubicBezTo>
                <a:cubicBezTo>
                  <a:pt x="6942" y="322"/>
                  <a:pt x="6775" y="465"/>
                  <a:pt x="6656" y="608"/>
                </a:cubicBezTo>
                <a:cubicBezTo>
                  <a:pt x="6113" y="1228"/>
                  <a:pt x="5504" y="1538"/>
                  <a:pt x="4896" y="1538"/>
                </a:cubicBezTo>
                <a:cubicBezTo>
                  <a:pt x="4290" y="1538"/>
                  <a:pt x="3684" y="1231"/>
                  <a:pt x="3144" y="620"/>
                </a:cubicBezTo>
                <a:cubicBezTo>
                  <a:pt x="3013" y="477"/>
                  <a:pt x="2858" y="346"/>
                  <a:pt x="2679" y="251"/>
                </a:cubicBezTo>
                <a:cubicBezTo>
                  <a:pt x="2418" y="108"/>
                  <a:pt x="2120" y="12"/>
                  <a:pt x="1787" y="12"/>
                </a:cubicBezTo>
                <a:cubicBezTo>
                  <a:pt x="1477" y="12"/>
                  <a:pt x="1179" y="84"/>
                  <a:pt x="894" y="251"/>
                </a:cubicBezTo>
                <a:cubicBezTo>
                  <a:pt x="632" y="405"/>
                  <a:pt x="405" y="620"/>
                  <a:pt x="239" y="905"/>
                </a:cubicBezTo>
                <a:cubicBezTo>
                  <a:pt x="96" y="1167"/>
                  <a:pt x="1" y="1465"/>
                  <a:pt x="1" y="1798"/>
                </a:cubicBezTo>
                <a:cubicBezTo>
                  <a:pt x="1" y="2108"/>
                  <a:pt x="72" y="2406"/>
                  <a:pt x="239" y="2691"/>
                </a:cubicBezTo>
                <a:cubicBezTo>
                  <a:pt x="393" y="2953"/>
                  <a:pt x="608" y="3179"/>
                  <a:pt x="894" y="3346"/>
                </a:cubicBezTo>
                <a:cubicBezTo>
                  <a:pt x="1167" y="3489"/>
                  <a:pt x="1465" y="3584"/>
                  <a:pt x="1787" y="3584"/>
                </a:cubicBezTo>
                <a:cubicBezTo>
                  <a:pt x="2096" y="3584"/>
                  <a:pt x="2394" y="3513"/>
                  <a:pt x="2679" y="3346"/>
                </a:cubicBezTo>
                <a:cubicBezTo>
                  <a:pt x="2846" y="3239"/>
                  <a:pt x="3013" y="3120"/>
                  <a:pt x="3144" y="2977"/>
                </a:cubicBezTo>
                <a:cubicBezTo>
                  <a:pt x="3687" y="2363"/>
                  <a:pt x="4297" y="2048"/>
                  <a:pt x="4909" y="2048"/>
                </a:cubicBezTo>
                <a:cubicBezTo>
                  <a:pt x="5115" y="2048"/>
                  <a:pt x="5321" y="2084"/>
                  <a:pt x="5525" y="2156"/>
                </a:cubicBezTo>
                <a:cubicBezTo>
                  <a:pt x="6192" y="2394"/>
                  <a:pt x="6597" y="3060"/>
                  <a:pt x="6466" y="3775"/>
                </a:cubicBezTo>
                <a:cubicBezTo>
                  <a:pt x="6299" y="4608"/>
                  <a:pt x="5644" y="5204"/>
                  <a:pt x="4573" y="5430"/>
                </a:cubicBezTo>
                <a:cubicBezTo>
                  <a:pt x="4382" y="5465"/>
                  <a:pt x="4180" y="5537"/>
                  <a:pt x="4001" y="5632"/>
                </a:cubicBezTo>
                <a:cubicBezTo>
                  <a:pt x="3739" y="5787"/>
                  <a:pt x="3513" y="6013"/>
                  <a:pt x="3346" y="6287"/>
                </a:cubicBezTo>
                <a:cubicBezTo>
                  <a:pt x="3203" y="6561"/>
                  <a:pt x="3108" y="6858"/>
                  <a:pt x="3108" y="7180"/>
                </a:cubicBezTo>
                <a:cubicBezTo>
                  <a:pt x="3108" y="7501"/>
                  <a:pt x="3191" y="7799"/>
                  <a:pt x="3346" y="8073"/>
                </a:cubicBezTo>
                <a:cubicBezTo>
                  <a:pt x="3501" y="8347"/>
                  <a:pt x="3727" y="8573"/>
                  <a:pt x="4001" y="8728"/>
                </a:cubicBezTo>
                <a:cubicBezTo>
                  <a:pt x="4275" y="8883"/>
                  <a:pt x="4573" y="8966"/>
                  <a:pt x="4894" y="8966"/>
                </a:cubicBezTo>
                <a:cubicBezTo>
                  <a:pt x="5216" y="8966"/>
                  <a:pt x="5513" y="8894"/>
                  <a:pt x="5787" y="8728"/>
                </a:cubicBezTo>
                <a:cubicBezTo>
                  <a:pt x="6061" y="8585"/>
                  <a:pt x="6287" y="8359"/>
                  <a:pt x="6442" y="8073"/>
                </a:cubicBezTo>
                <a:cubicBezTo>
                  <a:pt x="6597" y="7811"/>
                  <a:pt x="6680" y="7513"/>
                  <a:pt x="6680" y="7180"/>
                </a:cubicBezTo>
                <a:cubicBezTo>
                  <a:pt x="6680" y="6989"/>
                  <a:pt x="6656" y="6799"/>
                  <a:pt x="6585" y="6608"/>
                </a:cubicBezTo>
                <a:cubicBezTo>
                  <a:pt x="6061" y="5037"/>
                  <a:pt x="6728" y="3882"/>
                  <a:pt x="8347" y="3549"/>
                </a:cubicBezTo>
                <a:cubicBezTo>
                  <a:pt x="8549" y="3513"/>
                  <a:pt x="8728" y="3453"/>
                  <a:pt x="8906" y="3346"/>
                </a:cubicBezTo>
                <a:cubicBezTo>
                  <a:pt x="9061" y="3251"/>
                  <a:pt x="9228" y="3120"/>
                  <a:pt x="9347" y="2977"/>
                </a:cubicBezTo>
                <a:cubicBezTo>
                  <a:pt x="9889" y="2358"/>
                  <a:pt x="10496" y="2048"/>
                  <a:pt x="11103" y="2048"/>
                </a:cubicBezTo>
                <a:cubicBezTo>
                  <a:pt x="11710" y="2048"/>
                  <a:pt x="12318" y="2358"/>
                  <a:pt x="12859" y="2977"/>
                </a:cubicBezTo>
                <a:cubicBezTo>
                  <a:pt x="12990" y="3120"/>
                  <a:pt x="13145" y="3239"/>
                  <a:pt x="13324" y="3346"/>
                </a:cubicBezTo>
                <a:cubicBezTo>
                  <a:pt x="13586" y="3489"/>
                  <a:pt x="13883" y="3584"/>
                  <a:pt x="14217" y="3584"/>
                </a:cubicBezTo>
                <a:cubicBezTo>
                  <a:pt x="14526" y="3584"/>
                  <a:pt x="14824" y="3513"/>
                  <a:pt x="15110" y="3346"/>
                </a:cubicBezTo>
                <a:cubicBezTo>
                  <a:pt x="15372" y="3191"/>
                  <a:pt x="15598" y="2977"/>
                  <a:pt x="15764" y="2691"/>
                </a:cubicBezTo>
                <a:cubicBezTo>
                  <a:pt x="15907" y="2429"/>
                  <a:pt x="16003" y="2132"/>
                  <a:pt x="16003" y="1798"/>
                </a:cubicBezTo>
                <a:cubicBezTo>
                  <a:pt x="16003" y="1489"/>
                  <a:pt x="15931" y="1191"/>
                  <a:pt x="15764" y="905"/>
                </a:cubicBezTo>
                <a:cubicBezTo>
                  <a:pt x="15610" y="643"/>
                  <a:pt x="15383" y="417"/>
                  <a:pt x="15110" y="251"/>
                </a:cubicBezTo>
                <a:cubicBezTo>
                  <a:pt x="14836" y="108"/>
                  <a:pt x="14538" y="12"/>
                  <a:pt x="14217" y="12"/>
                </a:cubicBezTo>
                <a:cubicBezTo>
                  <a:pt x="13895" y="12"/>
                  <a:pt x="13598" y="84"/>
                  <a:pt x="13324" y="251"/>
                </a:cubicBezTo>
                <a:cubicBezTo>
                  <a:pt x="13157" y="358"/>
                  <a:pt x="12990" y="477"/>
                  <a:pt x="12859" y="620"/>
                </a:cubicBezTo>
                <a:cubicBezTo>
                  <a:pt x="12318" y="1239"/>
                  <a:pt x="11710" y="1548"/>
                  <a:pt x="11103" y="1548"/>
                </a:cubicBezTo>
                <a:cubicBezTo>
                  <a:pt x="10496" y="1548"/>
                  <a:pt x="9889" y="1239"/>
                  <a:pt x="9347" y="620"/>
                </a:cubicBezTo>
                <a:cubicBezTo>
                  <a:pt x="9216" y="477"/>
                  <a:pt x="9061" y="346"/>
                  <a:pt x="8883" y="239"/>
                </a:cubicBezTo>
                <a:cubicBezTo>
                  <a:pt x="8621" y="84"/>
                  <a:pt x="8323" y="1"/>
                  <a:pt x="799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86"/>
          <p:cNvSpPr/>
          <p:nvPr/>
        </p:nvSpPr>
        <p:spPr>
          <a:xfrm rot="3599888">
            <a:off x="1002917" y="2853326"/>
            <a:ext cx="770021" cy="431420"/>
          </a:xfrm>
          <a:custGeom>
            <a:rect b="b" l="l" r="r" t="t"/>
            <a:pathLst>
              <a:path extrusionOk="0" h="8966" w="16003">
                <a:moveTo>
                  <a:pt x="7990" y="1"/>
                </a:moveTo>
                <a:cubicBezTo>
                  <a:pt x="7680" y="1"/>
                  <a:pt x="7382" y="72"/>
                  <a:pt x="7097" y="239"/>
                </a:cubicBezTo>
                <a:cubicBezTo>
                  <a:pt x="6942" y="322"/>
                  <a:pt x="6775" y="465"/>
                  <a:pt x="6656" y="608"/>
                </a:cubicBezTo>
                <a:cubicBezTo>
                  <a:pt x="6113" y="1228"/>
                  <a:pt x="5504" y="1538"/>
                  <a:pt x="4896" y="1538"/>
                </a:cubicBezTo>
                <a:cubicBezTo>
                  <a:pt x="4290" y="1538"/>
                  <a:pt x="3684" y="1231"/>
                  <a:pt x="3144" y="620"/>
                </a:cubicBezTo>
                <a:cubicBezTo>
                  <a:pt x="3013" y="477"/>
                  <a:pt x="2858" y="346"/>
                  <a:pt x="2679" y="251"/>
                </a:cubicBezTo>
                <a:cubicBezTo>
                  <a:pt x="2418" y="108"/>
                  <a:pt x="2120" y="12"/>
                  <a:pt x="1787" y="12"/>
                </a:cubicBezTo>
                <a:cubicBezTo>
                  <a:pt x="1477" y="12"/>
                  <a:pt x="1179" y="84"/>
                  <a:pt x="894" y="251"/>
                </a:cubicBezTo>
                <a:cubicBezTo>
                  <a:pt x="632" y="405"/>
                  <a:pt x="405" y="620"/>
                  <a:pt x="239" y="905"/>
                </a:cubicBezTo>
                <a:cubicBezTo>
                  <a:pt x="96" y="1167"/>
                  <a:pt x="1" y="1465"/>
                  <a:pt x="1" y="1798"/>
                </a:cubicBezTo>
                <a:cubicBezTo>
                  <a:pt x="1" y="2108"/>
                  <a:pt x="72" y="2406"/>
                  <a:pt x="239" y="2691"/>
                </a:cubicBezTo>
                <a:cubicBezTo>
                  <a:pt x="393" y="2953"/>
                  <a:pt x="608" y="3179"/>
                  <a:pt x="894" y="3346"/>
                </a:cubicBezTo>
                <a:cubicBezTo>
                  <a:pt x="1167" y="3489"/>
                  <a:pt x="1465" y="3584"/>
                  <a:pt x="1787" y="3584"/>
                </a:cubicBezTo>
                <a:cubicBezTo>
                  <a:pt x="2096" y="3584"/>
                  <a:pt x="2394" y="3513"/>
                  <a:pt x="2679" y="3346"/>
                </a:cubicBezTo>
                <a:cubicBezTo>
                  <a:pt x="2846" y="3239"/>
                  <a:pt x="3013" y="3120"/>
                  <a:pt x="3144" y="2977"/>
                </a:cubicBezTo>
                <a:cubicBezTo>
                  <a:pt x="3687" y="2363"/>
                  <a:pt x="4297" y="2048"/>
                  <a:pt x="4909" y="2048"/>
                </a:cubicBezTo>
                <a:cubicBezTo>
                  <a:pt x="5115" y="2048"/>
                  <a:pt x="5321" y="2084"/>
                  <a:pt x="5525" y="2156"/>
                </a:cubicBezTo>
                <a:cubicBezTo>
                  <a:pt x="6192" y="2394"/>
                  <a:pt x="6597" y="3060"/>
                  <a:pt x="6466" y="3775"/>
                </a:cubicBezTo>
                <a:cubicBezTo>
                  <a:pt x="6299" y="4608"/>
                  <a:pt x="5644" y="5204"/>
                  <a:pt x="4573" y="5430"/>
                </a:cubicBezTo>
                <a:cubicBezTo>
                  <a:pt x="4382" y="5465"/>
                  <a:pt x="4180" y="5537"/>
                  <a:pt x="4001" y="5632"/>
                </a:cubicBezTo>
                <a:cubicBezTo>
                  <a:pt x="3739" y="5787"/>
                  <a:pt x="3513" y="6013"/>
                  <a:pt x="3346" y="6287"/>
                </a:cubicBezTo>
                <a:cubicBezTo>
                  <a:pt x="3203" y="6561"/>
                  <a:pt x="3108" y="6858"/>
                  <a:pt x="3108" y="7180"/>
                </a:cubicBezTo>
                <a:cubicBezTo>
                  <a:pt x="3108" y="7501"/>
                  <a:pt x="3191" y="7799"/>
                  <a:pt x="3346" y="8073"/>
                </a:cubicBezTo>
                <a:cubicBezTo>
                  <a:pt x="3501" y="8347"/>
                  <a:pt x="3727" y="8573"/>
                  <a:pt x="4001" y="8728"/>
                </a:cubicBezTo>
                <a:cubicBezTo>
                  <a:pt x="4275" y="8883"/>
                  <a:pt x="4573" y="8966"/>
                  <a:pt x="4894" y="8966"/>
                </a:cubicBezTo>
                <a:cubicBezTo>
                  <a:pt x="5216" y="8966"/>
                  <a:pt x="5513" y="8894"/>
                  <a:pt x="5787" y="8728"/>
                </a:cubicBezTo>
                <a:cubicBezTo>
                  <a:pt x="6061" y="8585"/>
                  <a:pt x="6287" y="8359"/>
                  <a:pt x="6442" y="8073"/>
                </a:cubicBezTo>
                <a:cubicBezTo>
                  <a:pt x="6597" y="7811"/>
                  <a:pt x="6680" y="7513"/>
                  <a:pt x="6680" y="7180"/>
                </a:cubicBezTo>
                <a:cubicBezTo>
                  <a:pt x="6680" y="6989"/>
                  <a:pt x="6656" y="6799"/>
                  <a:pt x="6585" y="6608"/>
                </a:cubicBezTo>
                <a:cubicBezTo>
                  <a:pt x="6061" y="5037"/>
                  <a:pt x="6728" y="3882"/>
                  <a:pt x="8347" y="3549"/>
                </a:cubicBezTo>
                <a:cubicBezTo>
                  <a:pt x="8549" y="3513"/>
                  <a:pt x="8728" y="3453"/>
                  <a:pt x="8906" y="3346"/>
                </a:cubicBezTo>
                <a:cubicBezTo>
                  <a:pt x="9061" y="3251"/>
                  <a:pt x="9228" y="3120"/>
                  <a:pt x="9347" y="2977"/>
                </a:cubicBezTo>
                <a:cubicBezTo>
                  <a:pt x="9889" y="2358"/>
                  <a:pt x="10496" y="2048"/>
                  <a:pt x="11103" y="2048"/>
                </a:cubicBezTo>
                <a:cubicBezTo>
                  <a:pt x="11710" y="2048"/>
                  <a:pt x="12318" y="2358"/>
                  <a:pt x="12859" y="2977"/>
                </a:cubicBezTo>
                <a:cubicBezTo>
                  <a:pt x="12990" y="3120"/>
                  <a:pt x="13145" y="3239"/>
                  <a:pt x="13324" y="3346"/>
                </a:cubicBezTo>
                <a:cubicBezTo>
                  <a:pt x="13586" y="3489"/>
                  <a:pt x="13883" y="3584"/>
                  <a:pt x="14217" y="3584"/>
                </a:cubicBezTo>
                <a:cubicBezTo>
                  <a:pt x="14526" y="3584"/>
                  <a:pt x="14824" y="3513"/>
                  <a:pt x="15110" y="3346"/>
                </a:cubicBezTo>
                <a:cubicBezTo>
                  <a:pt x="15372" y="3191"/>
                  <a:pt x="15598" y="2977"/>
                  <a:pt x="15764" y="2691"/>
                </a:cubicBezTo>
                <a:cubicBezTo>
                  <a:pt x="15907" y="2429"/>
                  <a:pt x="16003" y="2132"/>
                  <a:pt x="16003" y="1798"/>
                </a:cubicBezTo>
                <a:cubicBezTo>
                  <a:pt x="16003" y="1489"/>
                  <a:pt x="15931" y="1191"/>
                  <a:pt x="15764" y="905"/>
                </a:cubicBezTo>
                <a:cubicBezTo>
                  <a:pt x="15610" y="643"/>
                  <a:pt x="15383" y="417"/>
                  <a:pt x="15110" y="251"/>
                </a:cubicBezTo>
                <a:cubicBezTo>
                  <a:pt x="14836" y="108"/>
                  <a:pt x="14538" y="12"/>
                  <a:pt x="14217" y="12"/>
                </a:cubicBezTo>
                <a:cubicBezTo>
                  <a:pt x="13895" y="12"/>
                  <a:pt x="13598" y="84"/>
                  <a:pt x="13324" y="251"/>
                </a:cubicBezTo>
                <a:cubicBezTo>
                  <a:pt x="13157" y="358"/>
                  <a:pt x="12990" y="477"/>
                  <a:pt x="12859" y="620"/>
                </a:cubicBezTo>
                <a:cubicBezTo>
                  <a:pt x="12318" y="1239"/>
                  <a:pt x="11710" y="1548"/>
                  <a:pt x="11103" y="1548"/>
                </a:cubicBezTo>
                <a:cubicBezTo>
                  <a:pt x="10496" y="1548"/>
                  <a:pt x="9889" y="1239"/>
                  <a:pt x="9347" y="620"/>
                </a:cubicBezTo>
                <a:cubicBezTo>
                  <a:pt x="9216" y="477"/>
                  <a:pt x="9061" y="346"/>
                  <a:pt x="8883" y="239"/>
                </a:cubicBezTo>
                <a:cubicBezTo>
                  <a:pt x="8621" y="84"/>
                  <a:pt x="8323" y="1"/>
                  <a:pt x="799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86"/>
          <p:cNvSpPr/>
          <p:nvPr/>
        </p:nvSpPr>
        <p:spPr>
          <a:xfrm rot="7200112">
            <a:off x="1903700" y="2729166"/>
            <a:ext cx="770021" cy="431420"/>
          </a:xfrm>
          <a:custGeom>
            <a:rect b="b" l="l" r="r" t="t"/>
            <a:pathLst>
              <a:path extrusionOk="0" h="8966" w="16003">
                <a:moveTo>
                  <a:pt x="7990" y="1"/>
                </a:moveTo>
                <a:cubicBezTo>
                  <a:pt x="7680" y="1"/>
                  <a:pt x="7382" y="72"/>
                  <a:pt x="7097" y="239"/>
                </a:cubicBezTo>
                <a:cubicBezTo>
                  <a:pt x="6942" y="322"/>
                  <a:pt x="6775" y="465"/>
                  <a:pt x="6656" y="608"/>
                </a:cubicBezTo>
                <a:cubicBezTo>
                  <a:pt x="6113" y="1228"/>
                  <a:pt x="5504" y="1538"/>
                  <a:pt x="4896" y="1538"/>
                </a:cubicBezTo>
                <a:cubicBezTo>
                  <a:pt x="4290" y="1538"/>
                  <a:pt x="3684" y="1231"/>
                  <a:pt x="3144" y="620"/>
                </a:cubicBezTo>
                <a:cubicBezTo>
                  <a:pt x="3013" y="477"/>
                  <a:pt x="2858" y="346"/>
                  <a:pt x="2679" y="251"/>
                </a:cubicBezTo>
                <a:cubicBezTo>
                  <a:pt x="2418" y="108"/>
                  <a:pt x="2120" y="12"/>
                  <a:pt x="1787" y="12"/>
                </a:cubicBezTo>
                <a:cubicBezTo>
                  <a:pt x="1477" y="12"/>
                  <a:pt x="1179" y="84"/>
                  <a:pt x="894" y="251"/>
                </a:cubicBezTo>
                <a:cubicBezTo>
                  <a:pt x="632" y="405"/>
                  <a:pt x="405" y="620"/>
                  <a:pt x="239" y="905"/>
                </a:cubicBezTo>
                <a:cubicBezTo>
                  <a:pt x="96" y="1167"/>
                  <a:pt x="1" y="1465"/>
                  <a:pt x="1" y="1798"/>
                </a:cubicBezTo>
                <a:cubicBezTo>
                  <a:pt x="1" y="2108"/>
                  <a:pt x="72" y="2406"/>
                  <a:pt x="239" y="2691"/>
                </a:cubicBezTo>
                <a:cubicBezTo>
                  <a:pt x="393" y="2953"/>
                  <a:pt x="608" y="3179"/>
                  <a:pt x="894" y="3346"/>
                </a:cubicBezTo>
                <a:cubicBezTo>
                  <a:pt x="1167" y="3489"/>
                  <a:pt x="1465" y="3584"/>
                  <a:pt x="1787" y="3584"/>
                </a:cubicBezTo>
                <a:cubicBezTo>
                  <a:pt x="2096" y="3584"/>
                  <a:pt x="2394" y="3513"/>
                  <a:pt x="2679" y="3346"/>
                </a:cubicBezTo>
                <a:cubicBezTo>
                  <a:pt x="2846" y="3239"/>
                  <a:pt x="3013" y="3120"/>
                  <a:pt x="3144" y="2977"/>
                </a:cubicBezTo>
                <a:cubicBezTo>
                  <a:pt x="3687" y="2363"/>
                  <a:pt x="4297" y="2048"/>
                  <a:pt x="4909" y="2048"/>
                </a:cubicBezTo>
                <a:cubicBezTo>
                  <a:pt x="5115" y="2048"/>
                  <a:pt x="5321" y="2084"/>
                  <a:pt x="5525" y="2156"/>
                </a:cubicBezTo>
                <a:cubicBezTo>
                  <a:pt x="6192" y="2394"/>
                  <a:pt x="6597" y="3060"/>
                  <a:pt x="6466" y="3775"/>
                </a:cubicBezTo>
                <a:cubicBezTo>
                  <a:pt x="6299" y="4608"/>
                  <a:pt x="5644" y="5204"/>
                  <a:pt x="4573" y="5430"/>
                </a:cubicBezTo>
                <a:cubicBezTo>
                  <a:pt x="4382" y="5465"/>
                  <a:pt x="4180" y="5537"/>
                  <a:pt x="4001" y="5632"/>
                </a:cubicBezTo>
                <a:cubicBezTo>
                  <a:pt x="3739" y="5787"/>
                  <a:pt x="3513" y="6013"/>
                  <a:pt x="3346" y="6287"/>
                </a:cubicBezTo>
                <a:cubicBezTo>
                  <a:pt x="3203" y="6561"/>
                  <a:pt x="3108" y="6858"/>
                  <a:pt x="3108" y="7180"/>
                </a:cubicBezTo>
                <a:cubicBezTo>
                  <a:pt x="3108" y="7501"/>
                  <a:pt x="3191" y="7799"/>
                  <a:pt x="3346" y="8073"/>
                </a:cubicBezTo>
                <a:cubicBezTo>
                  <a:pt x="3501" y="8347"/>
                  <a:pt x="3727" y="8573"/>
                  <a:pt x="4001" y="8728"/>
                </a:cubicBezTo>
                <a:cubicBezTo>
                  <a:pt x="4275" y="8883"/>
                  <a:pt x="4573" y="8966"/>
                  <a:pt x="4894" y="8966"/>
                </a:cubicBezTo>
                <a:cubicBezTo>
                  <a:pt x="5216" y="8966"/>
                  <a:pt x="5513" y="8894"/>
                  <a:pt x="5787" y="8728"/>
                </a:cubicBezTo>
                <a:cubicBezTo>
                  <a:pt x="6061" y="8585"/>
                  <a:pt x="6287" y="8359"/>
                  <a:pt x="6442" y="8073"/>
                </a:cubicBezTo>
                <a:cubicBezTo>
                  <a:pt x="6597" y="7811"/>
                  <a:pt x="6680" y="7513"/>
                  <a:pt x="6680" y="7180"/>
                </a:cubicBezTo>
                <a:cubicBezTo>
                  <a:pt x="6680" y="6989"/>
                  <a:pt x="6656" y="6799"/>
                  <a:pt x="6585" y="6608"/>
                </a:cubicBezTo>
                <a:cubicBezTo>
                  <a:pt x="6061" y="5037"/>
                  <a:pt x="6728" y="3882"/>
                  <a:pt x="8347" y="3549"/>
                </a:cubicBezTo>
                <a:cubicBezTo>
                  <a:pt x="8549" y="3513"/>
                  <a:pt x="8728" y="3453"/>
                  <a:pt x="8906" y="3346"/>
                </a:cubicBezTo>
                <a:cubicBezTo>
                  <a:pt x="9061" y="3251"/>
                  <a:pt x="9228" y="3120"/>
                  <a:pt x="9347" y="2977"/>
                </a:cubicBezTo>
                <a:cubicBezTo>
                  <a:pt x="9889" y="2358"/>
                  <a:pt x="10496" y="2048"/>
                  <a:pt x="11103" y="2048"/>
                </a:cubicBezTo>
                <a:cubicBezTo>
                  <a:pt x="11710" y="2048"/>
                  <a:pt x="12318" y="2358"/>
                  <a:pt x="12859" y="2977"/>
                </a:cubicBezTo>
                <a:cubicBezTo>
                  <a:pt x="12990" y="3120"/>
                  <a:pt x="13145" y="3239"/>
                  <a:pt x="13324" y="3346"/>
                </a:cubicBezTo>
                <a:cubicBezTo>
                  <a:pt x="13586" y="3489"/>
                  <a:pt x="13883" y="3584"/>
                  <a:pt x="14217" y="3584"/>
                </a:cubicBezTo>
                <a:cubicBezTo>
                  <a:pt x="14526" y="3584"/>
                  <a:pt x="14824" y="3513"/>
                  <a:pt x="15110" y="3346"/>
                </a:cubicBezTo>
                <a:cubicBezTo>
                  <a:pt x="15372" y="3191"/>
                  <a:pt x="15598" y="2977"/>
                  <a:pt x="15764" y="2691"/>
                </a:cubicBezTo>
                <a:cubicBezTo>
                  <a:pt x="15907" y="2429"/>
                  <a:pt x="16003" y="2132"/>
                  <a:pt x="16003" y="1798"/>
                </a:cubicBezTo>
                <a:cubicBezTo>
                  <a:pt x="16003" y="1489"/>
                  <a:pt x="15931" y="1191"/>
                  <a:pt x="15764" y="905"/>
                </a:cubicBezTo>
                <a:cubicBezTo>
                  <a:pt x="15610" y="643"/>
                  <a:pt x="15383" y="417"/>
                  <a:pt x="15110" y="251"/>
                </a:cubicBezTo>
                <a:cubicBezTo>
                  <a:pt x="14836" y="108"/>
                  <a:pt x="14538" y="12"/>
                  <a:pt x="14217" y="12"/>
                </a:cubicBezTo>
                <a:cubicBezTo>
                  <a:pt x="13895" y="12"/>
                  <a:pt x="13598" y="84"/>
                  <a:pt x="13324" y="251"/>
                </a:cubicBezTo>
                <a:cubicBezTo>
                  <a:pt x="13157" y="358"/>
                  <a:pt x="12990" y="477"/>
                  <a:pt x="12859" y="620"/>
                </a:cubicBezTo>
                <a:cubicBezTo>
                  <a:pt x="12318" y="1239"/>
                  <a:pt x="11710" y="1548"/>
                  <a:pt x="11103" y="1548"/>
                </a:cubicBezTo>
                <a:cubicBezTo>
                  <a:pt x="10496" y="1548"/>
                  <a:pt x="9889" y="1239"/>
                  <a:pt x="9347" y="620"/>
                </a:cubicBezTo>
                <a:cubicBezTo>
                  <a:pt x="9216" y="477"/>
                  <a:pt x="9061" y="346"/>
                  <a:pt x="8883" y="239"/>
                </a:cubicBezTo>
                <a:cubicBezTo>
                  <a:pt x="8621" y="84"/>
                  <a:pt x="8323" y="1"/>
                  <a:pt x="799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86"/>
          <p:cNvSpPr/>
          <p:nvPr/>
        </p:nvSpPr>
        <p:spPr>
          <a:xfrm rot="10800000">
            <a:off x="366295" y="2914652"/>
            <a:ext cx="770024" cy="431422"/>
          </a:xfrm>
          <a:custGeom>
            <a:rect b="b" l="l" r="r" t="t"/>
            <a:pathLst>
              <a:path extrusionOk="0" h="8966" w="16003">
                <a:moveTo>
                  <a:pt x="7990" y="1"/>
                </a:moveTo>
                <a:cubicBezTo>
                  <a:pt x="7680" y="1"/>
                  <a:pt x="7382" y="72"/>
                  <a:pt x="7097" y="239"/>
                </a:cubicBezTo>
                <a:cubicBezTo>
                  <a:pt x="6942" y="322"/>
                  <a:pt x="6775" y="465"/>
                  <a:pt x="6656" y="608"/>
                </a:cubicBezTo>
                <a:cubicBezTo>
                  <a:pt x="6113" y="1228"/>
                  <a:pt x="5504" y="1538"/>
                  <a:pt x="4896" y="1538"/>
                </a:cubicBezTo>
                <a:cubicBezTo>
                  <a:pt x="4290" y="1538"/>
                  <a:pt x="3684" y="1231"/>
                  <a:pt x="3144" y="620"/>
                </a:cubicBezTo>
                <a:cubicBezTo>
                  <a:pt x="3013" y="477"/>
                  <a:pt x="2858" y="346"/>
                  <a:pt x="2679" y="251"/>
                </a:cubicBezTo>
                <a:cubicBezTo>
                  <a:pt x="2418" y="108"/>
                  <a:pt x="2120" y="12"/>
                  <a:pt x="1787" y="12"/>
                </a:cubicBezTo>
                <a:cubicBezTo>
                  <a:pt x="1477" y="12"/>
                  <a:pt x="1179" y="84"/>
                  <a:pt x="894" y="251"/>
                </a:cubicBezTo>
                <a:cubicBezTo>
                  <a:pt x="632" y="405"/>
                  <a:pt x="405" y="620"/>
                  <a:pt x="239" y="905"/>
                </a:cubicBezTo>
                <a:cubicBezTo>
                  <a:pt x="96" y="1167"/>
                  <a:pt x="1" y="1465"/>
                  <a:pt x="1" y="1798"/>
                </a:cubicBezTo>
                <a:cubicBezTo>
                  <a:pt x="1" y="2108"/>
                  <a:pt x="72" y="2406"/>
                  <a:pt x="239" y="2691"/>
                </a:cubicBezTo>
                <a:cubicBezTo>
                  <a:pt x="393" y="2953"/>
                  <a:pt x="608" y="3179"/>
                  <a:pt x="894" y="3346"/>
                </a:cubicBezTo>
                <a:cubicBezTo>
                  <a:pt x="1167" y="3489"/>
                  <a:pt x="1465" y="3584"/>
                  <a:pt x="1787" y="3584"/>
                </a:cubicBezTo>
                <a:cubicBezTo>
                  <a:pt x="2096" y="3584"/>
                  <a:pt x="2394" y="3513"/>
                  <a:pt x="2679" y="3346"/>
                </a:cubicBezTo>
                <a:cubicBezTo>
                  <a:pt x="2846" y="3239"/>
                  <a:pt x="3013" y="3120"/>
                  <a:pt x="3144" y="2977"/>
                </a:cubicBezTo>
                <a:cubicBezTo>
                  <a:pt x="3687" y="2363"/>
                  <a:pt x="4297" y="2048"/>
                  <a:pt x="4909" y="2048"/>
                </a:cubicBezTo>
                <a:cubicBezTo>
                  <a:pt x="5115" y="2048"/>
                  <a:pt x="5321" y="2084"/>
                  <a:pt x="5525" y="2156"/>
                </a:cubicBezTo>
                <a:cubicBezTo>
                  <a:pt x="6192" y="2394"/>
                  <a:pt x="6597" y="3060"/>
                  <a:pt x="6466" y="3775"/>
                </a:cubicBezTo>
                <a:cubicBezTo>
                  <a:pt x="6299" y="4608"/>
                  <a:pt x="5644" y="5204"/>
                  <a:pt x="4573" y="5430"/>
                </a:cubicBezTo>
                <a:cubicBezTo>
                  <a:pt x="4382" y="5465"/>
                  <a:pt x="4180" y="5537"/>
                  <a:pt x="4001" y="5632"/>
                </a:cubicBezTo>
                <a:cubicBezTo>
                  <a:pt x="3739" y="5787"/>
                  <a:pt x="3513" y="6013"/>
                  <a:pt x="3346" y="6287"/>
                </a:cubicBezTo>
                <a:cubicBezTo>
                  <a:pt x="3203" y="6561"/>
                  <a:pt x="3108" y="6858"/>
                  <a:pt x="3108" y="7180"/>
                </a:cubicBezTo>
                <a:cubicBezTo>
                  <a:pt x="3108" y="7501"/>
                  <a:pt x="3191" y="7799"/>
                  <a:pt x="3346" y="8073"/>
                </a:cubicBezTo>
                <a:cubicBezTo>
                  <a:pt x="3501" y="8347"/>
                  <a:pt x="3727" y="8573"/>
                  <a:pt x="4001" y="8728"/>
                </a:cubicBezTo>
                <a:cubicBezTo>
                  <a:pt x="4275" y="8883"/>
                  <a:pt x="4573" y="8966"/>
                  <a:pt x="4894" y="8966"/>
                </a:cubicBezTo>
                <a:cubicBezTo>
                  <a:pt x="5216" y="8966"/>
                  <a:pt x="5513" y="8894"/>
                  <a:pt x="5787" y="8728"/>
                </a:cubicBezTo>
                <a:cubicBezTo>
                  <a:pt x="6061" y="8585"/>
                  <a:pt x="6287" y="8359"/>
                  <a:pt x="6442" y="8073"/>
                </a:cubicBezTo>
                <a:cubicBezTo>
                  <a:pt x="6597" y="7811"/>
                  <a:pt x="6680" y="7513"/>
                  <a:pt x="6680" y="7180"/>
                </a:cubicBezTo>
                <a:cubicBezTo>
                  <a:pt x="6680" y="6989"/>
                  <a:pt x="6656" y="6799"/>
                  <a:pt x="6585" y="6608"/>
                </a:cubicBezTo>
                <a:cubicBezTo>
                  <a:pt x="6061" y="5037"/>
                  <a:pt x="6728" y="3882"/>
                  <a:pt x="8347" y="3549"/>
                </a:cubicBezTo>
                <a:cubicBezTo>
                  <a:pt x="8549" y="3513"/>
                  <a:pt x="8728" y="3453"/>
                  <a:pt x="8906" y="3346"/>
                </a:cubicBezTo>
                <a:cubicBezTo>
                  <a:pt x="9061" y="3251"/>
                  <a:pt x="9228" y="3120"/>
                  <a:pt x="9347" y="2977"/>
                </a:cubicBezTo>
                <a:cubicBezTo>
                  <a:pt x="9889" y="2358"/>
                  <a:pt x="10496" y="2048"/>
                  <a:pt x="11103" y="2048"/>
                </a:cubicBezTo>
                <a:cubicBezTo>
                  <a:pt x="11710" y="2048"/>
                  <a:pt x="12318" y="2358"/>
                  <a:pt x="12859" y="2977"/>
                </a:cubicBezTo>
                <a:cubicBezTo>
                  <a:pt x="12990" y="3120"/>
                  <a:pt x="13145" y="3239"/>
                  <a:pt x="13324" y="3346"/>
                </a:cubicBezTo>
                <a:cubicBezTo>
                  <a:pt x="13586" y="3489"/>
                  <a:pt x="13883" y="3584"/>
                  <a:pt x="14217" y="3584"/>
                </a:cubicBezTo>
                <a:cubicBezTo>
                  <a:pt x="14526" y="3584"/>
                  <a:pt x="14824" y="3513"/>
                  <a:pt x="15110" y="3346"/>
                </a:cubicBezTo>
                <a:cubicBezTo>
                  <a:pt x="15372" y="3191"/>
                  <a:pt x="15598" y="2977"/>
                  <a:pt x="15764" y="2691"/>
                </a:cubicBezTo>
                <a:cubicBezTo>
                  <a:pt x="15907" y="2429"/>
                  <a:pt x="16003" y="2132"/>
                  <a:pt x="16003" y="1798"/>
                </a:cubicBezTo>
                <a:cubicBezTo>
                  <a:pt x="16003" y="1489"/>
                  <a:pt x="15931" y="1191"/>
                  <a:pt x="15764" y="905"/>
                </a:cubicBezTo>
                <a:cubicBezTo>
                  <a:pt x="15610" y="643"/>
                  <a:pt x="15383" y="417"/>
                  <a:pt x="15110" y="251"/>
                </a:cubicBezTo>
                <a:cubicBezTo>
                  <a:pt x="14836" y="108"/>
                  <a:pt x="14538" y="12"/>
                  <a:pt x="14217" y="12"/>
                </a:cubicBezTo>
                <a:cubicBezTo>
                  <a:pt x="13895" y="12"/>
                  <a:pt x="13598" y="84"/>
                  <a:pt x="13324" y="251"/>
                </a:cubicBezTo>
                <a:cubicBezTo>
                  <a:pt x="13157" y="358"/>
                  <a:pt x="12990" y="477"/>
                  <a:pt x="12859" y="620"/>
                </a:cubicBezTo>
                <a:cubicBezTo>
                  <a:pt x="12318" y="1239"/>
                  <a:pt x="11710" y="1548"/>
                  <a:pt x="11103" y="1548"/>
                </a:cubicBezTo>
                <a:cubicBezTo>
                  <a:pt x="10496" y="1548"/>
                  <a:pt x="9889" y="1239"/>
                  <a:pt x="9347" y="620"/>
                </a:cubicBezTo>
                <a:cubicBezTo>
                  <a:pt x="9216" y="477"/>
                  <a:pt x="9061" y="346"/>
                  <a:pt x="8883" y="239"/>
                </a:cubicBezTo>
                <a:cubicBezTo>
                  <a:pt x="8621" y="84"/>
                  <a:pt x="8323" y="1"/>
                  <a:pt x="799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86"/>
          <p:cNvSpPr/>
          <p:nvPr/>
        </p:nvSpPr>
        <p:spPr>
          <a:xfrm rot="-7200112">
            <a:off x="1532209" y="2729157"/>
            <a:ext cx="770021" cy="431420"/>
          </a:xfrm>
          <a:custGeom>
            <a:rect b="b" l="l" r="r" t="t"/>
            <a:pathLst>
              <a:path extrusionOk="0" h="8966" w="16003">
                <a:moveTo>
                  <a:pt x="7990" y="1"/>
                </a:moveTo>
                <a:cubicBezTo>
                  <a:pt x="7680" y="1"/>
                  <a:pt x="7382" y="72"/>
                  <a:pt x="7097" y="239"/>
                </a:cubicBezTo>
                <a:cubicBezTo>
                  <a:pt x="6942" y="322"/>
                  <a:pt x="6775" y="465"/>
                  <a:pt x="6656" y="608"/>
                </a:cubicBezTo>
                <a:cubicBezTo>
                  <a:pt x="6113" y="1228"/>
                  <a:pt x="5504" y="1538"/>
                  <a:pt x="4896" y="1538"/>
                </a:cubicBezTo>
                <a:cubicBezTo>
                  <a:pt x="4290" y="1538"/>
                  <a:pt x="3684" y="1231"/>
                  <a:pt x="3144" y="620"/>
                </a:cubicBezTo>
                <a:cubicBezTo>
                  <a:pt x="3013" y="477"/>
                  <a:pt x="2858" y="346"/>
                  <a:pt x="2679" y="251"/>
                </a:cubicBezTo>
                <a:cubicBezTo>
                  <a:pt x="2418" y="108"/>
                  <a:pt x="2120" y="12"/>
                  <a:pt x="1787" y="12"/>
                </a:cubicBezTo>
                <a:cubicBezTo>
                  <a:pt x="1477" y="12"/>
                  <a:pt x="1179" y="84"/>
                  <a:pt x="894" y="251"/>
                </a:cubicBezTo>
                <a:cubicBezTo>
                  <a:pt x="632" y="405"/>
                  <a:pt x="405" y="620"/>
                  <a:pt x="239" y="905"/>
                </a:cubicBezTo>
                <a:cubicBezTo>
                  <a:pt x="96" y="1167"/>
                  <a:pt x="1" y="1465"/>
                  <a:pt x="1" y="1798"/>
                </a:cubicBezTo>
                <a:cubicBezTo>
                  <a:pt x="1" y="2108"/>
                  <a:pt x="72" y="2406"/>
                  <a:pt x="239" y="2691"/>
                </a:cubicBezTo>
                <a:cubicBezTo>
                  <a:pt x="393" y="2953"/>
                  <a:pt x="608" y="3179"/>
                  <a:pt x="894" y="3346"/>
                </a:cubicBezTo>
                <a:cubicBezTo>
                  <a:pt x="1167" y="3489"/>
                  <a:pt x="1465" y="3584"/>
                  <a:pt x="1787" y="3584"/>
                </a:cubicBezTo>
                <a:cubicBezTo>
                  <a:pt x="2096" y="3584"/>
                  <a:pt x="2394" y="3513"/>
                  <a:pt x="2679" y="3346"/>
                </a:cubicBezTo>
                <a:cubicBezTo>
                  <a:pt x="2846" y="3239"/>
                  <a:pt x="3013" y="3120"/>
                  <a:pt x="3144" y="2977"/>
                </a:cubicBezTo>
                <a:cubicBezTo>
                  <a:pt x="3687" y="2363"/>
                  <a:pt x="4297" y="2048"/>
                  <a:pt x="4909" y="2048"/>
                </a:cubicBezTo>
                <a:cubicBezTo>
                  <a:pt x="5115" y="2048"/>
                  <a:pt x="5321" y="2084"/>
                  <a:pt x="5525" y="2156"/>
                </a:cubicBezTo>
                <a:cubicBezTo>
                  <a:pt x="6192" y="2394"/>
                  <a:pt x="6597" y="3060"/>
                  <a:pt x="6466" y="3775"/>
                </a:cubicBezTo>
                <a:cubicBezTo>
                  <a:pt x="6299" y="4608"/>
                  <a:pt x="5644" y="5204"/>
                  <a:pt x="4573" y="5430"/>
                </a:cubicBezTo>
                <a:cubicBezTo>
                  <a:pt x="4382" y="5465"/>
                  <a:pt x="4180" y="5537"/>
                  <a:pt x="4001" y="5632"/>
                </a:cubicBezTo>
                <a:cubicBezTo>
                  <a:pt x="3739" y="5787"/>
                  <a:pt x="3513" y="6013"/>
                  <a:pt x="3346" y="6287"/>
                </a:cubicBezTo>
                <a:cubicBezTo>
                  <a:pt x="3203" y="6561"/>
                  <a:pt x="3108" y="6858"/>
                  <a:pt x="3108" y="7180"/>
                </a:cubicBezTo>
                <a:cubicBezTo>
                  <a:pt x="3108" y="7501"/>
                  <a:pt x="3191" y="7799"/>
                  <a:pt x="3346" y="8073"/>
                </a:cubicBezTo>
                <a:cubicBezTo>
                  <a:pt x="3501" y="8347"/>
                  <a:pt x="3727" y="8573"/>
                  <a:pt x="4001" y="8728"/>
                </a:cubicBezTo>
                <a:cubicBezTo>
                  <a:pt x="4275" y="8883"/>
                  <a:pt x="4573" y="8966"/>
                  <a:pt x="4894" y="8966"/>
                </a:cubicBezTo>
                <a:cubicBezTo>
                  <a:pt x="5216" y="8966"/>
                  <a:pt x="5513" y="8894"/>
                  <a:pt x="5787" y="8728"/>
                </a:cubicBezTo>
                <a:cubicBezTo>
                  <a:pt x="6061" y="8585"/>
                  <a:pt x="6287" y="8359"/>
                  <a:pt x="6442" y="8073"/>
                </a:cubicBezTo>
                <a:cubicBezTo>
                  <a:pt x="6597" y="7811"/>
                  <a:pt x="6680" y="7513"/>
                  <a:pt x="6680" y="7180"/>
                </a:cubicBezTo>
                <a:cubicBezTo>
                  <a:pt x="6680" y="6989"/>
                  <a:pt x="6656" y="6799"/>
                  <a:pt x="6585" y="6608"/>
                </a:cubicBezTo>
                <a:cubicBezTo>
                  <a:pt x="6061" y="5037"/>
                  <a:pt x="6728" y="3882"/>
                  <a:pt x="8347" y="3549"/>
                </a:cubicBezTo>
                <a:cubicBezTo>
                  <a:pt x="8549" y="3513"/>
                  <a:pt x="8728" y="3453"/>
                  <a:pt x="8906" y="3346"/>
                </a:cubicBezTo>
                <a:cubicBezTo>
                  <a:pt x="9061" y="3251"/>
                  <a:pt x="9228" y="3120"/>
                  <a:pt x="9347" y="2977"/>
                </a:cubicBezTo>
                <a:cubicBezTo>
                  <a:pt x="9889" y="2358"/>
                  <a:pt x="10496" y="2048"/>
                  <a:pt x="11103" y="2048"/>
                </a:cubicBezTo>
                <a:cubicBezTo>
                  <a:pt x="11710" y="2048"/>
                  <a:pt x="12318" y="2358"/>
                  <a:pt x="12859" y="2977"/>
                </a:cubicBezTo>
                <a:cubicBezTo>
                  <a:pt x="12990" y="3120"/>
                  <a:pt x="13145" y="3239"/>
                  <a:pt x="13324" y="3346"/>
                </a:cubicBezTo>
                <a:cubicBezTo>
                  <a:pt x="13586" y="3489"/>
                  <a:pt x="13883" y="3584"/>
                  <a:pt x="14217" y="3584"/>
                </a:cubicBezTo>
                <a:cubicBezTo>
                  <a:pt x="14526" y="3584"/>
                  <a:pt x="14824" y="3513"/>
                  <a:pt x="15110" y="3346"/>
                </a:cubicBezTo>
                <a:cubicBezTo>
                  <a:pt x="15372" y="3191"/>
                  <a:pt x="15598" y="2977"/>
                  <a:pt x="15764" y="2691"/>
                </a:cubicBezTo>
                <a:cubicBezTo>
                  <a:pt x="15907" y="2429"/>
                  <a:pt x="16003" y="2132"/>
                  <a:pt x="16003" y="1798"/>
                </a:cubicBezTo>
                <a:cubicBezTo>
                  <a:pt x="16003" y="1489"/>
                  <a:pt x="15931" y="1191"/>
                  <a:pt x="15764" y="905"/>
                </a:cubicBezTo>
                <a:cubicBezTo>
                  <a:pt x="15610" y="643"/>
                  <a:pt x="15383" y="417"/>
                  <a:pt x="15110" y="251"/>
                </a:cubicBezTo>
                <a:cubicBezTo>
                  <a:pt x="14836" y="108"/>
                  <a:pt x="14538" y="12"/>
                  <a:pt x="14217" y="12"/>
                </a:cubicBezTo>
                <a:cubicBezTo>
                  <a:pt x="13895" y="12"/>
                  <a:pt x="13598" y="84"/>
                  <a:pt x="13324" y="251"/>
                </a:cubicBezTo>
                <a:cubicBezTo>
                  <a:pt x="13157" y="358"/>
                  <a:pt x="12990" y="477"/>
                  <a:pt x="12859" y="620"/>
                </a:cubicBezTo>
                <a:cubicBezTo>
                  <a:pt x="12318" y="1239"/>
                  <a:pt x="11710" y="1548"/>
                  <a:pt x="11103" y="1548"/>
                </a:cubicBezTo>
                <a:cubicBezTo>
                  <a:pt x="10496" y="1548"/>
                  <a:pt x="9889" y="1239"/>
                  <a:pt x="9347" y="620"/>
                </a:cubicBezTo>
                <a:cubicBezTo>
                  <a:pt x="9216" y="477"/>
                  <a:pt x="9061" y="346"/>
                  <a:pt x="8883" y="239"/>
                </a:cubicBezTo>
                <a:cubicBezTo>
                  <a:pt x="8621" y="84"/>
                  <a:pt x="8323" y="1"/>
                  <a:pt x="799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86"/>
          <p:cNvSpPr/>
          <p:nvPr/>
        </p:nvSpPr>
        <p:spPr>
          <a:xfrm rot="-3600042">
            <a:off x="3622016" y="2853339"/>
            <a:ext cx="770001" cy="431408"/>
          </a:xfrm>
          <a:custGeom>
            <a:rect b="b" l="l" r="r" t="t"/>
            <a:pathLst>
              <a:path extrusionOk="0" h="8966" w="16003">
                <a:moveTo>
                  <a:pt x="7990" y="1"/>
                </a:moveTo>
                <a:cubicBezTo>
                  <a:pt x="7680" y="1"/>
                  <a:pt x="7382" y="72"/>
                  <a:pt x="7097" y="239"/>
                </a:cubicBezTo>
                <a:cubicBezTo>
                  <a:pt x="6942" y="322"/>
                  <a:pt x="6775" y="465"/>
                  <a:pt x="6656" y="608"/>
                </a:cubicBezTo>
                <a:cubicBezTo>
                  <a:pt x="6113" y="1228"/>
                  <a:pt x="5504" y="1538"/>
                  <a:pt x="4896" y="1538"/>
                </a:cubicBezTo>
                <a:cubicBezTo>
                  <a:pt x="4290" y="1538"/>
                  <a:pt x="3684" y="1231"/>
                  <a:pt x="3144" y="620"/>
                </a:cubicBezTo>
                <a:cubicBezTo>
                  <a:pt x="3013" y="477"/>
                  <a:pt x="2858" y="346"/>
                  <a:pt x="2679" y="251"/>
                </a:cubicBezTo>
                <a:cubicBezTo>
                  <a:pt x="2418" y="108"/>
                  <a:pt x="2120" y="12"/>
                  <a:pt x="1787" y="12"/>
                </a:cubicBezTo>
                <a:cubicBezTo>
                  <a:pt x="1477" y="12"/>
                  <a:pt x="1179" y="84"/>
                  <a:pt x="894" y="251"/>
                </a:cubicBezTo>
                <a:cubicBezTo>
                  <a:pt x="632" y="405"/>
                  <a:pt x="405" y="620"/>
                  <a:pt x="239" y="905"/>
                </a:cubicBezTo>
                <a:cubicBezTo>
                  <a:pt x="96" y="1167"/>
                  <a:pt x="1" y="1465"/>
                  <a:pt x="1" y="1798"/>
                </a:cubicBezTo>
                <a:cubicBezTo>
                  <a:pt x="1" y="2108"/>
                  <a:pt x="72" y="2406"/>
                  <a:pt x="239" y="2691"/>
                </a:cubicBezTo>
                <a:cubicBezTo>
                  <a:pt x="393" y="2953"/>
                  <a:pt x="608" y="3179"/>
                  <a:pt x="894" y="3346"/>
                </a:cubicBezTo>
                <a:cubicBezTo>
                  <a:pt x="1167" y="3489"/>
                  <a:pt x="1465" y="3584"/>
                  <a:pt x="1787" y="3584"/>
                </a:cubicBezTo>
                <a:cubicBezTo>
                  <a:pt x="2096" y="3584"/>
                  <a:pt x="2394" y="3513"/>
                  <a:pt x="2679" y="3346"/>
                </a:cubicBezTo>
                <a:cubicBezTo>
                  <a:pt x="2846" y="3239"/>
                  <a:pt x="3013" y="3120"/>
                  <a:pt x="3144" y="2977"/>
                </a:cubicBezTo>
                <a:cubicBezTo>
                  <a:pt x="3687" y="2363"/>
                  <a:pt x="4297" y="2048"/>
                  <a:pt x="4909" y="2048"/>
                </a:cubicBezTo>
                <a:cubicBezTo>
                  <a:pt x="5115" y="2048"/>
                  <a:pt x="5321" y="2084"/>
                  <a:pt x="5525" y="2156"/>
                </a:cubicBezTo>
                <a:cubicBezTo>
                  <a:pt x="6192" y="2394"/>
                  <a:pt x="6597" y="3060"/>
                  <a:pt x="6466" y="3775"/>
                </a:cubicBezTo>
                <a:cubicBezTo>
                  <a:pt x="6299" y="4608"/>
                  <a:pt x="5644" y="5204"/>
                  <a:pt x="4573" y="5430"/>
                </a:cubicBezTo>
                <a:cubicBezTo>
                  <a:pt x="4382" y="5465"/>
                  <a:pt x="4180" y="5537"/>
                  <a:pt x="4001" y="5632"/>
                </a:cubicBezTo>
                <a:cubicBezTo>
                  <a:pt x="3739" y="5787"/>
                  <a:pt x="3513" y="6013"/>
                  <a:pt x="3346" y="6287"/>
                </a:cubicBezTo>
                <a:cubicBezTo>
                  <a:pt x="3203" y="6561"/>
                  <a:pt x="3108" y="6858"/>
                  <a:pt x="3108" y="7180"/>
                </a:cubicBezTo>
                <a:cubicBezTo>
                  <a:pt x="3108" y="7501"/>
                  <a:pt x="3191" y="7799"/>
                  <a:pt x="3346" y="8073"/>
                </a:cubicBezTo>
                <a:cubicBezTo>
                  <a:pt x="3501" y="8347"/>
                  <a:pt x="3727" y="8573"/>
                  <a:pt x="4001" y="8728"/>
                </a:cubicBezTo>
                <a:cubicBezTo>
                  <a:pt x="4275" y="8883"/>
                  <a:pt x="4573" y="8966"/>
                  <a:pt x="4894" y="8966"/>
                </a:cubicBezTo>
                <a:cubicBezTo>
                  <a:pt x="5216" y="8966"/>
                  <a:pt x="5513" y="8894"/>
                  <a:pt x="5787" y="8728"/>
                </a:cubicBezTo>
                <a:cubicBezTo>
                  <a:pt x="6061" y="8585"/>
                  <a:pt x="6287" y="8359"/>
                  <a:pt x="6442" y="8073"/>
                </a:cubicBezTo>
                <a:cubicBezTo>
                  <a:pt x="6597" y="7811"/>
                  <a:pt x="6680" y="7513"/>
                  <a:pt x="6680" y="7180"/>
                </a:cubicBezTo>
                <a:cubicBezTo>
                  <a:pt x="6680" y="6989"/>
                  <a:pt x="6656" y="6799"/>
                  <a:pt x="6585" y="6608"/>
                </a:cubicBezTo>
                <a:cubicBezTo>
                  <a:pt x="6061" y="5037"/>
                  <a:pt x="6728" y="3882"/>
                  <a:pt x="8347" y="3549"/>
                </a:cubicBezTo>
                <a:cubicBezTo>
                  <a:pt x="8549" y="3513"/>
                  <a:pt x="8728" y="3453"/>
                  <a:pt x="8906" y="3346"/>
                </a:cubicBezTo>
                <a:cubicBezTo>
                  <a:pt x="9061" y="3251"/>
                  <a:pt x="9228" y="3120"/>
                  <a:pt x="9347" y="2977"/>
                </a:cubicBezTo>
                <a:cubicBezTo>
                  <a:pt x="9889" y="2358"/>
                  <a:pt x="10496" y="2048"/>
                  <a:pt x="11103" y="2048"/>
                </a:cubicBezTo>
                <a:cubicBezTo>
                  <a:pt x="11710" y="2048"/>
                  <a:pt x="12318" y="2358"/>
                  <a:pt x="12859" y="2977"/>
                </a:cubicBezTo>
                <a:cubicBezTo>
                  <a:pt x="12990" y="3120"/>
                  <a:pt x="13145" y="3239"/>
                  <a:pt x="13324" y="3346"/>
                </a:cubicBezTo>
                <a:cubicBezTo>
                  <a:pt x="13586" y="3489"/>
                  <a:pt x="13883" y="3584"/>
                  <a:pt x="14217" y="3584"/>
                </a:cubicBezTo>
                <a:cubicBezTo>
                  <a:pt x="14526" y="3584"/>
                  <a:pt x="14824" y="3513"/>
                  <a:pt x="15110" y="3346"/>
                </a:cubicBezTo>
                <a:cubicBezTo>
                  <a:pt x="15372" y="3191"/>
                  <a:pt x="15598" y="2977"/>
                  <a:pt x="15764" y="2691"/>
                </a:cubicBezTo>
                <a:cubicBezTo>
                  <a:pt x="15907" y="2429"/>
                  <a:pt x="16003" y="2132"/>
                  <a:pt x="16003" y="1798"/>
                </a:cubicBezTo>
                <a:cubicBezTo>
                  <a:pt x="16003" y="1489"/>
                  <a:pt x="15931" y="1191"/>
                  <a:pt x="15764" y="905"/>
                </a:cubicBezTo>
                <a:cubicBezTo>
                  <a:pt x="15610" y="643"/>
                  <a:pt x="15383" y="417"/>
                  <a:pt x="15110" y="251"/>
                </a:cubicBezTo>
                <a:cubicBezTo>
                  <a:pt x="14836" y="108"/>
                  <a:pt x="14538" y="12"/>
                  <a:pt x="14217" y="12"/>
                </a:cubicBezTo>
                <a:cubicBezTo>
                  <a:pt x="13895" y="12"/>
                  <a:pt x="13598" y="84"/>
                  <a:pt x="13324" y="251"/>
                </a:cubicBezTo>
                <a:cubicBezTo>
                  <a:pt x="13157" y="358"/>
                  <a:pt x="12990" y="477"/>
                  <a:pt x="12859" y="620"/>
                </a:cubicBezTo>
                <a:cubicBezTo>
                  <a:pt x="12318" y="1239"/>
                  <a:pt x="11710" y="1548"/>
                  <a:pt x="11103" y="1548"/>
                </a:cubicBezTo>
                <a:cubicBezTo>
                  <a:pt x="10496" y="1548"/>
                  <a:pt x="9889" y="1239"/>
                  <a:pt x="9347" y="620"/>
                </a:cubicBezTo>
                <a:cubicBezTo>
                  <a:pt x="9216" y="477"/>
                  <a:pt x="9061" y="346"/>
                  <a:pt x="8883" y="239"/>
                </a:cubicBezTo>
                <a:cubicBezTo>
                  <a:pt x="8621" y="84"/>
                  <a:pt x="8323" y="1"/>
                  <a:pt x="799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86"/>
          <p:cNvSpPr/>
          <p:nvPr/>
        </p:nvSpPr>
        <p:spPr>
          <a:xfrm rot="3599888">
            <a:off x="5270128" y="2992681"/>
            <a:ext cx="621627" cy="691542"/>
          </a:xfrm>
          <a:custGeom>
            <a:rect b="b" l="l" r="r" t="t"/>
            <a:pathLst>
              <a:path extrusionOk="0" h="14372" w="12919">
                <a:moveTo>
                  <a:pt x="8025" y="1"/>
                </a:moveTo>
                <a:cubicBezTo>
                  <a:pt x="7704" y="1"/>
                  <a:pt x="7406" y="84"/>
                  <a:pt x="7132" y="239"/>
                </a:cubicBezTo>
                <a:cubicBezTo>
                  <a:pt x="6966" y="334"/>
                  <a:pt x="6811" y="465"/>
                  <a:pt x="6680" y="620"/>
                </a:cubicBezTo>
                <a:cubicBezTo>
                  <a:pt x="6137" y="1234"/>
                  <a:pt x="5528" y="1541"/>
                  <a:pt x="4918" y="1541"/>
                </a:cubicBezTo>
                <a:cubicBezTo>
                  <a:pt x="4310" y="1541"/>
                  <a:pt x="3702" y="1237"/>
                  <a:pt x="3156" y="632"/>
                </a:cubicBezTo>
                <a:cubicBezTo>
                  <a:pt x="3025" y="477"/>
                  <a:pt x="2870" y="358"/>
                  <a:pt x="2691" y="263"/>
                </a:cubicBezTo>
                <a:cubicBezTo>
                  <a:pt x="2429" y="108"/>
                  <a:pt x="2132" y="24"/>
                  <a:pt x="1798" y="24"/>
                </a:cubicBezTo>
                <a:cubicBezTo>
                  <a:pt x="1489" y="24"/>
                  <a:pt x="1191" y="96"/>
                  <a:pt x="905" y="263"/>
                </a:cubicBezTo>
                <a:cubicBezTo>
                  <a:pt x="643" y="405"/>
                  <a:pt x="417" y="632"/>
                  <a:pt x="250" y="917"/>
                </a:cubicBezTo>
                <a:cubicBezTo>
                  <a:pt x="108" y="1179"/>
                  <a:pt x="12" y="1477"/>
                  <a:pt x="12" y="1810"/>
                </a:cubicBezTo>
                <a:cubicBezTo>
                  <a:pt x="12" y="2120"/>
                  <a:pt x="84" y="2418"/>
                  <a:pt x="250" y="2703"/>
                </a:cubicBezTo>
                <a:cubicBezTo>
                  <a:pt x="405" y="2965"/>
                  <a:pt x="619" y="3191"/>
                  <a:pt x="905" y="3358"/>
                </a:cubicBezTo>
                <a:cubicBezTo>
                  <a:pt x="1179" y="3501"/>
                  <a:pt x="1477" y="3596"/>
                  <a:pt x="1798" y="3596"/>
                </a:cubicBezTo>
                <a:cubicBezTo>
                  <a:pt x="2108" y="3596"/>
                  <a:pt x="2405" y="3513"/>
                  <a:pt x="2691" y="3358"/>
                </a:cubicBezTo>
                <a:cubicBezTo>
                  <a:pt x="2858" y="3251"/>
                  <a:pt x="3025" y="3132"/>
                  <a:pt x="3156" y="2977"/>
                </a:cubicBezTo>
                <a:cubicBezTo>
                  <a:pt x="3697" y="2364"/>
                  <a:pt x="4304" y="2057"/>
                  <a:pt x="4912" y="2057"/>
                </a:cubicBezTo>
                <a:cubicBezTo>
                  <a:pt x="5519" y="2057"/>
                  <a:pt x="6126" y="2364"/>
                  <a:pt x="6668" y="2977"/>
                </a:cubicBezTo>
                <a:cubicBezTo>
                  <a:pt x="6799" y="3132"/>
                  <a:pt x="6954" y="3263"/>
                  <a:pt x="7132" y="3370"/>
                </a:cubicBezTo>
                <a:cubicBezTo>
                  <a:pt x="7287" y="3477"/>
                  <a:pt x="7489" y="3537"/>
                  <a:pt x="7680" y="3572"/>
                </a:cubicBezTo>
                <a:cubicBezTo>
                  <a:pt x="9287" y="3906"/>
                  <a:pt x="9954" y="5061"/>
                  <a:pt x="9430" y="6609"/>
                </a:cubicBezTo>
                <a:cubicBezTo>
                  <a:pt x="9371" y="6787"/>
                  <a:pt x="9335" y="7001"/>
                  <a:pt x="9335" y="7204"/>
                </a:cubicBezTo>
                <a:cubicBezTo>
                  <a:pt x="9335" y="7406"/>
                  <a:pt x="9359" y="7597"/>
                  <a:pt x="9430" y="7787"/>
                </a:cubicBezTo>
                <a:cubicBezTo>
                  <a:pt x="9954" y="9347"/>
                  <a:pt x="9287" y="10502"/>
                  <a:pt x="7680" y="10835"/>
                </a:cubicBezTo>
                <a:cubicBezTo>
                  <a:pt x="7489" y="10871"/>
                  <a:pt x="7287" y="10942"/>
                  <a:pt x="7108" y="11050"/>
                </a:cubicBezTo>
                <a:cubicBezTo>
                  <a:pt x="6954" y="11157"/>
                  <a:pt x="6787" y="11276"/>
                  <a:pt x="6656" y="11419"/>
                </a:cubicBezTo>
                <a:cubicBezTo>
                  <a:pt x="6108" y="12038"/>
                  <a:pt x="5501" y="12347"/>
                  <a:pt x="4895" y="12347"/>
                </a:cubicBezTo>
                <a:cubicBezTo>
                  <a:pt x="4290" y="12347"/>
                  <a:pt x="3685" y="12038"/>
                  <a:pt x="3144" y="11419"/>
                </a:cubicBezTo>
                <a:cubicBezTo>
                  <a:pt x="3001" y="11276"/>
                  <a:pt x="2858" y="11133"/>
                  <a:pt x="2679" y="11038"/>
                </a:cubicBezTo>
                <a:cubicBezTo>
                  <a:pt x="2405" y="10883"/>
                  <a:pt x="2108" y="10800"/>
                  <a:pt x="1786" y="10800"/>
                </a:cubicBezTo>
                <a:cubicBezTo>
                  <a:pt x="1477" y="10800"/>
                  <a:pt x="1179" y="10871"/>
                  <a:pt x="893" y="11038"/>
                </a:cubicBezTo>
                <a:cubicBezTo>
                  <a:pt x="619" y="11181"/>
                  <a:pt x="405" y="11407"/>
                  <a:pt x="238" y="11693"/>
                </a:cubicBezTo>
                <a:cubicBezTo>
                  <a:pt x="84" y="11954"/>
                  <a:pt x="0" y="12252"/>
                  <a:pt x="0" y="12585"/>
                </a:cubicBezTo>
                <a:cubicBezTo>
                  <a:pt x="0" y="12895"/>
                  <a:pt x="72" y="13193"/>
                  <a:pt x="238" y="13478"/>
                </a:cubicBezTo>
                <a:cubicBezTo>
                  <a:pt x="381" y="13740"/>
                  <a:pt x="608" y="13967"/>
                  <a:pt x="893" y="14133"/>
                </a:cubicBezTo>
                <a:cubicBezTo>
                  <a:pt x="1155" y="14276"/>
                  <a:pt x="1453" y="14371"/>
                  <a:pt x="1786" y="14371"/>
                </a:cubicBezTo>
                <a:cubicBezTo>
                  <a:pt x="2096" y="14371"/>
                  <a:pt x="2394" y="14288"/>
                  <a:pt x="2679" y="14133"/>
                </a:cubicBezTo>
                <a:cubicBezTo>
                  <a:pt x="2846" y="14038"/>
                  <a:pt x="3001" y="13907"/>
                  <a:pt x="3120" y="13752"/>
                </a:cubicBezTo>
                <a:cubicBezTo>
                  <a:pt x="3667" y="13139"/>
                  <a:pt x="4275" y="12833"/>
                  <a:pt x="4880" y="12833"/>
                </a:cubicBezTo>
                <a:cubicBezTo>
                  <a:pt x="5486" y="12833"/>
                  <a:pt x="6090" y="13139"/>
                  <a:pt x="6632" y="13752"/>
                </a:cubicBezTo>
                <a:cubicBezTo>
                  <a:pt x="6775" y="13907"/>
                  <a:pt x="6918" y="14038"/>
                  <a:pt x="7096" y="14133"/>
                </a:cubicBezTo>
                <a:cubicBezTo>
                  <a:pt x="7370" y="14276"/>
                  <a:pt x="7668" y="14371"/>
                  <a:pt x="7989" y="14371"/>
                </a:cubicBezTo>
                <a:cubicBezTo>
                  <a:pt x="8299" y="14371"/>
                  <a:pt x="8597" y="14288"/>
                  <a:pt x="8882" y="14133"/>
                </a:cubicBezTo>
                <a:cubicBezTo>
                  <a:pt x="9156" y="13979"/>
                  <a:pt x="9371" y="13752"/>
                  <a:pt x="9537" y="13478"/>
                </a:cubicBezTo>
                <a:cubicBezTo>
                  <a:pt x="9692" y="13205"/>
                  <a:pt x="9775" y="12907"/>
                  <a:pt x="9775" y="12585"/>
                </a:cubicBezTo>
                <a:cubicBezTo>
                  <a:pt x="9775" y="12383"/>
                  <a:pt x="9752" y="12193"/>
                  <a:pt x="9692" y="12002"/>
                </a:cubicBezTo>
                <a:cubicBezTo>
                  <a:pt x="9168" y="10442"/>
                  <a:pt x="9835" y="9276"/>
                  <a:pt x="11442" y="8954"/>
                </a:cubicBezTo>
                <a:cubicBezTo>
                  <a:pt x="11633" y="8918"/>
                  <a:pt x="11811" y="8847"/>
                  <a:pt x="11990" y="8740"/>
                </a:cubicBezTo>
                <a:cubicBezTo>
                  <a:pt x="12264" y="8597"/>
                  <a:pt x="12490" y="8371"/>
                  <a:pt x="12645" y="8085"/>
                </a:cubicBezTo>
                <a:cubicBezTo>
                  <a:pt x="12800" y="7823"/>
                  <a:pt x="12883" y="7525"/>
                  <a:pt x="12883" y="7192"/>
                </a:cubicBezTo>
                <a:cubicBezTo>
                  <a:pt x="12919" y="6882"/>
                  <a:pt x="12847" y="6573"/>
                  <a:pt x="12681" y="6287"/>
                </a:cubicBezTo>
                <a:cubicBezTo>
                  <a:pt x="12526" y="6013"/>
                  <a:pt x="12311" y="5799"/>
                  <a:pt x="12026" y="5632"/>
                </a:cubicBezTo>
                <a:cubicBezTo>
                  <a:pt x="11859" y="5537"/>
                  <a:pt x="11668" y="5466"/>
                  <a:pt x="11478" y="5418"/>
                </a:cubicBezTo>
                <a:cubicBezTo>
                  <a:pt x="9871" y="5096"/>
                  <a:pt x="9180" y="3930"/>
                  <a:pt x="9704" y="2370"/>
                </a:cubicBezTo>
                <a:cubicBezTo>
                  <a:pt x="9763" y="2191"/>
                  <a:pt x="9811" y="1989"/>
                  <a:pt x="9811" y="1787"/>
                </a:cubicBezTo>
                <a:cubicBezTo>
                  <a:pt x="9811" y="1477"/>
                  <a:pt x="9728" y="1179"/>
                  <a:pt x="9573" y="894"/>
                </a:cubicBezTo>
                <a:cubicBezTo>
                  <a:pt x="9418" y="632"/>
                  <a:pt x="9192" y="405"/>
                  <a:pt x="8918" y="239"/>
                </a:cubicBezTo>
                <a:cubicBezTo>
                  <a:pt x="8644" y="96"/>
                  <a:pt x="8347" y="1"/>
                  <a:pt x="802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86"/>
          <p:cNvSpPr/>
          <p:nvPr/>
        </p:nvSpPr>
        <p:spPr>
          <a:xfrm rot="7200112">
            <a:off x="1312237" y="3509903"/>
            <a:ext cx="621627" cy="691542"/>
          </a:xfrm>
          <a:custGeom>
            <a:rect b="b" l="l" r="r" t="t"/>
            <a:pathLst>
              <a:path extrusionOk="0" h="14372" w="12919">
                <a:moveTo>
                  <a:pt x="8025" y="1"/>
                </a:moveTo>
                <a:cubicBezTo>
                  <a:pt x="7704" y="1"/>
                  <a:pt x="7406" y="84"/>
                  <a:pt x="7132" y="239"/>
                </a:cubicBezTo>
                <a:cubicBezTo>
                  <a:pt x="6966" y="334"/>
                  <a:pt x="6811" y="465"/>
                  <a:pt x="6680" y="620"/>
                </a:cubicBezTo>
                <a:cubicBezTo>
                  <a:pt x="6137" y="1234"/>
                  <a:pt x="5528" y="1541"/>
                  <a:pt x="4918" y="1541"/>
                </a:cubicBezTo>
                <a:cubicBezTo>
                  <a:pt x="4310" y="1541"/>
                  <a:pt x="3702" y="1237"/>
                  <a:pt x="3156" y="632"/>
                </a:cubicBezTo>
                <a:cubicBezTo>
                  <a:pt x="3025" y="477"/>
                  <a:pt x="2870" y="358"/>
                  <a:pt x="2691" y="263"/>
                </a:cubicBezTo>
                <a:cubicBezTo>
                  <a:pt x="2429" y="108"/>
                  <a:pt x="2132" y="24"/>
                  <a:pt x="1798" y="24"/>
                </a:cubicBezTo>
                <a:cubicBezTo>
                  <a:pt x="1489" y="24"/>
                  <a:pt x="1191" y="96"/>
                  <a:pt x="905" y="263"/>
                </a:cubicBezTo>
                <a:cubicBezTo>
                  <a:pt x="643" y="405"/>
                  <a:pt x="417" y="632"/>
                  <a:pt x="250" y="917"/>
                </a:cubicBezTo>
                <a:cubicBezTo>
                  <a:pt x="108" y="1179"/>
                  <a:pt x="12" y="1477"/>
                  <a:pt x="12" y="1810"/>
                </a:cubicBezTo>
                <a:cubicBezTo>
                  <a:pt x="12" y="2120"/>
                  <a:pt x="84" y="2418"/>
                  <a:pt x="250" y="2703"/>
                </a:cubicBezTo>
                <a:cubicBezTo>
                  <a:pt x="405" y="2965"/>
                  <a:pt x="619" y="3191"/>
                  <a:pt x="905" y="3358"/>
                </a:cubicBezTo>
                <a:cubicBezTo>
                  <a:pt x="1179" y="3501"/>
                  <a:pt x="1477" y="3596"/>
                  <a:pt x="1798" y="3596"/>
                </a:cubicBezTo>
                <a:cubicBezTo>
                  <a:pt x="2108" y="3596"/>
                  <a:pt x="2405" y="3513"/>
                  <a:pt x="2691" y="3358"/>
                </a:cubicBezTo>
                <a:cubicBezTo>
                  <a:pt x="2858" y="3251"/>
                  <a:pt x="3025" y="3132"/>
                  <a:pt x="3156" y="2977"/>
                </a:cubicBezTo>
                <a:cubicBezTo>
                  <a:pt x="3697" y="2364"/>
                  <a:pt x="4304" y="2057"/>
                  <a:pt x="4912" y="2057"/>
                </a:cubicBezTo>
                <a:cubicBezTo>
                  <a:pt x="5519" y="2057"/>
                  <a:pt x="6126" y="2364"/>
                  <a:pt x="6668" y="2977"/>
                </a:cubicBezTo>
                <a:cubicBezTo>
                  <a:pt x="6799" y="3132"/>
                  <a:pt x="6954" y="3263"/>
                  <a:pt x="7132" y="3370"/>
                </a:cubicBezTo>
                <a:cubicBezTo>
                  <a:pt x="7287" y="3477"/>
                  <a:pt x="7489" y="3537"/>
                  <a:pt x="7680" y="3572"/>
                </a:cubicBezTo>
                <a:cubicBezTo>
                  <a:pt x="9287" y="3906"/>
                  <a:pt x="9954" y="5061"/>
                  <a:pt x="9430" y="6609"/>
                </a:cubicBezTo>
                <a:cubicBezTo>
                  <a:pt x="9371" y="6787"/>
                  <a:pt x="9335" y="7001"/>
                  <a:pt x="9335" y="7204"/>
                </a:cubicBezTo>
                <a:cubicBezTo>
                  <a:pt x="9335" y="7406"/>
                  <a:pt x="9359" y="7597"/>
                  <a:pt x="9430" y="7787"/>
                </a:cubicBezTo>
                <a:cubicBezTo>
                  <a:pt x="9954" y="9347"/>
                  <a:pt x="9287" y="10502"/>
                  <a:pt x="7680" y="10835"/>
                </a:cubicBezTo>
                <a:cubicBezTo>
                  <a:pt x="7489" y="10871"/>
                  <a:pt x="7287" y="10942"/>
                  <a:pt x="7108" y="11050"/>
                </a:cubicBezTo>
                <a:cubicBezTo>
                  <a:pt x="6954" y="11157"/>
                  <a:pt x="6787" y="11276"/>
                  <a:pt x="6656" y="11419"/>
                </a:cubicBezTo>
                <a:cubicBezTo>
                  <a:pt x="6108" y="12038"/>
                  <a:pt x="5501" y="12347"/>
                  <a:pt x="4895" y="12347"/>
                </a:cubicBezTo>
                <a:cubicBezTo>
                  <a:pt x="4290" y="12347"/>
                  <a:pt x="3685" y="12038"/>
                  <a:pt x="3144" y="11419"/>
                </a:cubicBezTo>
                <a:cubicBezTo>
                  <a:pt x="3001" y="11276"/>
                  <a:pt x="2858" y="11133"/>
                  <a:pt x="2679" y="11038"/>
                </a:cubicBezTo>
                <a:cubicBezTo>
                  <a:pt x="2405" y="10883"/>
                  <a:pt x="2108" y="10800"/>
                  <a:pt x="1786" y="10800"/>
                </a:cubicBezTo>
                <a:cubicBezTo>
                  <a:pt x="1477" y="10800"/>
                  <a:pt x="1179" y="10871"/>
                  <a:pt x="893" y="11038"/>
                </a:cubicBezTo>
                <a:cubicBezTo>
                  <a:pt x="619" y="11181"/>
                  <a:pt x="405" y="11407"/>
                  <a:pt x="238" y="11693"/>
                </a:cubicBezTo>
                <a:cubicBezTo>
                  <a:pt x="84" y="11954"/>
                  <a:pt x="0" y="12252"/>
                  <a:pt x="0" y="12585"/>
                </a:cubicBezTo>
                <a:cubicBezTo>
                  <a:pt x="0" y="12895"/>
                  <a:pt x="72" y="13193"/>
                  <a:pt x="238" y="13478"/>
                </a:cubicBezTo>
                <a:cubicBezTo>
                  <a:pt x="381" y="13740"/>
                  <a:pt x="608" y="13967"/>
                  <a:pt x="893" y="14133"/>
                </a:cubicBezTo>
                <a:cubicBezTo>
                  <a:pt x="1155" y="14276"/>
                  <a:pt x="1453" y="14371"/>
                  <a:pt x="1786" y="14371"/>
                </a:cubicBezTo>
                <a:cubicBezTo>
                  <a:pt x="2096" y="14371"/>
                  <a:pt x="2394" y="14288"/>
                  <a:pt x="2679" y="14133"/>
                </a:cubicBezTo>
                <a:cubicBezTo>
                  <a:pt x="2846" y="14038"/>
                  <a:pt x="3001" y="13907"/>
                  <a:pt x="3120" y="13752"/>
                </a:cubicBezTo>
                <a:cubicBezTo>
                  <a:pt x="3667" y="13139"/>
                  <a:pt x="4275" y="12833"/>
                  <a:pt x="4880" y="12833"/>
                </a:cubicBezTo>
                <a:cubicBezTo>
                  <a:pt x="5486" y="12833"/>
                  <a:pt x="6090" y="13139"/>
                  <a:pt x="6632" y="13752"/>
                </a:cubicBezTo>
                <a:cubicBezTo>
                  <a:pt x="6775" y="13907"/>
                  <a:pt x="6918" y="14038"/>
                  <a:pt x="7096" y="14133"/>
                </a:cubicBezTo>
                <a:cubicBezTo>
                  <a:pt x="7370" y="14276"/>
                  <a:pt x="7668" y="14371"/>
                  <a:pt x="7989" y="14371"/>
                </a:cubicBezTo>
                <a:cubicBezTo>
                  <a:pt x="8299" y="14371"/>
                  <a:pt x="8597" y="14288"/>
                  <a:pt x="8882" y="14133"/>
                </a:cubicBezTo>
                <a:cubicBezTo>
                  <a:pt x="9156" y="13979"/>
                  <a:pt x="9371" y="13752"/>
                  <a:pt x="9537" y="13478"/>
                </a:cubicBezTo>
                <a:cubicBezTo>
                  <a:pt x="9692" y="13205"/>
                  <a:pt x="9775" y="12907"/>
                  <a:pt x="9775" y="12585"/>
                </a:cubicBezTo>
                <a:cubicBezTo>
                  <a:pt x="9775" y="12383"/>
                  <a:pt x="9752" y="12193"/>
                  <a:pt x="9692" y="12002"/>
                </a:cubicBezTo>
                <a:cubicBezTo>
                  <a:pt x="9168" y="10442"/>
                  <a:pt x="9835" y="9276"/>
                  <a:pt x="11442" y="8954"/>
                </a:cubicBezTo>
                <a:cubicBezTo>
                  <a:pt x="11633" y="8918"/>
                  <a:pt x="11811" y="8847"/>
                  <a:pt x="11990" y="8740"/>
                </a:cubicBezTo>
                <a:cubicBezTo>
                  <a:pt x="12264" y="8597"/>
                  <a:pt x="12490" y="8371"/>
                  <a:pt x="12645" y="8085"/>
                </a:cubicBezTo>
                <a:cubicBezTo>
                  <a:pt x="12800" y="7823"/>
                  <a:pt x="12883" y="7525"/>
                  <a:pt x="12883" y="7192"/>
                </a:cubicBezTo>
                <a:cubicBezTo>
                  <a:pt x="12919" y="6882"/>
                  <a:pt x="12847" y="6573"/>
                  <a:pt x="12681" y="6287"/>
                </a:cubicBezTo>
                <a:cubicBezTo>
                  <a:pt x="12526" y="6013"/>
                  <a:pt x="12311" y="5799"/>
                  <a:pt x="12026" y="5632"/>
                </a:cubicBezTo>
                <a:cubicBezTo>
                  <a:pt x="11859" y="5537"/>
                  <a:pt x="11668" y="5466"/>
                  <a:pt x="11478" y="5418"/>
                </a:cubicBezTo>
                <a:cubicBezTo>
                  <a:pt x="9871" y="5096"/>
                  <a:pt x="9180" y="3930"/>
                  <a:pt x="9704" y="2370"/>
                </a:cubicBezTo>
                <a:cubicBezTo>
                  <a:pt x="9763" y="2191"/>
                  <a:pt x="9811" y="1989"/>
                  <a:pt x="9811" y="1787"/>
                </a:cubicBezTo>
                <a:cubicBezTo>
                  <a:pt x="9811" y="1477"/>
                  <a:pt x="9728" y="1179"/>
                  <a:pt x="9573" y="894"/>
                </a:cubicBezTo>
                <a:cubicBezTo>
                  <a:pt x="9418" y="632"/>
                  <a:pt x="9192" y="405"/>
                  <a:pt x="8918" y="239"/>
                </a:cubicBezTo>
                <a:cubicBezTo>
                  <a:pt x="8644" y="96"/>
                  <a:pt x="8347" y="1"/>
                  <a:pt x="802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86"/>
          <p:cNvSpPr/>
          <p:nvPr/>
        </p:nvSpPr>
        <p:spPr>
          <a:xfrm rot="10800000">
            <a:off x="2319083" y="3185283"/>
            <a:ext cx="621630" cy="691545"/>
          </a:xfrm>
          <a:custGeom>
            <a:rect b="b" l="l" r="r" t="t"/>
            <a:pathLst>
              <a:path extrusionOk="0" h="14372" w="12919">
                <a:moveTo>
                  <a:pt x="8025" y="1"/>
                </a:moveTo>
                <a:cubicBezTo>
                  <a:pt x="7704" y="1"/>
                  <a:pt x="7406" y="84"/>
                  <a:pt x="7132" y="239"/>
                </a:cubicBezTo>
                <a:cubicBezTo>
                  <a:pt x="6966" y="334"/>
                  <a:pt x="6811" y="465"/>
                  <a:pt x="6680" y="620"/>
                </a:cubicBezTo>
                <a:cubicBezTo>
                  <a:pt x="6137" y="1234"/>
                  <a:pt x="5528" y="1541"/>
                  <a:pt x="4918" y="1541"/>
                </a:cubicBezTo>
                <a:cubicBezTo>
                  <a:pt x="4310" y="1541"/>
                  <a:pt x="3702" y="1237"/>
                  <a:pt x="3156" y="632"/>
                </a:cubicBezTo>
                <a:cubicBezTo>
                  <a:pt x="3025" y="477"/>
                  <a:pt x="2870" y="358"/>
                  <a:pt x="2691" y="263"/>
                </a:cubicBezTo>
                <a:cubicBezTo>
                  <a:pt x="2429" y="108"/>
                  <a:pt x="2132" y="24"/>
                  <a:pt x="1798" y="24"/>
                </a:cubicBezTo>
                <a:cubicBezTo>
                  <a:pt x="1489" y="24"/>
                  <a:pt x="1191" y="96"/>
                  <a:pt x="905" y="263"/>
                </a:cubicBezTo>
                <a:cubicBezTo>
                  <a:pt x="643" y="405"/>
                  <a:pt x="417" y="632"/>
                  <a:pt x="250" y="917"/>
                </a:cubicBezTo>
                <a:cubicBezTo>
                  <a:pt x="108" y="1179"/>
                  <a:pt x="12" y="1477"/>
                  <a:pt x="12" y="1810"/>
                </a:cubicBezTo>
                <a:cubicBezTo>
                  <a:pt x="12" y="2120"/>
                  <a:pt x="84" y="2418"/>
                  <a:pt x="250" y="2703"/>
                </a:cubicBezTo>
                <a:cubicBezTo>
                  <a:pt x="405" y="2965"/>
                  <a:pt x="619" y="3191"/>
                  <a:pt x="905" y="3358"/>
                </a:cubicBezTo>
                <a:cubicBezTo>
                  <a:pt x="1179" y="3501"/>
                  <a:pt x="1477" y="3596"/>
                  <a:pt x="1798" y="3596"/>
                </a:cubicBezTo>
                <a:cubicBezTo>
                  <a:pt x="2108" y="3596"/>
                  <a:pt x="2405" y="3513"/>
                  <a:pt x="2691" y="3358"/>
                </a:cubicBezTo>
                <a:cubicBezTo>
                  <a:pt x="2858" y="3251"/>
                  <a:pt x="3025" y="3132"/>
                  <a:pt x="3156" y="2977"/>
                </a:cubicBezTo>
                <a:cubicBezTo>
                  <a:pt x="3697" y="2364"/>
                  <a:pt x="4304" y="2057"/>
                  <a:pt x="4912" y="2057"/>
                </a:cubicBezTo>
                <a:cubicBezTo>
                  <a:pt x="5519" y="2057"/>
                  <a:pt x="6126" y="2364"/>
                  <a:pt x="6668" y="2977"/>
                </a:cubicBezTo>
                <a:cubicBezTo>
                  <a:pt x="6799" y="3132"/>
                  <a:pt x="6954" y="3263"/>
                  <a:pt x="7132" y="3370"/>
                </a:cubicBezTo>
                <a:cubicBezTo>
                  <a:pt x="7287" y="3477"/>
                  <a:pt x="7489" y="3537"/>
                  <a:pt x="7680" y="3572"/>
                </a:cubicBezTo>
                <a:cubicBezTo>
                  <a:pt x="9287" y="3906"/>
                  <a:pt x="9954" y="5061"/>
                  <a:pt x="9430" y="6609"/>
                </a:cubicBezTo>
                <a:cubicBezTo>
                  <a:pt x="9371" y="6787"/>
                  <a:pt x="9335" y="7001"/>
                  <a:pt x="9335" y="7204"/>
                </a:cubicBezTo>
                <a:cubicBezTo>
                  <a:pt x="9335" y="7406"/>
                  <a:pt x="9359" y="7597"/>
                  <a:pt x="9430" y="7787"/>
                </a:cubicBezTo>
                <a:cubicBezTo>
                  <a:pt x="9954" y="9347"/>
                  <a:pt x="9287" y="10502"/>
                  <a:pt x="7680" y="10835"/>
                </a:cubicBezTo>
                <a:cubicBezTo>
                  <a:pt x="7489" y="10871"/>
                  <a:pt x="7287" y="10942"/>
                  <a:pt x="7108" y="11050"/>
                </a:cubicBezTo>
                <a:cubicBezTo>
                  <a:pt x="6954" y="11157"/>
                  <a:pt x="6787" y="11276"/>
                  <a:pt x="6656" y="11419"/>
                </a:cubicBezTo>
                <a:cubicBezTo>
                  <a:pt x="6108" y="12038"/>
                  <a:pt x="5501" y="12347"/>
                  <a:pt x="4895" y="12347"/>
                </a:cubicBezTo>
                <a:cubicBezTo>
                  <a:pt x="4290" y="12347"/>
                  <a:pt x="3685" y="12038"/>
                  <a:pt x="3144" y="11419"/>
                </a:cubicBezTo>
                <a:cubicBezTo>
                  <a:pt x="3001" y="11276"/>
                  <a:pt x="2858" y="11133"/>
                  <a:pt x="2679" y="11038"/>
                </a:cubicBezTo>
                <a:cubicBezTo>
                  <a:pt x="2405" y="10883"/>
                  <a:pt x="2108" y="10800"/>
                  <a:pt x="1786" y="10800"/>
                </a:cubicBezTo>
                <a:cubicBezTo>
                  <a:pt x="1477" y="10800"/>
                  <a:pt x="1179" y="10871"/>
                  <a:pt x="893" y="11038"/>
                </a:cubicBezTo>
                <a:cubicBezTo>
                  <a:pt x="619" y="11181"/>
                  <a:pt x="405" y="11407"/>
                  <a:pt x="238" y="11693"/>
                </a:cubicBezTo>
                <a:cubicBezTo>
                  <a:pt x="84" y="11954"/>
                  <a:pt x="0" y="12252"/>
                  <a:pt x="0" y="12585"/>
                </a:cubicBezTo>
                <a:cubicBezTo>
                  <a:pt x="0" y="12895"/>
                  <a:pt x="72" y="13193"/>
                  <a:pt x="238" y="13478"/>
                </a:cubicBezTo>
                <a:cubicBezTo>
                  <a:pt x="381" y="13740"/>
                  <a:pt x="608" y="13967"/>
                  <a:pt x="893" y="14133"/>
                </a:cubicBezTo>
                <a:cubicBezTo>
                  <a:pt x="1155" y="14276"/>
                  <a:pt x="1453" y="14371"/>
                  <a:pt x="1786" y="14371"/>
                </a:cubicBezTo>
                <a:cubicBezTo>
                  <a:pt x="2096" y="14371"/>
                  <a:pt x="2394" y="14288"/>
                  <a:pt x="2679" y="14133"/>
                </a:cubicBezTo>
                <a:cubicBezTo>
                  <a:pt x="2846" y="14038"/>
                  <a:pt x="3001" y="13907"/>
                  <a:pt x="3120" y="13752"/>
                </a:cubicBezTo>
                <a:cubicBezTo>
                  <a:pt x="3667" y="13139"/>
                  <a:pt x="4275" y="12833"/>
                  <a:pt x="4880" y="12833"/>
                </a:cubicBezTo>
                <a:cubicBezTo>
                  <a:pt x="5486" y="12833"/>
                  <a:pt x="6090" y="13139"/>
                  <a:pt x="6632" y="13752"/>
                </a:cubicBezTo>
                <a:cubicBezTo>
                  <a:pt x="6775" y="13907"/>
                  <a:pt x="6918" y="14038"/>
                  <a:pt x="7096" y="14133"/>
                </a:cubicBezTo>
                <a:cubicBezTo>
                  <a:pt x="7370" y="14276"/>
                  <a:pt x="7668" y="14371"/>
                  <a:pt x="7989" y="14371"/>
                </a:cubicBezTo>
                <a:cubicBezTo>
                  <a:pt x="8299" y="14371"/>
                  <a:pt x="8597" y="14288"/>
                  <a:pt x="8882" y="14133"/>
                </a:cubicBezTo>
                <a:cubicBezTo>
                  <a:pt x="9156" y="13979"/>
                  <a:pt x="9371" y="13752"/>
                  <a:pt x="9537" y="13478"/>
                </a:cubicBezTo>
                <a:cubicBezTo>
                  <a:pt x="9692" y="13205"/>
                  <a:pt x="9775" y="12907"/>
                  <a:pt x="9775" y="12585"/>
                </a:cubicBezTo>
                <a:cubicBezTo>
                  <a:pt x="9775" y="12383"/>
                  <a:pt x="9752" y="12193"/>
                  <a:pt x="9692" y="12002"/>
                </a:cubicBezTo>
                <a:cubicBezTo>
                  <a:pt x="9168" y="10442"/>
                  <a:pt x="9835" y="9276"/>
                  <a:pt x="11442" y="8954"/>
                </a:cubicBezTo>
                <a:cubicBezTo>
                  <a:pt x="11633" y="8918"/>
                  <a:pt x="11811" y="8847"/>
                  <a:pt x="11990" y="8740"/>
                </a:cubicBezTo>
                <a:cubicBezTo>
                  <a:pt x="12264" y="8597"/>
                  <a:pt x="12490" y="8371"/>
                  <a:pt x="12645" y="8085"/>
                </a:cubicBezTo>
                <a:cubicBezTo>
                  <a:pt x="12800" y="7823"/>
                  <a:pt x="12883" y="7525"/>
                  <a:pt x="12883" y="7192"/>
                </a:cubicBezTo>
                <a:cubicBezTo>
                  <a:pt x="12919" y="6882"/>
                  <a:pt x="12847" y="6573"/>
                  <a:pt x="12681" y="6287"/>
                </a:cubicBezTo>
                <a:cubicBezTo>
                  <a:pt x="12526" y="6013"/>
                  <a:pt x="12311" y="5799"/>
                  <a:pt x="12026" y="5632"/>
                </a:cubicBezTo>
                <a:cubicBezTo>
                  <a:pt x="11859" y="5537"/>
                  <a:pt x="11668" y="5466"/>
                  <a:pt x="11478" y="5418"/>
                </a:cubicBezTo>
                <a:cubicBezTo>
                  <a:pt x="9871" y="5096"/>
                  <a:pt x="9180" y="3930"/>
                  <a:pt x="9704" y="2370"/>
                </a:cubicBezTo>
                <a:cubicBezTo>
                  <a:pt x="9763" y="2191"/>
                  <a:pt x="9811" y="1989"/>
                  <a:pt x="9811" y="1787"/>
                </a:cubicBezTo>
                <a:cubicBezTo>
                  <a:pt x="9811" y="1477"/>
                  <a:pt x="9728" y="1179"/>
                  <a:pt x="9573" y="894"/>
                </a:cubicBezTo>
                <a:cubicBezTo>
                  <a:pt x="9418" y="632"/>
                  <a:pt x="9192" y="405"/>
                  <a:pt x="8918" y="239"/>
                </a:cubicBezTo>
                <a:cubicBezTo>
                  <a:pt x="8644" y="96"/>
                  <a:pt x="8347" y="1"/>
                  <a:pt x="802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86"/>
          <p:cNvSpPr/>
          <p:nvPr/>
        </p:nvSpPr>
        <p:spPr>
          <a:xfrm rot="-7200112">
            <a:off x="4145917" y="3116001"/>
            <a:ext cx="621627" cy="691542"/>
          </a:xfrm>
          <a:custGeom>
            <a:rect b="b" l="l" r="r" t="t"/>
            <a:pathLst>
              <a:path extrusionOk="0" h="14372" w="12919">
                <a:moveTo>
                  <a:pt x="8025" y="1"/>
                </a:moveTo>
                <a:cubicBezTo>
                  <a:pt x="7704" y="1"/>
                  <a:pt x="7406" y="84"/>
                  <a:pt x="7132" y="239"/>
                </a:cubicBezTo>
                <a:cubicBezTo>
                  <a:pt x="6966" y="334"/>
                  <a:pt x="6811" y="465"/>
                  <a:pt x="6680" y="620"/>
                </a:cubicBezTo>
                <a:cubicBezTo>
                  <a:pt x="6137" y="1234"/>
                  <a:pt x="5528" y="1541"/>
                  <a:pt x="4918" y="1541"/>
                </a:cubicBezTo>
                <a:cubicBezTo>
                  <a:pt x="4310" y="1541"/>
                  <a:pt x="3702" y="1237"/>
                  <a:pt x="3156" y="632"/>
                </a:cubicBezTo>
                <a:cubicBezTo>
                  <a:pt x="3025" y="477"/>
                  <a:pt x="2870" y="358"/>
                  <a:pt x="2691" y="263"/>
                </a:cubicBezTo>
                <a:cubicBezTo>
                  <a:pt x="2429" y="108"/>
                  <a:pt x="2132" y="24"/>
                  <a:pt x="1798" y="24"/>
                </a:cubicBezTo>
                <a:cubicBezTo>
                  <a:pt x="1489" y="24"/>
                  <a:pt x="1191" y="96"/>
                  <a:pt x="905" y="263"/>
                </a:cubicBezTo>
                <a:cubicBezTo>
                  <a:pt x="643" y="405"/>
                  <a:pt x="417" y="632"/>
                  <a:pt x="250" y="917"/>
                </a:cubicBezTo>
                <a:cubicBezTo>
                  <a:pt x="108" y="1179"/>
                  <a:pt x="12" y="1477"/>
                  <a:pt x="12" y="1810"/>
                </a:cubicBezTo>
                <a:cubicBezTo>
                  <a:pt x="12" y="2120"/>
                  <a:pt x="84" y="2418"/>
                  <a:pt x="250" y="2703"/>
                </a:cubicBezTo>
                <a:cubicBezTo>
                  <a:pt x="405" y="2965"/>
                  <a:pt x="619" y="3191"/>
                  <a:pt x="905" y="3358"/>
                </a:cubicBezTo>
                <a:cubicBezTo>
                  <a:pt x="1179" y="3501"/>
                  <a:pt x="1477" y="3596"/>
                  <a:pt x="1798" y="3596"/>
                </a:cubicBezTo>
                <a:cubicBezTo>
                  <a:pt x="2108" y="3596"/>
                  <a:pt x="2405" y="3513"/>
                  <a:pt x="2691" y="3358"/>
                </a:cubicBezTo>
                <a:cubicBezTo>
                  <a:pt x="2858" y="3251"/>
                  <a:pt x="3025" y="3132"/>
                  <a:pt x="3156" y="2977"/>
                </a:cubicBezTo>
                <a:cubicBezTo>
                  <a:pt x="3697" y="2364"/>
                  <a:pt x="4304" y="2057"/>
                  <a:pt x="4912" y="2057"/>
                </a:cubicBezTo>
                <a:cubicBezTo>
                  <a:pt x="5519" y="2057"/>
                  <a:pt x="6126" y="2364"/>
                  <a:pt x="6668" y="2977"/>
                </a:cubicBezTo>
                <a:cubicBezTo>
                  <a:pt x="6799" y="3132"/>
                  <a:pt x="6954" y="3263"/>
                  <a:pt x="7132" y="3370"/>
                </a:cubicBezTo>
                <a:cubicBezTo>
                  <a:pt x="7287" y="3477"/>
                  <a:pt x="7489" y="3537"/>
                  <a:pt x="7680" y="3572"/>
                </a:cubicBezTo>
                <a:cubicBezTo>
                  <a:pt x="9287" y="3906"/>
                  <a:pt x="9954" y="5061"/>
                  <a:pt x="9430" y="6609"/>
                </a:cubicBezTo>
                <a:cubicBezTo>
                  <a:pt x="9371" y="6787"/>
                  <a:pt x="9335" y="7001"/>
                  <a:pt x="9335" y="7204"/>
                </a:cubicBezTo>
                <a:cubicBezTo>
                  <a:pt x="9335" y="7406"/>
                  <a:pt x="9359" y="7597"/>
                  <a:pt x="9430" y="7787"/>
                </a:cubicBezTo>
                <a:cubicBezTo>
                  <a:pt x="9954" y="9347"/>
                  <a:pt x="9287" y="10502"/>
                  <a:pt x="7680" y="10835"/>
                </a:cubicBezTo>
                <a:cubicBezTo>
                  <a:pt x="7489" y="10871"/>
                  <a:pt x="7287" y="10942"/>
                  <a:pt x="7108" y="11050"/>
                </a:cubicBezTo>
                <a:cubicBezTo>
                  <a:pt x="6954" y="11157"/>
                  <a:pt x="6787" y="11276"/>
                  <a:pt x="6656" y="11419"/>
                </a:cubicBezTo>
                <a:cubicBezTo>
                  <a:pt x="6108" y="12038"/>
                  <a:pt x="5501" y="12347"/>
                  <a:pt x="4895" y="12347"/>
                </a:cubicBezTo>
                <a:cubicBezTo>
                  <a:pt x="4290" y="12347"/>
                  <a:pt x="3685" y="12038"/>
                  <a:pt x="3144" y="11419"/>
                </a:cubicBezTo>
                <a:cubicBezTo>
                  <a:pt x="3001" y="11276"/>
                  <a:pt x="2858" y="11133"/>
                  <a:pt x="2679" y="11038"/>
                </a:cubicBezTo>
                <a:cubicBezTo>
                  <a:pt x="2405" y="10883"/>
                  <a:pt x="2108" y="10800"/>
                  <a:pt x="1786" y="10800"/>
                </a:cubicBezTo>
                <a:cubicBezTo>
                  <a:pt x="1477" y="10800"/>
                  <a:pt x="1179" y="10871"/>
                  <a:pt x="893" y="11038"/>
                </a:cubicBezTo>
                <a:cubicBezTo>
                  <a:pt x="619" y="11181"/>
                  <a:pt x="405" y="11407"/>
                  <a:pt x="238" y="11693"/>
                </a:cubicBezTo>
                <a:cubicBezTo>
                  <a:pt x="84" y="11954"/>
                  <a:pt x="0" y="12252"/>
                  <a:pt x="0" y="12585"/>
                </a:cubicBezTo>
                <a:cubicBezTo>
                  <a:pt x="0" y="12895"/>
                  <a:pt x="72" y="13193"/>
                  <a:pt x="238" y="13478"/>
                </a:cubicBezTo>
                <a:cubicBezTo>
                  <a:pt x="381" y="13740"/>
                  <a:pt x="608" y="13967"/>
                  <a:pt x="893" y="14133"/>
                </a:cubicBezTo>
                <a:cubicBezTo>
                  <a:pt x="1155" y="14276"/>
                  <a:pt x="1453" y="14371"/>
                  <a:pt x="1786" y="14371"/>
                </a:cubicBezTo>
                <a:cubicBezTo>
                  <a:pt x="2096" y="14371"/>
                  <a:pt x="2394" y="14288"/>
                  <a:pt x="2679" y="14133"/>
                </a:cubicBezTo>
                <a:cubicBezTo>
                  <a:pt x="2846" y="14038"/>
                  <a:pt x="3001" y="13907"/>
                  <a:pt x="3120" y="13752"/>
                </a:cubicBezTo>
                <a:cubicBezTo>
                  <a:pt x="3667" y="13139"/>
                  <a:pt x="4275" y="12833"/>
                  <a:pt x="4880" y="12833"/>
                </a:cubicBezTo>
                <a:cubicBezTo>
                  <a:pt x="5486" y="12833"/>
                  <a:pt x="6090" y="13139"/>
                  <a:pt x="6632" y="13752"/>
                </a:cubicBezTo>
                <a:cubicBezTo>
                  <a:pt x="6775" y="13907"/>
                  <a:pt x="6918" y="14038"/>
                  <a:pt x="7096" y="14133"/>
                </a:cubicBezTo>
                <a:cubicBezTo>
                  <a:pt x="7370" y="14276"/>
                  <a:pt x="7668" y="14371"/>
                  <a:pt x="7989" y="14371"/>
                </a:cubicBezTo>
                <a:cubicBezTo>
                  <a:pt x="8299" y="14371"/>
                  <a:pt x="8597" y="14288"/>
                  <a:pt x="8882" y="14133"/>
                </a:cubicBezTo>
                <a:cubicBezTo>
                  <a:pt x="9156" y="13979"/>
                  <a:pt x="9371" y="13752"/>
                  <a:pt x="9537" y="13478"/>
                </a:cubicBezTo>
                <a:cubicBezTo>
                  <a:pt x="9692" y="13205"/>
                  <a:pt x="9775" y="12907"/>
                  <a:pt x="9775" y="12585"/>
                </a:cubicBezTo>
                <a:cubicBezTo>
                  <a:pt x="9775" y="12383"/>
                  <a:pt x="9752" y="12193"/>
                  <a:pt x="9692" y="12002"/>
                </a:cubicBezTo>
                <a:cubicBezTo>
                  <a:pt x="9168" y="10442"/>
                  <a:pt x="9835" y="9276"/>
                  <a:pt x="11442" y="8954"/>
                </a:cubicBezTo>
                <a:cubicBezTo>
                  <a:pt x="11633" y="8918"/>
                  <a:pt x="11811" y="8847"/>
                  <a:pt x="11990" y="8740"/>
                </a:cubicBezTo>
                <a:cubicBezTo>
                  <a:pt x="12264" y="8597"/>
                  <a:pt x="12490" y="8371"/>
                  <a:pt x="12645" y="8085"/>
                </a:cubicBezTo>
                <a:cubicBezTo>
                  <a:pt x="12800" y="7823"/>
                  <a:pt x="12883" y="7525"/>
                  <a:pt x="12883" y="7192"/>
                </a:cubicBezTo>
                <a:cubicBezTo>
                  <a:pt x="12919" y="6882"/>
                  <a:pt x="12847" y="6573"/>
                  <a:pt x="12681" y="6287"/>
                </a:cubicBezTo>
                <a:cubicBezTo>
                  <a:pt x="12526" y="6013"/>
                  <a:pt x="12311" y="5799"/>
                  <a:pt x="12026" y="5632"/>
                </a:cubicBezTo>
                <a:cubicBezTo>
                  <a:pt x="11859" y="5537"/>
                  <a:pt x="11668" y="5466"/>
                  <a:pt x="11478" y="5418"/>
                </a:cubicBezTo>
                <a:cubicBezTo>
                  <a:pt x="9871" y="5096"/>
                  <a:pt x="9180" y="3930"/>
                  <a:pt x="9704" y="2370"/>
                </a:cubicBezTo>
                <a:cubicBezTo>
                  <a:pt x="9763" y="2191"/>
                  <a:pt x="9811" y="1989"/>
                  <a:pt x="9811" y="1787"/>
                </a:cubicBezTo>
                <a:cubicBezTo>
                  <a:pt x="9811" y="1477"/>
                  <a:pt x="9728" y="1179"/>
                  <a:pt x="9573" y="894"/>
                </a:cubicBezTo>
                <a:cubicBezTo>
                  <a:pt x="9418" y="632"/>
                  <a:pt x="9192" y="405"/>
                  <a:pt x="8918" y="239"/>
                </a:cubicBezTo>
                <a:cubicBezTo>
                  <a:pt x="8644" y="96"/>
                  <a:pt x="8347" y="1"/>
                  <a:pt x="802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86"/>
          <p:cNvSpPr/>
          <p:nvPr/>
        </p:nvSpPr>
        <p:spPr>
          <a:xfrm rot="-3599888">
            <a:off x="1674993" y="3374325"/>
            <a:ext cx="621627" cy="691524"/>
          </a:xfrm>
          <a:custGeom>
            <a:rect b="b" l="l" r="r" t="t"/>
            <a:pathLst>
              <a:path extrusionOk="0" h="14372" w="12919">
                <a:moveTo>
                  <a:pt x="8025" y="1"/>
                </a:moveTo>
                <a:cubicBezTo>
                  <a:pt x="7704" y="1"/>
                  <a:pt x="7406" y="84"/>
                  <a:pt x="7132" y="239"/>
                </a:cubicBezTo>
                <a:cubicBezTo>
                  <a:pt x="6966" y="334"/>
                  <a:pt x="6811" y="465"/>
                  <a:pt x="6680" y="620"/>
                </a:cubicBezTo>
                <a:cubicBezTo>
                  <a:pt x="6137" y="1234"/>
                  <a:pt x="5528" y="1541"/>
                  <a:pt x="4918" y="1541"/>
                </a:cubicBezTo>
                <a:cubicBezTo>
                  <a:pt x="4310" y="1541"/>
                  <a:pt x="3702" y="1237"/>
                  <a:pt x="3156" y="632"/>
                </a:cubicBezTo>
                <a:cubicBezTo>
                  <a:pt x="3025" y="477"/>
                  <a:pt x="2870" y="358"/>
                  <a:pt x="2691" y="263"/>
                </a:cubicBezTo>
                <a:cubicBezTo>
                  <a:pt x="2429" y="108"/>
                  <a:pt x="2132" y="24"/>
                  <a:pt x="1798" y="24"/>
                </a:cubicBezTo>
                <a:cubicBezTo>
                  <a:pt x="1489" y="24"/>
                  <a:pt x="1191" y="96"/>
                  <a:pt x="905" y="263"/>
                </a:cubicBezTo>
                <a:cubicBezTo>
                  <a:pt x="643" y="405"/>
                  <a:pt x="417" y="632"/>
                  <a:pt x="250" y="917"/>
                </a:cubicBezTo>
                <a:cubicBezTo>
                  <a:pt x="108" y="1179"/>
                  <a:pt x="12" y="1477"/>
                  <a:pt x="12" y="1810"/>
                </a:cubicBezTo>
                <a:cubicBezTo>
                  <a:pt x="12" y="2120"/>
                  <a:pt x="84" y="2418"/>
                  <a:pt x="250" y="2703"/>
                </a:cubicBezTo>
                <a:cubicBezTo>
                  <a:pt x="405" y="2965"/>
                  <a:pt x="619" y="3191"/>
                  <a:pt x="905" y="3358"/>
                </a:cubicBezTo>
                <a:cubicBezTo>
                  <a:pt x="1179" y="3501"/>
                  <a:pt x="1477" y="3596"/>
                  <a:pt x="1798" y="3596"/>
                </a:cubicBezTo>
                <a:cubicBezTo>
                  <a:pt x="2108" y="3596"/>
                  <a:pt x="2405" y="3513"/>
                  <a:pt x="2691" y="3358"/>
                </a:cubicBezTo>
                <a:cubicBezTo>
                  <a:pt x="2858" y="3251"/>
                  <a:pt x="3025" y="3132"/>
                  <a:pt x="3156" y="2977"/>
                </a:cubicBezTo>
                <a:cubicBezTo>
                  <a:pt x="3697" y="2364"/>
                  <a:pt x="4304" y="2057"/>
                  <a:pt x="4912" y="2057"/>
                </a:cubicBezTo>
                <a:cubicBezTo>
                  <a:pt x="5519" y="2057"/>
                  <a:pt x="6126" y="2364"/>
                  <a:pt x="6668" y="2977"/>
                </a:cubicBezTo>
                <a:cubicBezTo>
                  <a:pt x="6799" y="3132"/>
                  <a:pt x="6954" y="3263"/>
                  <a:pt x="7132" y="3370"/>
                </a:cubicBezTo>
                <a:cubicBezTo>
                  <a:pt x="7287" y="3477"/>
                  <a:pt x="7489" y="3537"/>
                  <a:pt x="7680" y="3572"/>
                </a:cubicBezTo>
                <a:cubicBezTo>
                  <a:pt x="9287" y="3906"/>
                  <a:pt x="9954" y="5061"/>
                  <a:pt x="9430" y="6609"/>
                </a:cubicBezTo>
                <a:cubicBezTo>
                  <a:pt x="9371" y="6787"/>
                  <a:pt x="9335" y="7001"/>
                  <a:pt x="9335" y="7204"/>
                </a:cubicBezTo>
                <a:cubicBezTo>
                  <a:pt x="9335" y="7406"/>
                  <a:pt x="9359" y="7597"/>
                  <a:pt x="9430" y="7787"/>
                </a:cubicBezTo>
                <a:cubicBezTo>
                  <a:pt x="9954" y="9347"/>
                  <a:pt x="9287" y="10502"/>
                  <a:pt x="7680" y="10835"/>
                </a:cubicBezTo>
                <a:cubicBezTo>
                  <a:pt x="7489" y="10871"/>
                  <a:pt x="7287" y="10942"/>
                  <a:pt x="7108" y="11050"/>
                </a:cubicBezTo>
                <a:cubicBezTo>
                  <a:pt x="6954" y="11157"/>
                  <a:pt x="6787" y="11276"/>
                  <a:pt x="6656" y="11419"/>
                </a:cubicBezTo>
                <a:cubicBezTo>
                  <a:pt x="6108" y="12038"/>
                  <a:pt x="5501" y="12347"/>
                  <a:pt x="4895" y="12347"/>
                </a:cubicBezTo>
                <a:cubicBezTo>
                  <a:pt x="4290" y="12347"/>
                  <a:pt x="3685" y="12038"/>
                  <a:pt x="3144" y="11419"/>
                </a:cubicBezTo>
                <a:cubicBezTo>
                  <a:pt x="3001" y="11276"/>
                  <a:pt x="2858" y="11133"/>
                  <a:pt x="2679" y="11038"/>
                </a:cubicBezTo>
                <a:cubicBezTo>
                  <a:pt x="2405" y="10883"/>
                  <a:pt x="2108" y="10800"/>
                  <a:pt x="1786" y="10800"/>
                </a:cubicBezTo>
                <a:cubicBezTo>
                  <a:pt x="1477" y="10800"/>
                  <a:pt x="1179" y="10871"/>
                  <a:pt x="893" y="11038"/>
                </a:cubicBezTo>
                <a:cubicBezTo>
                  <a:pt x="619" y="11181"/>
                  <a:pt x="405" y="11407"/>
                  <a:pt x="238" y="11693"/>
                </a:cubicBezTo>
                <a:cubicBezTo>
                  <a:pt x="84" y="11954"/>
                  <a:pt x="0" y="12252"/>
                  <a:pt x="0" y="12585"/>
                </a:cubicBezTo>
                <a:cubicBezTo>
                  <a:pt x="0" y="12895"/>
                  <a:pt x="72" y="13193"/>
                  <a:pt x="238" y="13478"/>
                </a:cubicBezTo>
                <a:cubicBezTo>
                  <a:pt x="381" y="13740"/>
                  <a:pt x="608" y="13967"/>
                  <a:pt x="893" y="14133"/>
                </a:cubicBezTo>
                <a:cubicBezTo>
                  <a:pt x="1155" y="14276"/>
                  <a:pt x="1453" y="14371"/>
                  <a:pt x="1786" y="14371"/>
                </a:cubicBezTo>
                <a:cubicBezTo>
                  <a:pt x="2096" y="14371"/>
                  <a:pt x="2394" y="14288"/>
                  <a:pt x="2679" y="14133"/>
                </a:cubicBezTo>
                <a:cubicBezTo>
                  <a:pt x="2846" y="14038"/>
                  <a:pt x="3001" y="13907"/>
                  <a:pt x="3120" y="13752"/>
                </a:cubicBezTo>
                <a:cubicBezTo>
                  <a:pt x="3667" y="13139"/>
                  <a:pt x="4275" y="12833"/>
                  <a:pt x="4880" y="12833"/>
                </a:cubicBezTo>
                <a:cubicBezTo>
                  <a:pt x="5486" y="12833"/>
                  <a:pt x="6090" y="13139"/>
                  <a:pt x="6632" y="13752"/>
                </a:cubicBezTo>
                <a:cubicBezTo>
                  <a:pt x="6775" y="13907"/>
                  <a:pt x="6918" y="14038"/>
                  <a:pt x="7096" y="14133"/>
                </a:cubicBezTo>
                <a:cubicBezTo>
                  <a:pt x="7370" y="14276"/>
                  <a:pt x="7668" y="14371"/>
                  <a:pt x="7989" y="14371"/>
                </a:cubicBezTo>
                <a:cubicBezTo>
                  <a:pt x="8299" y="14371"/>
                  <a:pt x="8597" y="14288"/>
                  <a:pt x="8882" y="14133"/>
                </a:cubicBezTo>
                <a:cubicBezTo>
                  <a:pt x="9156" y="13979"/>
                  <a:pt x="9371" y="13752"/>
                  <a:pt x="9537" y="13478"/>
                </a:cubicBezTo>
                <a:cubicBezTo>
                  <a:pt x="9692" y="13205"/>
                  <a:pt x="9775" y="12907"/>
                  <a:pt x="9775" y="12585"/>
                </a:cubicBezTo>
                <a:cubicBezTo>
                  <a:pt x="9775" y="12383"/>
                  <a:pt x="9752" y="12193"/>
                  <a:pt x="9692" y="12002"/>
                </a:cubicBezTo>
                <a:cubicBezTo>
                  <a:pt x="9168" y="10442"/>
                  <a:pt x="9835" y="9276"/>
                  <a:pt x="11442" y="8954"/>
                </a:cubicBezTo>
                <a:cubicBezTo>
                  <a:pt x="11633" y="8918"/>
                  <a:pt x="11811" y="8847"/>
                  <a:pt x="11990" y="8740"/>
                </a:cubicBezTo>
                <a:cubicBezTo>
                  <a:pt x="12264" y="8597"/>
                  <a:pt x="12490" y="8371"/>
                  <a:pt x="12645" y="8085"/>
                </a:cubicBezTo>
                <a:cubicBezTo>
                  <a:pt x="12800" y="7823"/>
                  <a:pt x="12883" y="7525"/>
                  <a:pt x="12883" y="7192"/>
                </a:cubicBezTo>
                <a:cubicBezTo>
                  <a:pt x="12919" y="6882"/>
                  <a:pt x="12847" y="6573"/>
                  <a:pt x="12681" y="6287"/>
                </a:cubicBezTo>
                <a:cubicBezTo>
                  <a:pt x="12526" y="6013"/>
                  <a:pt x="12311" y="5799"/>
                  <a:pt x="12026" y="5632"/>
                </a:cubicBezTo>
                <a:cubicBezTo>
                  <a:pt x="11859" y="5537"/>
                  <a:pt x="11668" y="5466"/>
                  <a:pt x="11478" y="5418"/>
                </a:cubicBezTo>
                <a:cubicBezTo>
                  <a:pt x="9871" y="5096"/>
                  <a:pt x="9180" y="3930"/>
                  <a:pt x="9704" y="2370"/>
                </a:cubicBezTo>
                <a:cubicBezTo>
                  <a:pt x="9763" y="2191"/>
                  <a:pt x="9811" y="1989"/>
                  <a:pt x="9811" y="1787"/>
                </a:cubicBezTo>
                <a:cubicBezTo>
                  <a:pt x="9811" y="1477"/>
                  <a:pt x="9728" y="1179"/>
                  <a:pt x="9573" y="894"/>
                </a:cubicBezTo>
                <a:cubicBezTo>
                  <a:pt x="9418" y="632"/>
                  <a:pt x="9192" y="405"/>
                  <a:pt x="8918" y="239"/>
                </a:cubicBezTo>
                <a:cubicBezTo>
                  <a:pt x="8644" y="96"/>
                  <a:pt x="8347" y="1"/>
                  <a:pt x="802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86"/>
          <p:cNvSpPr/>
          <p:nvPr/>
        </p:nvSpPr>
        <p:spPr>
          <a:xfrm rot="3599888">
            <a:off x="893597" y="4081243"/>
            <a:ext cx="619366" cy="431997"/>
          </a:xfrm>
          <a:custGeom>
            <a:rect b="b" l="l" r="r" t="t"/>
            <a:pathLst>
              <a:path extrusionOk="0" h="8978" w="12872">
                <a:moveTo>
                  <a:pt x="7989" y="0"/>
                </a:moveTo>
                <a:cubicBezTo>
                  <a:pt x="7680" y="0"/>
                  <a:pt x="7382" y="72"/>
                  <a:pt x="7097" y="239"/>
                </a:cubicBezTo>
                <a:cubicBezTo>
                  <a:pt x="6942" y="334"/>
                  <a:pt x="6775" y="465"/>
                  <a:pt x="6656" y="608"/>
                </a:cubicBezTo>
                <a:cubicBezTo>
                  <a:pt x="6112" y="1230"/>
                  <a:pt x="5501" y="1539"/>
                  <a:pt x="4891" y="1539"/>
                </a:cubicBezTo>
                <a:cubicBezTo>
                  <a:pt x="4287" y="1539"/>
                  <a:pt x="3683" y="1236"/>
                  <a:pt x="3144" y="631"/>
                </a:cubicBezTo>
                <a:cubicBezTo>
                  <a:pt x="3013" y="477"/>
                  <a:pt x="2858" y="346"/>
                  <a:pt x="2679" y="250"/>
                </a:cubicBezTo>
                <a:cubicBezTo>
                  <a:pt x="2417" y="108"/>
                  <a:pt x="2120" y="12"/>
                  <a:pt x="1786" y="12"/>
                </a:cubicBezTo>
                <a:cubicBezTo>
                  <a:pt x="1477" y="12"/>
                  <a:pt x="1179" y="96"/>
                  <a:pt x="893" y="250"/>
                </a:cubicBezTo>
                <a:cubicBezTo>
                  <a:pt x="631" y="405"/>
                  <a:pt x="405" y="631"/>
                  <a:pt x="239" y="905"/>
                </a:cubicBezTo>
                <a:cubicBezTo>
                  <a:pt x="96" y="1179"/>
                  <a:pt x="0" y="1477"/>
                  <a:pt x="0" y="1798"/>
                </a:cubicBezTo>
                <a:cubicBezTo>
                  <a:pt x="0" y="2120"/>
                  <a:pt x="72" y="2417"/>
                  <a:pt x="239" y="2691"/>
                </a:cubicBezTo>
                <a:cubicBezTo>
                  <a:pt x="393" y="2965"/>
                  <a:pt x="608" y="3191"/>
                  <a:pt x="893" y="3346"/>
                </a:cubicBezTo>
                <a:cubicBezTo>
                  <a:pt x="1167" y="3501"/>
                  <a:pt x="1465" y="3584"/>
                  <a:pt x="1786" y="3584"/>
                </a:cubicBezTo>
                <a:cubicBezTo>
                  <a:pt x="2096" y="3584"/>
                  <a:pt x="2394" y="3513"/>
                  <a:pt x="2679" y="3346"/>
                </a:cubicBezTo>
                <a:cubicBezTo>
                  <a:pt x="2846" y="3251"/>
                  <a:pt x="3013" y="3132"/>
                  <a:pt x="3144" y="2977"/>
                </a:cubicBezTo>
                <a:cubicBezTo>
                  <a:pt x="3688" y="2361"/>
                  <a:pt x="4300" y="2053"/>
                  <a:pt x="4913" y="2053"/>
                </a:cubicBezTo>
                <a:cubicBezTo>
                  <a:pt x="5118" y="2053"/>
                  <a:pt x="5322" y="2087"/>
                  <a:pt x="5525" y="2155"/>
                </a:cubicBezTo>
                <a:cubicBezTo>
                  <a:pt x="6192" y="2394"/>
                  <a:pt x="6596" y="3072"/>
                  <a:pt x="6465" y="3787"/>
                </a:cubicBezTo>
                <a:cubicBezTo>
                  <a:pt x="6299" y="4620"/>
                  <a:pt x="5644" y="5215"/>
                  <a:pt x="4572" y="5430"/>
                </a:cubicBezTo>
                <a:cubicBezTo>
                  <a:pt x="4382" y="5465"/>
                  <a:pt x="4179" y="5537"/>
                  <a:pt x="4001" y="5644"/>
                </a:cubicBezTo>
                <a:cubicBezTo>
                  <a:pt x="3739" y="5787"/>
                  <a:pt x="3513" y="6013"/>
                  <a:pt x="3346" y="6299"/>
                </a:cubicBezTo>
                <a:cubicBezTo>
                  <a:pt x="3203" y="6561"/>
                  <a:pt x="3108" y="6858"/>
                  <a:pt x="3108" y="7192"/>
                </a:cubicBezTo>
                <a:cubicBezTo>
                  <a:pt x="3108" y="7501"/>
                  <a:pt x="3191" y="7799"/>
                  <a:pt x="3346" y="8085"/>
                </a:cubicBezTo>
                <a:cubicBezTo>
                  <a:pt x="3501" y="8347"/>
                  <a:pt x="3727" y="8573"/>
                  <a:pt x="4001" y="8740"/>
                </a:cubicBezTo>
                <a:cubicBezTo>
                  <a:pt x="4275" y="8882"/>
                  <a:pt x="4572" y="8978"/>
                  <a:pt x="4894" y="8978"/>
                </a:cubicBezTo>
                <a:cubicBezTo>
                  <a:pt x="5215" y="8978"/>
                  <a:pt x="5513" y="8906"/>
                  <a:pt x="5787" y="8740"/>
                </a:cubicBezTo>
                <a:cubicBezTo>
                  <a:pt x="6061" y="8585"/>
                  <a:pt x="6287" y="8370"/>
                  <a:pt x="6442" y="8085"/>
                </a:cubicBezTo>
                <a:cubicBezTo>
                  <a:pt x="6596" y="7811"/>
                  <a:pt x="6680" y="7513"/>
                  <a:pt x="6680" y="7192"/>
                </a:cubicBezTo>
                <a:cubicBezTo>
                  <a:pt x="6680" y="7001"/>
                  <a:pt x="6656" y="6799"/>
                  <a:pt x="6596" y="6608"/>
                </a:cubicBezTo>
                <a:cubicBezTo>
                  <a:pt x="6239" y="5573"/>
                  <a:pt x="6430" y="4691"/>
                  <a:pt x="7073" y="4144"/>
                </a:cubicBezTo>
                <a:cubicBezTo>
                  <a:pt x="7341" y="3912"/>
                  <a:pt x="7671" y="3796"/>
                  <a:pt x="8001" y="3796"/>
                </a:cubicBezTo>
                <a:cubicBezTo>
                  <a:pt x="8332" y="3796"/>
                  <a:pt x="8662" y="3912"/>
                  <a:pt x="8930" y="4144"/>
                </a:cubicBezTo>
                <a:cubicBezTo>
                  <a:pt x="9573" y="4691"/>
                  <a:pt x="9764" y="5549"/>
                  <a:pt x="9406" y="6596"/>
                </a:cubicBezTo>
                <a:cubicBezTo>
                  <a:pt x="9347" y="6775"/>
                  <a:pt x="9299" y="6977"/>
                  <a:pt x="9299" y="7192"/>
                </a:cubicBezTo>
                <a:cubicBezTo>
                  <a:pt x="9299" y="7501"/>
                  <a:pt x="9383" y="7799"/>
                  <a:pt x="9537" y="8085"/>
                </a:cubicBezTo>
                <a:cubicBezTo>
                  <a:pt x="9692" y="8347"/>
                  <a:pt x="9918" y="8573"/>
                  <a:pt x="10192" y="8740"/>
                </a:cubicBezTo>
                <a:cubicBezTo>
                  <a:pt x="10466" y="8882"/>
                  <a:pt x="10764" y="8978"/>
                  <a:pt x="11085" y="8978"/>
                </a:cubicBezTo>
                <a:cubicBezTo>
                  <a:pt x="11407" y="8978"/>
                  <a:pt x="11704" y="8906"/>
                  <a:pt x="11978" y="8740"/>
                </a:cubicBezTo>
                <a:cubicBezTo>
                  <a:pt x="12252" y="8585"/>
                  <a:pt x="12478" y="8370"/>
                  <a:pt x="12633" y="8085"/>
                </a:cubicBezTo>
                <a:cubicBezTo>
                  <a:pt x="12788" y="7811"/>
                  <a:pt x="12871" y="7513"/>
                  <a:pt x="12871" y="7192"/>
                </a:cubicBezTo>
                <a:cubicBezTo>
                  <a:pt x="12871" y="6882"/>
                  <a:pt x="12800" y="6561"/>
                  <a:pt x="12633" y="6287"/>
                </a:cubicBezTo>
                <a:cubicBezTo>
                  <a:pt x="12490" y="6013"/>
                  <a:pt x="12264" y="5787"/>
                  <a:pt x="11978" y="5632"/>
                </a:cubicBezTo>
                <a:cubicBezTo>
                  <a:pt x="11823" y="5525"/>
                  <a:pt x="11621" y="5465"/>
                  <a:pt x="11430" y="5418"/>
                </a:cubicBezTo>
                <a:cubicBezTo>
                  <a:pt x="9823" y="5096"/>
                  <a:pt x="9156" y="3929"/>
                  <a:pt x="9680" y="2382"/>
                </a:cubicBezTo>
                <a:cubicBezTo>
                  <a:pt x="9740" y="2203"/>
                  <a:pt x="9775" y="2001"/>
                  <a:pt x="9775" y="1786"/>
                </a:cubicBezTo>
                <a:cubicBezTo>
                  <a:pt x="9775" y="1477"/>
                  <a:pt x="9704" y="1179"/>
                  <a:pt x="9537" y="893"/>
                </a:cubicBezTo>
                <a:cubicBezTo>
                  <a:pt x="9394" y="631"/>
                  <a:pt x="9168" y="405"/>
                  <a:pt x="8882" y="239"/>
                </a:cubicBezTo>
                <a:cubicBezTo>
                  <a:pt x="8621" y="96"/>
                  <a:pt x="8323" y="0"/>
                  <a:pt x="798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86"/>
          <p:cNvSpPr/>
          <p:nvPr/>
        </p:nvSpPr>
        <p:spPr>
          <a:xfrm rot="7200112">
            <a:off x="366893" y="3961590"/>
            <a:ext cx="619366" cy="431997"/>
          </a:xfrm>
          <a:custGeom>
            <a:rect b="b" l="l" r="r" t="t"/>
            <a:pathLst>
              <a:path extrusionOk="0" h="8978" w="12872">
                <a:moveTo>
                  <a:pt x="7989" y="0"/>
                </a:moveTo>
                <a:cubicBezTo>
                  <a:pt x="7680" y="0"/>
                  <a:pt x="7382" y="72"/>
                  <a:pt x="7097" y="239"/>
                </a:cubicBezTo>
                <a:cubicBezTo>
                  <a:pt x="6942" y="334"/>
                  <a:pt x="6775" y="465"/>
                  <a:pt x="6656" y="608"/>
                </a:cubicBezTo>
                <a:cubicBezTo>
                  <a:pt x="6112" y="1230"/>
                  <a:pt x="5501" y="1539"/>
                  <a:pt x="4891" y="1539"/>
                </a:cubicBezTo>
                <a:cubicBezTo>
                  <a:pt x="4287" y="1539"/>
                  <a:pt x="3683" y="1236"/>
                  <a:pt x="3144" y="631"/>
                </a:cubicBezTo>
                <a:cubicBezTo>
                  <a:pt x="3013" y="477"/>
                  <a:pt x="2858" y="346"/>
                  <a:pt x="2679" y="250"/>
                </a:cubicBezTo>
                <a:cubicBezTo>
                  <a:pt x="2417" y="108"/>
                  <a:pt x="2120" y="12"/>
                  <a:pt x="1786" y="12"/>
                </a:cubicBezTo>
                <a:cubicBezTo>
                  <a:pt x="1477" y="12"/>
                  <a:pt x="1179" y="96"/>
                  <a:pt x="893" y="250"/>
                </a:cubicBezTo>
                <a:cubicBezTo>
                  <a:pt x="631" y="405"/>
                  <a:pt x="405" y="631"/>
                  <a:pt x="239" y="905"/>
                </a:cubicBezTo>
                <a:cubicBezTo>
                  <a:pt x="96" y="1179"/>
                  <a:pt x="0" y="1477"/>
                  <a:pt x="0" y="1798"/>
                </a:cubicBezTo>
                <a:cubicBezTo>
                  <a:pt x="0" y="2120"/>
                  <a:pt x="72" y="2417"/>
                  <a:pt x="239" y="2691"/>
                </a:cubicBezTo>
                <a:cubicBezTo>
                  <a:pt x="393" y="2965"/>
                  <a:pt x="608" y="3191"/>
                  <a:pt x="893" y="3346"/>
                </a:cubicBezTo>
                <a:cubicBezTo>
                  <a:pt x="1167" y="3501"/>
                  <a:pt x="1465" y="3584"/>
                  <a:pt x="1786" y="3584"/>
                </a:cubicBezTo>
                <a:cubicBezTo>
                  <a:pt x="2096" y="3584"/>
                  <a:pt x="2394" y="3513"/>
                  <a:pt x="2679" y="3346"/>
                </a:cubicBezTo>
                <a:cubicBezTo>
                  <a:pt x="2846" y="3251"/>
                  <a:pt x="3013" y="3132"/>
                  <a:pt x="3144" y="2977"/>
                </a:cubicBezTo>
                <a:cubicBezTo>
                  <a:pt x="3688" y="2361"/>
                  <a:pt x="4300" y="2053"/>
                  <a:pt x="4913" y="2053"/>
                </a:cubicBezTo>
                <a:cubicBezTo>
                  <a:pt x="5118" y="2053"/>
                  <a:pt x="5322" y="2087"/>
                  <a:pt x="5525" y="2155"/>
                </a:cubicBezTo>
                <a:cubicBezTo>
                  <a:pt x="6192" y="2394"/>
                  <a:pt x="6596" y="3072"/>
                  <a:pt x="6465" y="3787"/>
                </a:cubicBezTo>
                <a:cubicBezTo>
                  <a:pt x="6299" y="4620"/>
                  <a:pt x="5644" y="5215"/>
                  <a:pt x="4572" y="5430"/>
                </a:cubicBezTo>
                <a:cubicBezTo>
                  <a:pt x="4382" y="5465"/>
                  <a:pt x="4179" y="5537"/>
                  <a:pt x="4001" y="5644"/>
                </a:cubicBezTo>
                <a:cubicBezTo>
                  <a:pt x="3739" y="5787"/>
                  <a:pt x="3513" y="6013"/>
                  <a:pt x="3346" y="6299"/>
                </a:cubicBezTo>
                <a:cubicBezTo>
                  <a:pt x="3203" y="6561"/>
                  <a:pt x="3108" y="6858"/>
                  <a:pt x="3108" y="7192"/>
                </a:cubicBezTo>
                <a:cubicBezTo>
                  <a:pt x="3108" y="7501"/>
                  <a:pt x="3191" y="7799"/>
                  <a:pt x="3346" y="8085"/>
                </a:cubicBezTo>
                <a:cubicBezTo>
                  <a:pt x="3501" y="8347"/>
                  <a:pt x="3727" y="8573"/>
                  <a:pt x="4001" y="8740"/>
                </a:cubicBezTo>
                <a:cubicBezTo>
                  <a:pt x="4275" y="8882"/>
                  <a:pt x="4572" y="8978"/>
                  <a:pt x="4894" y="8978"/>
                </a:cubicBezTo>
                <a:cubicBezTo>
                  <a:pt x="5215" y="8978"/>
                  <a:pt x="5513" y="8906"/>
                  <a:pt x="5787" y="8740"/>
                </a:cubicBezTo>
                <a:cubicBezTo>
                  <a:pt x="6061" y="8585"/>
                  <a:pt x="6287" y="8370"/>
                  <a:pt x="6442" y="8085"/>
                </a:cubicBezTo>
                <a:cubicBezTo>
                  <a:pt x="6596" y="7811"/>
                  <a:pt x="6680" y="7513"/>
                  <a:pt x="6680" y="7192"/>
                </a:cubicBezTo>
                <a:cubicBezTo>
                  <a:pt x="6680" y="7001"/>
                  <a:pt x="6656" y="6799"/>
                  <a:pt x="6596" y="6608"/>
                </a:cubicBezTo>
                <a:cubicBezTo>
                  <a:pt x="6239" y="5573"/>
                  <a:pt x="6430" y="4691"/>
                  <a:pt x="7073" y="4144"/>
                </a:cubicBezTo>
                <a:cubicBezTo>
                  <a:pt x="7341" y="3912"/>
                  <a:pt x="7671" y="3796"/>
                  <a:pt x="8001" y="3796"/>
                </a:cubicBezTo>
                <a:cubicBezTo>
                  <a:pt x="8332" y="3796"/>
                  <a:pt x="8662" y="3912"/>
                  <a:pt x="8930" y="4144"/>
                </a:cubicBezTo>
                <a:cubicBezTo>
                  <a:pt x="9573" y="4691"/>
                  <a:pt x="9764" y="5549"/>
                  <a:pt x="9406" y="6596"/>
                </a:cubicBezTo>
                <a:cubicBezTo>
                  <a:pt x="9347" y="6775"/>
                  <a:pt x="9299" y="6977"/>
                  <a:pt x="9299" y="7192"/>
                </a:cubicBezTo>
                <a:cubicBezTo>
                  <a:pt x="9299" y="7501"/>
                  <a:pt x="9383" y="7799"/>
                  <a:pt x="9537" y="8085"/>
                </a:cubicBezTo>
                <a:cubicBezTo>
                  <a:pt x="9692" y="8347"/>
                  <a:pt x="9918" y="8573"/>
                  <a:pt x="10192" y="8740"/>
                </a:cubicBezTo>
                <a:cubicBezTo>
                  <a:pt x="10466" y="8882"/>
                  <a:pt x="10764" y="8978"/>
                  <a:pt x="11085" y="8978"/>
                </a:cubicBezTo>
                <a:cubicBezTo>
                  <a:pt x="11407" y="8978"/>
                  <a:pt x="11704" y="8906"/>
                  <a:pt x="11978" y="8740"/>
                </a:cubicBezTo>
                <a:cubicBezTo>
                  <a:pt x="12252" y="8585"/>
                  <a:pt x="12478" y="8370"/>
                  <a:pt x="12633" y="8085"/>
                </a:cubicBezTo>
                <a:cubicBezTo>
                  <a:pt x="12788" y="7811"/>
                  <a:pt x="12871" y="7513"/>
                  <a:pt x="12871" y="7192"/>
                </a:cubicBezTo>
                <a:cubicBezTo>
                  <a:pt x="12871" y="6882"/>
                  <a:pt x="12800" y="6561"/>
                  <a:pt x="12633" y="6287"/>
                </a:cubicBezTo>
                <a:cubicBezTo>
                  <a:pt x="12490" y="6013"/>
                  <a:pt x="12264" y="5787"/>
                  <a:pt x="11978" y="5632"/>
                </a:cubicBezTo>
                <a:cubicBezTo>
                  <a:pt x="11823" y="5525"/>
                  <a:pt x="11621" y="5465"/>
                  <a:pt x="11430" y="5418"/>
                </a:cubicBezTo>
                <a:cubicBezTo>
                  <a:pt x="9823" y="5096"/>
                  <a:pt x="9156" y="3929"/>
                  <a:pt x="9680" y="2382"/>
                </a:cubicBezTo>
                <a:cubicBezTo>
                  <a:pt x="9740" y="2203"/>
                  <a:pt x="9775" y="2001"/>
                  <a:pt x="9775" y="1786"/>
                </a:cubicBezTo>
                <a:cubicBezTo>
                  <a:pt x="9775" y="1477"/>
                  <a:pt x="9704" y="1179"/>
                  <a:pt x="9537" y="893"/>
                </a:cubicBezTo>
                <a:cubicBezTo>
                  <a:pt x="9394" y="631"/>
                  <a:pt x="9168" y="405"/>
                  <a:pt x="8882" y="239"/>
                </a:cubicBezTo>
                <a:cubicBezTo>
                  <a:pt x="8621" y="96"/>
                  <a:pt x="8323" y="0"/>
                  <a:pt x="798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86"/>
          <p:cNvSpPr/>
          <p:nvPr/>
        </p:nvSpPr>
        <p:spPr>
          <a:xfrm rot="10800000">
            <a:off x="2313762" y="3955140"/>
            <a:ext cx="619368" cy="431999"/>
          </a:xfrm>
          <a:custGeom>
            <a:rect b="b" l="l" r="r" t="t"/>
            <a:pathLst>
              <a:path extrusionOk="0" h="8978" w="12872">
                <a:moveTo>
                  <a:pt x="7989" y="0"/>
                </a:moveTo>
                <a:cubicBezTo>
                  <a:pt x="7680" y="0"/>
                  <a:pt x="7382" y="72"/>
                  <a:pt x="7097" y="239"/>
                </a:cubicBezTo>
                <a:cubicBezTo>
                  <a:pt x="6942" y="334"/>
                  <a:pt x="6775" y="465"/>
                  <a:pt x="6656" y="608"/>
                </a:cubicBezTo>
                <a:cubicBezTo>
                  <a:pt x="6112" y="1230"/>
                  <a:pt x="5501" y="1539"/>
                  <a:pt x="4891" y="1539"/>
                </a:cubicBezTo>
                <a:cubicBezTo>
                  <a:pt x="4287" y="1539"/>
                  <a:pt x="3683" y="1236"/>
                  <a:pt x="3144" y="631"/>
                </a:cubicBezTo>
                <a:cubicBezTo>
                  <a:pt x="3013" y="477"/>
                  <a:pt x="2858" y="346"/>
                  <a:pt x="2679" y="250"/>
                </a:cubicBezTo>
                <a:cubicBezTo>
                  <a:pt x="2417" y="108"/>
                  <a:pt x="2120" y="12"/>
                  <a:pt x="1786" y="12"/>
                </a:cubicBezTo>
                <a:cubicBezTo>
                  <a:pt x="1477" y="12"/>
                  <a:pt x="1179" y="96"/>
                  <a:pt x="893" y="250"/>
                </a:cubicBezTo>
                <a:cubicBezTo>
                  <a:pt x="631" y="405"/>
                  <a:pt x="405" y="631"/>
                  <a:pt x="239" y="905"/>
                </a:cubicBezTo>
                <a:cubicBezTo>
                  <a:pt x="96" y="1179"/>
                  <a:pt x="0" y="1477"/>
                  <a:pt x="0" y="1798"/>
                </a:cubicBezTo>
                <a:cubicBezTo>
                  <a:pt x="0" y="2120"/>
                  <a:pt x="72" y="2417"/>
                  <a:pt x="239" y="2691"/>
                </a:cubicBezTo>
                <a:cubicBezTo>
                  <a:pt x="393" y="2965"/>
                  <a:pt x="608" y="3191"/>
                  <a:pt x="893" y="3346"/>
                </a:cubicBezTo>
                <a:cubicBezTo>
                  <a:pt x="1167" y="3501"/>
                  <a:pt x="1465" y="3584"/>
                  <a:pt x="1786" y="3584"/>
                </a:cubicBezTo>
                <a:cubicBezTo>
                  <a:pt x="2096" y="3584"/>
                  <a:pt x="2394" y="3513"/>
                  <a:pt x="2679" y="3346"/>
                </a:cubicBezTo>
                <a:cubicBezTo>
                  <a:pt x="2846" y="3251"/>
                  <a:pt x="3013" y="3132"/>
                  <a:pt x="3144" y="2977"/>
                </a:cubicBezTo>
                <a:cubicBezTo>
                  <a:pt x="3688" y="2361"/>
                  <a:pt x="4300" y="2053"/>
                  <a:pt x="4913" y="2053"/>
                </a:cubicBezTo>
                <a:cubicBezTo>
                  <a:pt x="5118" y="2053"/>
                  <a:pt x="5322" y="2087"/>
                  <a:pt x="5525" y="2155"/>
                </a:cubicBezTo>
                <a:cubicBezTo>
                  <a:pt x="6192" y="2394"/>
                  <a:pt x="6596" y="3072"/>
                  <a:pt x="6465" y="3787"/>
                </a:cubicBezTo>
                <a:cubicBezTo>
                  <a:pt x="6299" y="4620"/>
                  <a:pt x="5644" y="5215"/>
                  <a:pt x="4572" y="5430"/>
                </a:cubicBezTo>
                <a:cubicBezTo>
                  <a:pt x="4382" y="5465"/>
                  <a:pt x="4179" y="5537"/>
                  <a:pt x="4001" y="5644"/>
                </a:cubicBezTo>
                <a:cubicBezTo>
                  <a:pt x="3739" y="5787"/>
                  <a:pt x="3513" y="6013"/>
                  <a:pt x="3346" y="6299"/>
                </a:cubicBezTo>
                <a:cubicBezTo>
                  <a:pt x="3203" y="6561"/>
                  <a:pt x="3108" y="6858"/>
                  <a:pt x="3108" y="7192"/>
                </a:cubicBezTo>
                <a:cubicBezTo>
                  <a:pt x="3108" y="7501"/>
                  <a:pt x="3191" y="7799"/>
                  <a:pt x="3346" y="8085"/>
                </a:cubicBezTo>
                <a:cubicBezTo>
                  <a:pt x="3501" y="8347"/>
                  <a:pt x="3727" y="8573"/>
                  <a:pt x="4001" y="8740"/>
                </a:cubicBezTo>
                <a:cubicBezTo>
                  <a:pt x="4275" y="8882"/>
                  <a:pt x="4572" y="8978"/>
                  <a:pt x="4894" y="8978"/>
                </a:cubicBezTo>
                <a:cubicBezTo>
                  <a:pt x="5215" y="8978"/>
                  <a:pt x="5513" y="8906"/>
                  <a:pt x="5787" y="8740"/>
                </a:cubicBezTo>
                <a:cubicBezTo>
                  <a:pt x="6061" y="8585"/>
                  <a:pt x="6287" y="8370"/>
                  <a:pt x="6442" y="8085"/>
                </a:cubicBezTo>
                <a:cubicBezTo>
                  <a:pt x="6596" y="7811"/>
                  <a:pt x="6680" y="7513"/>
                  <a:pt x="6680" y="7192"/>
                </a:cubicBezTo>
                <a:cubicBezTo>
                  <a:pt x="6680" y="7001"/>
                  <a:pt x="6656" y="6799"/>
                  <a:pt x="6596" y="6608"/>
                </a:cubicBezTo>
                <a:cubicBezTo>
                  <a:pt x="6239" y="5573"/>
                  <a:pt x="6430" y="4691"/>
                  <a:pt x="7073" y="4144"/>
                </a:cubicBezTo>
                <a:cubicBezTo>
                  <a:pt x="7341" y="3912"/>
                  <a:pt x="7671" y="3796"/>
                  <a:pt x="8001" y="3796"/>
                </a:cubicBezTo>
                <a:cubicBezTo>
                  <a:pt x="8332" y="3796"/>
                  <a:pt x="8662" y="3912"/>
                  <a:pt x="8930" y="4144"/>
                </a:cubicBezTo>
                <a:cubicBezTo>
                  <a:pt x="9573" y="4691"/>
                  <a:pt x="9764" y="5549"/>
                  <a:pt x="9406" y="6596"/>
                </a:cubicBezTo>
                <a:cubicBezTo>
                  <a:pt x="9347" y="6775"/>
                  <a:pt x="9299" y="6977"/>
                  <a:pt x="9299" y="7192"/>
                </a:cubicBezTo>
                <a:cubicBezTo>
                  <a:pt x="9299" y="7501"/>
                  <a:pt x="9383" y="7799"/>
                  <a:pt x="9537" y="8085"/>
                </a:cubicBezTo>
                <a:cubicBezTo>
                  <a:pt x="9692" y="8347"/>
                  <a:pt x="9918" y="8573"/>
                  <a:pt x="10192" y="8740"/>
                </a:cubicBezTo>
                <a:cubicBezTo>
                  <a:pt x="10466" y="8882"/>
                  <a:pt x="10764" y="8978"/>
                  <a:pt x="11085" y="8978"/>
                </a:cubicBezTo>
                <a:cubicBezTo>
                  <a:pt x="11407" y="8978"/>
                  <a:pt x="11704" y="8906"/>
                  <a:pt x="11978" y="8740"/>
                </a:cubicBezTo>
                <a:cubicBezTo>
                  <a:pt x="12252" y="8585"/>
                  <a:pt x="12478" y="8370"/>
                  <a:pt x="12633" y="8085"/>
                </a:cubicBezTo>
                <a:cubicBezTo>
                  <a:pt x="12788" y="7811"/>
                  <a:pt x="12871" y="7513"/>
                  <a:pt x="12871" y="7192"/>
                </a:cubicBezTo>
                <a:cubicBezTo>
                  <a:pt x="12871" y="6882"/>
                  <a:pt x="12800" y="6561"/>
                  <a:pt x="12633" y="6287"/>
                </a:cubicBezTo>
                <a:cubicBezTo>
                  <a:pt x="12490" y="6013"/>
                  <a:pt x="12264" y="5787"/>
                  <a:pt x="11978" y="5632"/>
                </a:cubicBezTo>
                <a:cubicBezTo>
                  <a:pt x="11823" y="5525"/>
                  <a:pt x="11621" y="5465"/>
                  <a:pt x="11430" y="5418"/>
                </a:cubicBezTo>
                <a:cubicBezTo>
                  <a:pt x="9823" y="5096"/>
                  <a:pt x="9156" y="3929"/>
                  <a:pt x="9680" y="2382"/>
                </a:cubicBezTo>
                <a:cubicBezTo>
                  <a:pt x="9740" y="2203"/>
                  <a:pt x="9775" y="2001"/>
                  <a:pt x="9775" y="1786"/>
                </a:cubicBezTo>
                <a:cubicBezTo>
                  <a:pt x="9775" y="1477"/>
                  <a:pt x="9704" y="1179"/>
                  <a:pt x="9537" y="893"/>
                </a:cubicBezTo>
                <a:cubicBezTo>
                  <a:pt x="9394" y="631"/>
                  <a:pt x="9168" y="405"/>
                  <a:pt x="8882" y="239"/>
                </a:cubicBezTo>
                <a:cubicBezTo>
                  <a:pt x="8621" y="96"/>
                  <a:pt x="8323" y="0"/>
                  <a:pt x="798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86"/>
          <p:cNvSpPr/>
          <p:nvPr/>
        </p:nvSpPr>
        <p:spPr>
          <a:xfrm rot="-7200112">
            <a:off x="3136985" y="3313034"/>
            <a:ext cx="619366" cy="431997"/>
          </a:xfrm>
          <a:custGeom>
            <a:rect b="b" l="l" r="r" t="t"/>
            <a:pathLst>
              <a:path extrusionOk="0" h="8978" w="12872">
                <a:moveTo>
                  <a:pt x="7989" y="0"/>
                </a:moveTo>
                <a:cubicBezTo>
                  <a:pt x="7680" y="0"/>
                  <a:pt x="7382" y="72"/>
                  <a:pt x="7097" y="239"/>
                </a:cubicBezTo>
                <a:cubicBezTo>
                  <a:pt x="6942" y="334"/>
                  <a:pt x="6775" y="465"/>
                  <a:pt x="6656" y="608"/>
                </a:cubicBezTo>
                <a:cubicBezTo>
                  <a:pt x="6112" y="1230"/>
                  <a:pt x="5501" y="1539"/>
                  <a:pt x="4891" y="1539"/>
                </a:cubicBezTo>
                <a:cubicBezTo>
                  <a:pt x="4287" y="1539"/>
                  <a:pt x="3683" y="1236"/>
                  <a:pt x="3144" y="631"/>
                </a:cubicBezTo>
                <a:cubicBezTo>
                  <a:pt x="3013" y="477"/>
                  <a:pt x="2858" y="346"/>
                  <a:pt x="2679" y="250"/>
                </a:cubicBezTo>
                <a:cubicBezTo>
                  <a:pt x="2417" y="108"/>
                  <a:pt x="2120" y="12"/>
                  <a:pt x="1786" y="12"/>
                </a:cubicBezTo>
                <a:cubicBezTo>
                  <a:pt x="1477" y="12"/>
                  <a:pt x="1179" y="96"/>
                  <a:pt x="893" y="250"/>
                </a:cubicBezTo>
                <a:cubicBezTo>
                  <a:pt x="631" y="405"/>
                  <a:pt x="405" y="631"/>
                  <a:pt x="239" y="905"/>
                </a:cubicBezTo>
                <a:cubicBezTo>
                  <a:pt x="96" y="1179"/>
                  <a:pt x="0" y="1477"/>
                  <a:pt x="0" y="1798"/>
                </a:cubicBezTo>
                <a:cubicBezTo>
                  <a:pt x="0" y="2120"/>
                  <a:pt x="72" y="2417"/>
                  <a:pt x="239" y="2691"/>
                </a:cubicBezTo>
                <a:cubicBezTo>
                  <a:pt x="393" y="2965"/>
                  <a:pt x="608" y="3191"/>
                  <a:pt x="893" y="3346"/>
                </a:cubicBezTo>
                <a:cubicBezTo>
                  <a:pt x="1167" y="3501"/>
                  <a:pt x="1465" y="3584"/>
                  <a:pt x="1786" y="3584"/>
                </a:cubicBezTo>
                <a:cubicBezTo>
                  <a:pt x="2096" y="3584"/>
                  <a:pt x="2394" y="3513"/>
                  <a:pt x="2679" y="3346"/>
                </a:cubicBezTo>
                <a:cubicBezTo>
                  <a:pt x="2846" y="3251"/>
                  <a:pt x="3013" y="3132"/>
                  <a:pt x="3144" y="2977"/>
                </a:cubicBezTo>
                <a:cubicBezTo>
                  <a:pt x="3688" y="2361"/>
                  <a:pt x="4300" y="2053"/>
                  <a:pt x="4913" y="2053"/>
                </a:cubicBezTo>
                <a:cubicBezTo>
                  <a:pt x="5118" y="2053"/>
                  <a:pt x="5322" y="2087"/>
                  <a:pt x="5525" y="2155"/>
                </a:cubicBezTo>
                <a:cubicBezTo>
                  <a:pt x="6192" y="2394"/>
                  <a:pt x="6596" y="3072"/>
                  <a:pt x="6465" y="3787"/>
                </a:cubicBezTo>
                <a:cubicBezTo>
                  <a:pt x="6299" y="4620"/>
                  <a:pt x="5644" y="5215"/>
                  <a:pt x="4572" y="5430"/>
                </a:cubicBezTo>
                <a:cubicBezTo>
                  <a:pt x="4382" y="5465"/>
                  <a:pt x="4179" y="5537"/>
                  <a:pt x="4001" y="5644"/>
                </a:cubicBezTo>
                <a:cubicBezTo>
                  <a:pt x="3739" y="5787"/>
                  <a:pt x="3513" y="6013"/>
                  <a:pt x="3346" y="6299"/>
                </a:cubicBezTo>
                <a:cubicBezTo>
                  <a:pt x="3203" y="6561"/>
                  <a:pt x="3108" y="6858"/>
                  <a:pt x="3108" y="7192"/>
                </a:cubicBezTo>
                <a:cubicBezTo>
                  <a:pt x="3108" y="7501"/>
                  <a:pt x="3191" y="7799"/>
                  <a:pt x="3346" y="8085"/>
                </a:cubicBezTo>
                <a:cubicBezTo>
                  <a:pt x="3501" y="8347"/>
                  <a:pt x="3727" y="8573"/>
                  <a:pt x="4001" y="8740"/>
                </a:cubicBezTo>
                <a:cubicBezTo>
                  <a:pt x="4275" y="8882"/>
                  <a:pt x="4572" y="8978"/>
                  <a:pt x="4894" y="8978"/>
                </a:cubicBezTo>
                <a:cubicBezTo>
                  <a:pt x="5215" y="8978"/>
                  <a:pt x="5513" y="8906"/>
                  <a:pt x="5787" y="8740"/>
                </a:cubicBezTo>
                <a:cubicBezTo>
                  <a:pt x="6061" y="8585"/>
                  <a:pt x="6287" y="8370"/>
                  <a:pt x="6442" y="8085"/>
                </a:cubicBezTo>
                <a:cubicBezTo>
                  <a:pt x="6596" y="7811"/>
                  <a:pt x="6680" y="7513"/>
                  <a:pt x="6680" y="7192"/>
                </a:cubicBezTo>
                <a:cubicBezTo>
                  <a:pt x="6680" y="7001"/>
                  <a:pt x="6656" y="6799"/>
                  <a:pt x="6596" y="6608"/>
                </a:cubicBezTo>
                <a:cubicBezTo>
                  <a:pt x="6239" y="5573"/>
                  <a:pt x="6430" y="4691"/>
                  <a:pt x="7073" y="4144"/>
                </a:cubicBezTo>
                <a:cubicBezTo>
                  <a:pt x="7341" y="3912"/>
                  <a:pt x="7671" y="3796"/>
                  <a:pt x="8001" y="3796"/>
                </a:cubicBezTo>
                <a:cubicBezTo>
                  <a:pt x="8332" y="3796"/>
                  <a:pt x="8662" y="3912"/>
                  <a:pt x="8930" y="4144"/>
                </a:cubicBezTo>
                <a:cubicBezTo>
                  <a:pt x="9573" y="4691"/>
                  <a:pt x="9764" y="5549"/>
                  <a:pt x="9406" y="6596"/>
                </a:cubicBezTo>
                <a:cubicBezTo>
                  <a:pt x="9347" y="6775"/>
                  <a:pt x="9299" y="6977"/>
                  <a:pt x="9299" y="7192"/>
                </a:cubicBezTo>
                <a:cubicBezTo>
                  <a:pt x="9299" y="7501"/>
                  <a:pt x="9383" y="7799"/>
                  <a:pt x="9537" y="8085"/>
                </a:cubicBezTo>
                <a:cubicBezTo>
                  <a:pt x="9692" y="8347"/>
                  <a:pt x="9918" y="8573"/>
                  <a:pt x="10192" y="8740"/>
                </a:cubicBezTo>
                <a:cubicBezTo>
                  <a:pt x="10466" y="8882"/>
                  <a:pt x="10764" y="8978"/>
                  <a:pt x="11085" y="8978"/>
                </a:cubicBezTo>
                <a:cubicBezTo>
                  <a:pt x="11407" y="8978"/>
                  <a:pt x="11704" y="8906"/>
                  <a:pt x="11978" y="8740"/>
                </a:cubicBezTo>
                <a:cubicBezTo>
                  <a:pt x="12252" y="8585"/>
                  <a:pt x="12478" y="8370"/>
                  <a:pt x="12633" y="8085"/>
                </a:cubicBezTo>
                <a:cubicBezTo>
                  <a:pt x="12788" y="7811"/>
                  <a:pt x="12871" y="7513"/>
                  <a:pt x="12871" y="7192"/>
                </a:cubicBezTo>
                <a:cubicBezTo>
                  <a:pt x="12871" y="6882"/>
                  <a:pt x="12800" y="6561"/>
                  <a:pt x="12633" y="6287"/>
                </a:cubicBezTo>
                <a:cubicBezTo>
                  <a:pt x="12490" y="6013"/>
                  <a:pt x="12264" y="5787"/>
                  <a:pt x="11978" y="5632"/>
                </a:cubicBezTo>
                <a:cubicBezTo>
                  <a:pt x="11823" y="5525"/>
                  <a:pt x="11621" y="5465"/>
                  <a:pt x="11430" y="5418"/>
                </a:cubicBezTo>
                <a:cubicBezTo>
                  <a:pt x="9823" y="5096"/>
                  <a:pt x="9156" y="3929"/>
                  <a:pt x="9680" y="2382"/>
                </a:cubicBezTo>
                <a:cubicBezTo>
                  <a:pt x="9740" y="2203"/>
                  <a:pt x="9775" y="2001"/>
                  <a:pt x="9775" y="1786"/>
                </a:cubicBezTo>
                <a:cubicBezTo>
                  <a:pt x="9775" y="1477"/>
                  <a:pt x="9704" y="1179"/>
                  <a:pt x="9537" y="893"/>
                </a:cubicBezTo>
                <a:cubicBezTo>
                  <a:pt x="9394" y="631"/>
                  <a:pt x="9168" y="405"/>
                  <a:pt x="8882" y="239"/>
                </a:cubicBezTo>
                <a:cubicBezTo>
                  <a:pt x="8621" y="96"/>
                  <a:pt x="8323" y="0"/>
                  <a:pt x="798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86"/>
          <p:cNvSpPr/>
          <p:nvPr/>
        </p:nvSpPr>
        <p:spPr>
          <a:xfrm rot="-3600132">
            <a:off x="1413816" y="4213984"/>
            <a:ext cx="619377" cy="432005"/>
          </a:xfrm>
          <a:custGeom>
            <a:rect b="b" l="l" r="r" t="t"/>
            <a:pathLst>
              <a:path extrusionOk="0" h="8978" w="12872">
                <a:moveTo>
                  <a:pt x="7989" y="0"/>
                </a:moveTo>
                <a:cubicBezTo>
                  <a:pt x="7680" y="0"/>
                  <a:pt x="7382" y="72"/>
                  <a:pt x="7097" y="239"/>
                </a:cubicBezTo>
                <a:cubicBezTo>
                  <a:pt x="6942" y="334"/>
                  <a:pt x="6775" y="465"/>
                  <a:pt x="6656" y="608"/>
                </a:cubicBezTo>
                <a:cubicBezTo>
                  <a:pt x="6112" y="1230"/>
                  <a:pt x="5501" y="1539"/>
                  <a:pt x="4891" y="1539"/>
                </a:cubicBezTo>
                <a:cubicBezTo>
                  <a:pt x="4287" y="1539"/>
                  <a:pt x="3683" y="1236"/>
                  <a:pt x="3144" y="631"/>
                </a:cubicBezTo>
                <a:cubicBezTo>
                  <a:pt x="3013" y="477"/>
                  <a:pt x="2858" y="346"/>
                  <a:pt x="2679" y="250"/>
                </a:cubicBezTo>
                <a:cubicBezTo>
                  <a:pt x="2417" y="108"/>
                  <a:pt x="2120" y="12"/>
                  <a:pt x="1786" y="12"/>
                </a:cubicBezTo>
                <a:cubicBezTo>
                  <a:pt x="1477" y="12"/>
                  <a:pt x="1179" y="96"/>
                  <a:pt x="893" y="250"/>
                </a:cubicBezTo>
                <a:cubicBezTo>
                  <a:pt x="631" y="405"/>
                  <a:pt x="405" y="631"/>
                  <a:pt x="239" y="905"/>
                </a:cubicBezTo>
                <a:cubicBezTo>
                  <a:pt x="96" y="1179"/>
                  <a:pt x="0" y="1477"/>
                  <a:pt x="0" y="1798"/>
                </a:cubicBezTo>
                <a:cubicBezTo>
                  <a:pt x="0" y="2120"/>
                  <a:pt x="72" y="2417"/>
                  <a:pt x="239" y="2691"/>
                </a:cubicBezTo>
                <a:cubicBezTo>
                  <a:pt x="393" y="2965"/>
                  <a:pt x="608" y="3191"/>
                  <a:pt x="893" y="3346"/>
                </a:cubicBezTo>
                <a:cubicBezTo>
                  <a:pt x="1167" y="3501"/>
                  <a:pt x="1465" y="3584"/>
                  <a:pt x="1786" y="3584"/>
                </a:cubicBezTo>
                <a:cubicBezTo>
                  <a:pt x="2096" y="3584"/>
                  <a:pt x="2394" y="3513"/>
                  <a:pt x="2679" y="3346"/>
                </a:cubicBezTo>
                <a:cubicBezTo>
                  <a:pt x="2846" y="3251"/>
                  <a:pt x="3013" y="3132"/>
                  <a:pt x="3144" y="2977"/>
                </a:cubicBezTo>
                <a:cubicBezTo>
                  <a:pt x="3688" y="2361"/>
                  <a:pt x="4300" y="2053"/>
                  <a:pt x="4913" y="2053"/>
                </a:cubicBezTo>
                <a:cubicBezTo>
                  <a:pt x="5118" y="2053"/>
                  <a:pt x="5322" y="2087"/>
                  <a:pt x="5525" y="2155"/>
                </a:cubicBezTo>
                <a:cubicBezTo>
                  <a:pt x="6192" y="2394"/>
                  <a:pt x="6596" y="3072"/>
                  <a:pt x="6465" y="3787"/>
                </a:cubicBezTo>
                <a:cubicBezTo>
                  <a:pt x="6299" y="4620"/>
                  <a:pt x="5644" y="5215"/>
                  <a:pt x="4572" y="5430"/>
                </a:cubicBezTo>
                <a:cubicBezTo>
                  <a:pt x="4382" y="5465"/>
                  <a:pt x="4179" y="5537"/>
                  <a:pt x="4001" y="5644"/>
                </a:cubicBezTo>
                <a:cubicBezTo>
                  <a:pt x="3739" y="5787"/>
                  <a:pt x="3513" y="6013"/>
                  <a:pt x="3346" y="6299"/>
                </a:cubicBezTo>
                <a:cubicBezTo>
                  <a:pt x="3203" y="6561"/>
                  <a:pt x="3108" y="6858"/>
                  <a:pt x="3108" y="7192"/>
                </a:cubicBezTo>
                <a:cubicBezTo>
                  <a:pt x="3108" y="7501"/>
                  <a:pt x="3191" y="7799"/>
                  <a:pt x="3346" y="8085"/>
                </a:cubicBezTo>
                <a:cubicBezTo>
                  <a:pt x="3501" y="8347"/>
                  <a:pt x="3727" y="8573"/>
                  <a:pt x="4001" y="8740"/>
                </a:cubicBezTo>
                <a:cubicBezTo>
                  <a:pt x="4275" y="8882"/>
                  <a:pt x="4572" y="8978"/>
                  <a:pt x="4894" y="8978"/>
                </a:cubicBezTo>
                <a:cubicBezTo>
                  <a:pt x="5215" y="8978"/>
                  <a:pt x="5513" y="8906"/>
                  <a:pt x="5787" y="8740"/>
                </a:cubicBezTo>
                <a:cubicBezTo>
                  <a:pt x="6061" y="8585"/>
                  <a:pt x="6287" y="8370"/>
                  <a:pt x="6442" y="8085"/>
                </a:cubicBezTo>
                <a:cubicBezTo>
                  <a:pt x="6596" y="7811"/>
                  <a:pt x="6680" y="7513"/>
                  <a:pt x="6680" y="7192"/>
                </a:cubicBezTo>
                <a:cubicBezTo>
                  <a:pt x="6680" y="7001"/>
                  <a:pt x="6656" y="6799"/>
                  <a:pt x="6596" y="6608"/>
                </a:cubicBezTo>
                <a:cubicBezTo>
                  <a:pt x="6239" y="5573"/>
                  <a:pt x="6430" y="4691"/>
                  <a:pt x="7073" y="4144"/>
                </a:cubicBezTo>
                <a:cubicBezTo>
                  <a:pt x="7341" y="3912"/>
                  <a:pt x="7671" y="3796"/>
                  <a:pt x="8001" y="3796"/>
                </a:cubicBezTo>
                <a:cubicBezTo>
                  <a:pt x="8332" y="3796"/>
                  <a:pt x="8662" y="3912"/>
                  <a:pt x="8930" y="4144"/>
                </a:cubicBezTo>
                <a:cubicBezTo>
                  <a:pt x="9573" y="4691"/>
                  <a:pt x="9764" y="5549"/>
                  <a:pt x="9406" y="6596"/>
                </a:cubicBezTo>
                <a:cubicBezTo>
                  <a:pt x="9347" y="6775"/>
                  <a:pt x="9299" y="6977"/>
                  <a:pt x="9299" y="7192"/>
                </a:cubicBezTo>
                <a:cubicBezTo>
                  <a:pt x="9299" y="7501"/>
                  <a:pt x="9383" y="7799"/>
                  <a:pt x="9537" y="8085"/>
                </a:cubicBezTo>
                <a:cubicBezTo>
                  <a:pt x="9692" y="8347"/>
                  <a:pt x="9918" y="8573"/>
                  <a:pt x="10192" y="8740"/>
                </a:cubicBezTo>
                <a:cubicBezTo>
                  <a:pt x="10466" y="8882"/>
                  <a:pt x="10764" y="8978"/>
                  <a:pt x="11085" y="8978"/>
                </a:cubicBezTo>
                <a:cubicBezTo>
                  <a:pt x="11407" y="8978"/>
                  <a:pt x="11704" y="8906"/>
                  <a:pt x="11978" y="8740"/>
                </a:cubicBezTo>
                <a:cubicBezTo>
                  <a:pt x="12252" y="8585"/>
                  <a:pt x="12478" y="8370"/>
                  <a:pt x="12633" y="8085"/>
                </a:cubicBezTo>
                <a:cubicBezTo>
                  <a:pt x="12788" y="7811"/>
                  <a:pt x="12871" y="7513"/>
                  <a:pt x="12871" y="7192"/>
                </a:cubicBezTo>
                <a:cubicBezTo>
                  <a:pt x="12871" y="6882"/>
                  <a:pt x="12800" y="6561"/>
                  <a:pt x="12633" y="6287"/>
                </a:cubicBezTo>
                <a:cubicBezTo>
                  <a:pt x="12490" y="6013"/>
                  <a:pt x="12264" y="5787"/>
                  <a:pt x="11978" y="5632"/>
                </a:cubicBezTo>
                <a:cubicBezTo>
                  <a:pt x="11823" y="5525"/>
                  <a:pt x="11621" y="5465"/>
                  <a:pt x="11430" y="5418"/>
                </a:cubicBezTo>
                <a:cubicBezTo>
                  <a:pt x="9823" y="5096"/>
                  <a:pt x="9156" y="3929"/>
                  <a:pt x="9680" y="2382"/>
                </a:cubicBezTo>
                <a:cubicBezTo>
                  <a:pt x="9740" y="2203"/>
                  <a:pt x="9775" y="2001"/>
                  <a:pt x="9775" y="1786"/>
                </a:cubicBezTo>
                <a:cubicBezTo>
                  <a:pt x="9775" y="1477"/>
                  <a:pt x="9704" y="1179"/>
                  <a:pt x="9537" y="893"/>
                </a:cubicBezTo>
                <a:cubicBezTo>
                  <a:pt x="9394" y="631"/>
                  <a:pt x="9168" y="405"/>
                  <a:pt x="8882" y="239"/>
                </a:cubicBezTo>
                <a:cubicBezTo>
                  <a:pt x="8621" y="96"/>
                  <a:pt x="8323" y="0"/>
                  <a:pt x="798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86"/>
          <p:cNvSpPr/>
          <p:nvPr/>
        </p:nvSpPr>
        <p:spPr>
          <a:xfrm rot="3599888">
            <a:off x="6768646" y="2989006"/>
            <a:ext cx="621050" cy="691542"/>
          </a:xfrm>
          <a:custGeom>
            <a:rect b="b" l="l" r="r" t="t"/>
            <a:pathLst>
              <a:path extrusionOk="0" h="14372" w="12907">
                <a:moveTo>
                  <a:pt x="8013" y="1"/>
                </a:moveTo>
                <a:cubicBezTo>
                  <a:pt x="7704" y="1"/>
                  <a:pt x="7406" y="84"/>
                  <a:pt x="7120" y="239"/>
                </a:cubicBezTo>
                <a:cubicBezTo>
                  <a:pt x="6954" y="334"/>
                  <a:pt x="6787" y="465"/>
                  <a:pt x="6668" y="620"/>
                </a:cubicBezTo>
                <a:cubicBezTo>
                  <a:pt x="6125" y="1234"/>
                  <a:pt x="5519" y="1541"/>
                  <a:pt x="4912" y="1541"/>
                </a:cubicBezTo>
                <a:cubicBezTo>
                  <a:pt x="4307" y="1541"/>
                  <a:pt x="3702" y="1237"/>
                  <a:pt x="3156" y="632"/>
                </a:cubicBezTo>
                <a:cubicBezTo>
                  <a:pt x="3025" y="477"/>
                  <a:pt x="2882" y="346"/>
                  <a:pt x="2703" y="263"/>
                </a:cubicBezTo>
                <a:cubicBezTo>
                  <a:pt x="2429" y="108"/>
                  <a:pt x="2132" y="24"/>
                  <a:pt x="1810" y="24"/>
                </a:cubicBezTo>
                <a:cubicBezTo>
                  <a:pt x="1489" y="24"/>
                  <a:pt x="1191" y="96"/>
                  <a:pt x="917" y="263"/>
                </a:cubicBezTo>
                <a:cubicBezTo>
                  <a:pt x="643" y="405"/>
                  <a:pt x="417" y="632"/>
                  <a:pt x="262" y="917"/>
                </a:cubicBezTo>
                <a:cubicBezTo>
                  <a:pt x="108" y="1179"/>
                  <a:pt x="24" y="1477"/>
                  <a:pt x="24" y="1810"/>
                </a:cubicBezTo>
                <a:cubicBezTo>
                  <a:pt x="24" y="2120"/>
                  <a:pt x="96" y="2418"/>
                  <a:pt x="262" y="2703"/>
                </a:cubicBezTo>
                <a:cubicBezTo>
                  <a:pt x="405" y="2965"/>
                  <a:pt x="631" y="3191"/>
                  <a:pt x="917" y="3358"/>
                </a:cubicBezTo>
                <a:cubicBezTo>
                  <a:pt x="1179" y="3501"/>
                  <a:pt x="1477" y="3596"/>
                  <a:pt x="1810" y="3596"/>
                </a:cubicBezTo>
                <a:cubicBezTo>
                  <a:pt x="2120" y="3596"/>
                  <a:pt x="2417" y="3513"/>
                  <a:pt x="2703" y="3358"/>
                </a:cubicBezTo>
                <a:cubicBezTo>
                  <a:pt x="2858" y="3251"/>
                  <a:pt x="3025" y="3132"/>
                  <a:pt x="3156" y="2977"/>
                </a:cubicBezTo>
                <a:cubicBezTo>
                  <a:pt x="3707" y="2372"/>
                  <a:pt x="4319" y="2060"/>
                  <a:pt x="4926" y="2060"/>
                </a:cubicBezTo>
                <a:cubicBezTo>
                  <a:pt x="5131" y="2060"/>
                  <a:pt x="5335" y="2095"/>
                  <a:pt x="5537" y="2168"/>
                </a:cubicBezTo>
                <a:cubicBezTo>
                  <a:pt x="6215" y="2406"/>
                  <a:pt x="6608" y="3072"/>
                  <a:pt x="6477" y="3787"/>
                </a:cubicBezTo>
                <a:cubicBezTo>
                  <a:pt x="6311" y="4620"/>
                  <a:pt x="5656" y="5216"/>
                  <a:pt x="4584" y="5442"/>
                </a:cubicBezTo>
                <a:cubicBezTo>
                  <a:pt x="4394" y="5466"/>
                  <a:pt x="4203" y="5537"/>
                  <a:pt x="4025" y="5644"/>
                </a:cubicBezTo>
                <a:cubicBezTo>
                  <a:pt x="3751" y="5799"/>
                  <a:pt x="3537" y="6013"/>
                  <a:pt x="3370" y="6299"/>
                </a:cubicBezTo>
                <a:cubicBezTo>
                  <a:pt x="3215" y="6573"/>
                  <a:pt x="3132" y="6870"/>
                  <a:pt x="3132" y="7192"/>
                </a:cubicBezTo>
                <a:cubicBezTo>
                  <a:pt x="3132" y="7382"/>
                  <a:pt x="3156" y="7585"/>
                  <a:pt x="3215" y="7775"/>
                </a:cubicBezTo>
                <a:cubicBezTo>
                  <a:pt x="3739" y="9335"/>
                  <a:pt x="3072" y="10478"/>
                  <a:pt x="1465" y="10823"/>
                </a:cubicBezTo>
                <a:cubicBezTo>
                  <a:pt x="1274" y="10859"/>
                  <a:pt x="1072" y="10931"/>
                  <a:pt x="893" y="11038"/>
                </a:cubicBezTo>
                <a:cubicBezTo>
                  <a:pt x="631" y="11181"/>
                  <a:pt x="405" y="11407"/>
                  <a:pt x="239" y="11693"/>
                </a:cubicBezTo>
                <a:cubicBezTo>
                  <a:pt x="96" y="11954"/>
                  <a:pt x="0" y="12252"/>
                  <a:pt x="0" y="12585"/>
                </a:cubicBezTo>
                <a:cubicBezTo>
                  <a:pt x="0" y="12895"/>
                  <a:pt x="84" y="13193"/>
                  <a:pt x="239" y="13478"/>
                </a:cubicBezTo>
                <a:cubicBezTo>
                  <a:pt x="393" y="13740"/>
                  <a:pt x="620" y="13967"/>
                  <a:pt x="893" y="14133"/>
                </a:cubicBezTo>
                <a:cubicBezTo>
                  <a:pt x="1167" y="14276"/>
                  <a:pt x="1465" y="14371"/>
                  <a:pt x="1786" y="14371"/>
                </a:cubicBezTo>
                <a:cubicBezTo>
                  <a:pt x="2108" y="14371"/>
                  <a:pt x="2405" y="14288"/>
                  <a:pt x="2679" y="14133"/>
                </a:cubicBezTo>
                <a:cubicBezTo>
                  <a:pt x="2953" y="13979"/>
                  <a:pt x="3179" y="13752"/>
                  <a:pt x="3334" y="13478"/>
                </a:cubicBezTo>
                <a:cubicBezTo>
                  <a:pt x="3489" y="13205"/>
                  <a:pt x="3572" y="12907"/>
                  <a:pt x="3572" y="12585"/>
                </a:cubicBezTo>
                <a:cubicBezTo>
                  <a:pt x="3572" y="12383"/>
                  <a:pt x="3548" y="12193"/>
                  <a:pt x="3489" y="12002"/>
                </a:cubicBezTo>
                <a:cubicBezTo>
                  <a:pt x="2965" y="10442"/>
                  <a:pt x="3632" y="9276"/>
                  <a:pt x="5239" y="8954"/>
                </a:cubicBezTo>
                <a:cubicBezTo>
                  <a:pt x="5442" y="8918"/>
                  <a:pt x="5620" y="8847"/>
                  <a:pt x="5799" y="8740"/>
                </a:cubicBezTo>
                <a:cubicBezTo>
                  <a:pt x="6061" y="8597"/>
                  <a:pt x="6287" y="8371"/>
                  <a:pt x="6454" y="8085"/>
                </a:cubicBezTo>
                <a:cubicBezTo>
                  <a:pt x="6596" y="7823"/>
                  <a:pt x="6692" y="7525"/>
                  <a:pt x="6692" y="7192"/>
                </a:cubicBezTo>
                <a:cubicBezTo>
                  <a:pt x="6692" y="7001"/>
                  <a:pt x="6656" y="6811"/>
                  <a:pt x="6585" y="6609"/>
                </a:cubicBezTo>
                <a:cubicBezTo>
                  <a:pt x="6227" y="5573"/>
                  <a:pt x="6418" y="4692"/>
                  <a:pt x="7061" y="4144"/>
                </a:cubicBezTo>
                <a:cubicBezTo>
                  <a:pt x="7329" y="3912"/>
                  <a:pt x="7659" y="3796"/>
                  <a:pt x="7989" y="3796"/>
                </a:cubicBezTo>
                <a:cubicBezTo>
                  <a:pt x="8320" y="3796"/>
                  <a:pt x="8650" y="3912"/>
                  <a:pt x="8918" y="4144"/>
                </a:cubicBezTo>
                <a:cubicBezTo>
                  <a:pt x="9561" y="4692"/>
                  <a:pt x="9752" y="5561"/>
                  <a:pt x="9394" y="6597"/>
                </a:cubicBezTo>
                <a:cubicBezTo>
                  <a:pt x="9335" y="6775"/>
                  <a:pt x="9287" y="6990"/>
                  <a:pt x="9287" y="7192"/>
                </a:cubicBezTo>
                <a:cubicBezTo>
                  <a:pt x="9287" y="7502"/>
                  <a:pt x="9371" y="7799"/>
                  <a:pt x="9525" y="8085"/>
                </a:cubicBezTo>
                <a:cubicBezTo>
                  <a:pt x="9680" y="8359"/>
                  <a:pt x="9906" y="8573"/>
                  <a:pt x="10180" y="8740"/>
                </a:cubicBezTo>
                <a:cubicBezTo>
                  <a:pt x="10454" y="8895"/>
                  <a:pt x="10752" y="8978"/>
                  <a:pt x="11073" y="8978"/>
                </a:cubicBezTo>
                <a:cubicBezTo>
                  <a:pt x="11395" y="8978"/>
                  <a:pt x="11692" y="8906"/>
                  <a:pt x="11966" y="8740"/>
                </a:cubicBezTo>
                <a:cubicBezTo>
                  <a:pt x="12240" y="8597"/>
                  <a:pt x="12466" y="8371"/>
                  <a:pt x="12621" y="8085"/>
                </a:cubicBezTo>
                <a:cubicBezTo>
                  <a:pt x="12776" y="7823"/>
                  <a:pt x="12859" y="7525"/>
                  <a:pt x="12859" y="7192"/>
                </a:cubicBezTo>
                <a:cubicBezTo>
                  <a:pt x="12907" y="6882"/>
                  <a:pt x="12823" y="6573"/>
                  <a:pt x="12657" y="6287"/>
                </a:cubicBezTo>
                <a:cubicBezTo>
                  <a:pt x="12502" y="6013"/>
                  <a:pt x="12288" y="5799"/>
                  <a:pt x="12002" y="5632"/>
                </a:cubicBezTo>
                <a:cubicBezTo>
                  <a:pt x="11835" y="5525"/>
                  <a:pt x="11645" y="5466"/>
                  <a:pt x="11454" y="5418"/>
                </a:cubicBezTo>
                <a:cubicBezTo>
                  <a:pt x="9847" y="5096"/>
                  <a:pt x="9168" y="3930"/>
                  <a:pt x="9692" y="2382"/>
                </a:cubicBezTo>
                <a:cubicBezTo>
                  <a:pt x="9752" y="2203"/>
                  <a:pt x="9799" y="2001"/>
                  <a:pt x="9799" y="1787"/>
                </a:cubicBezTo>
                <a:cubicBezTo>
                  <a:pt x="9799" y="1477"/>
                  <a:pt x="9728" y="1179"/>
                  <a:pt x="9561" y="894"/>
                </a:cubicBezTo>
                <a:cubicBezTo>
                  <a:pt x="9406" y="632"/>
                  <a:pt x="9192" y="405"/>
                  <a:pt x="8906" y="239"/>
                </a:cubicBezTo>
                <a:cubicBezTo>
                  <a:pt x="8632" y="96"/>
                  <a:pt x="8335" y="1"/>
                  <a:pt x="801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86"/>
          <p:cNvSpPr/>
          <p:nvPr/>
        </p:nvSpPr>
        <p:spPr>
          <a:xfrm rot="7200112">
            <a:off x="4303521" y="3515178"/>
            <a:ext cx="621050" cy="691542"/>
          </a:xfrm>
          <a:custGeom>
            <a:rect b="b" l="l" r="r" t="t"/>
            <a:pathLst>
              <a:path extrusionOk="0" h="14372" w="12907">
                <a:moveTo>
                  <a:pt x="8013" y="1"/>
                </a:moveTo>
                <a:cubicBezTo>
                  <a:pt x="7704" y="1"/>
                  <a:pt x="7406" y="84"/>
                  <a:pt x="7120" y="239"/>
                </a:cubicBezTo>
                <a:cubicBezTo>
                  <a:pt x="6954" y="334"/>
                  <a:pt x="6787" y="465"/>
                  <a:pt x="6668" y="620"/>
                </a:cubicBezTo>
                <a:cubicBezTo>
                  <a:pt x="6125" y="1234"/>
                  <a:pt x="5519" y="1541"/>
                  <a:pt x="4912" y="1541"/>
                </a:cubicBezTo>
                <a:cubicBezTo>
                  <a:pt x="4307" y="1541"/>
                  <a:pt x="3702" y="1237"/>
                  <a:pt x="3156" y="632"/>
                </a:cubicBezTo>
                <a:cubicBezTo>
                  <a:pt x="3025" y="477"/>
                  <a:pt x="2882" y="346"/>
                  <a:pt x="2703" y="263"/>
                </a:cubicBezTo>
                <a:cubicBezTo>
                  <a:pt x="2429" y="108"/>
                  <a:pt x="2132" y="24"/>
                  <a:pt x="1810" y="24"/>
                </a:cubicBezTo>
                <a:cubicBezTo>
                  <a:pt x="1489" y="24"/>
                  <a:pt x="1191" y="96"/>
                  <a:pt x="917" y="263"/>
                </a:cubicBezTo>
                <a:cubicBezTo>
                  <a:pt x="643" y="405"/>
                  <a:pt x="417" y="632"/>
                  <a:pt x="262" y="917"/>
                </a:cubicBezTo>
                <a:cubicBezTo>
                  <a:pt x="108" y="1179"/>
                  <a:pt x="24" y="1477"/>
                  <a:pt x="24" y="1810"/>
                </a:cubicBezTo>
                <a:cubicBezTo>
                  <a:pt x="24" y="2120"/>
                  <a:pt x="96" y="2418"/>
                  <a:pt x="262" y="2703"/>
                </a:cubicBezTo>
                <a:cubicBezTo>
                  <a:pt x="405" y="2965"/>
                  <a:pt x="631" y="3191"/>
                  <a:pt x="917" y="3358"/>
                </a:cubicBezTo>
                <a:cubicBezTo>
                  <a:pt x="1179" y="3501"/>
                  <a:pt x="1477" y="3596"/>
                  <a:pt x="1810" y="3596"/>
                </a:cubicBezTo>
                <a:cubicBezTo>
                  <a:pt x="2120" y="3596"/>
                  <a:pt x="2417" y="3513"/>
                  <a:pt x="2703" y="3358"/>
                </a:cubicBezTo>
                <a:cubicBezTo>
                  <a:pt x="2858" y="3251"/>
                  <a:pt x="3025" y="3132"/>
                  <a:pt x="3156" y="2977"/>
                </a:cubicBezTo>
                <a:cubicBezTo>
                  <a:pt x="3707" y="2372"/>
                  <a:pt x="4319" y="2060"/>
                  <a:pt x="4926" y="2060"/>
                </a:cubicBezTo>
                <a:cubicBezTo>
                  <a:pt x="5131" y="2060"/>
                  <a:pt x="5335" y="2095"/>
                  <a:pt x="5537" y="2168"/>
                </a:cubicBezTo>
                <a:cubicBezTo>
                  <a:pt x="6215" y="2406"/>
                  <a:pt x="6608" y="3072"/>
                  <a:pt x="6477" y="3787"/>
                </a:cubicBezTo>
                <a:cubicBezTo>
                  <a:pt x="6311" y="4620"/>
                  <a:pt x="5656" y="5216"/>
                  <a:pt x="4584" y="5442"/>
                </a:cubicBezTo>
                <a:cubicBezTo>
                  <a:pt x="4394" y="5466"/>
                  <a:pt x="4203" y="5537"/>
                  <a:pt x="4025" y="5644"/>
                </a:cubicBezTo>
                <a:cubicBezTo>
                  <a:pt x="3751" y="5799"/>
                  <a:pt x="3537" y="6013"/>
                  <a:pt x="3370" y="6299"/>
                </a:cubicBezTo>
                <a:cubicBezTo>
                  <a:pt x="3215" y="6573"/>
                  <a:pt x="3132" y="6870"/>
                  <a:pt x="3132" y="7192"/>
                </a:cubicBezTo>
                <a:cubicBezTo>
                  <a:pt x="3132" y="7382"/>
                  <a:pt x="3156" y="7585"/>
                  <a:pt x="3215" y="7775"/>
                </a:cubicBezTo>
                <a:cubicBezTo>
                  <a:pt x="3739" y="9335"/>
                  <a:pt x="3072" y="10478"/>
                  <a:pt x="1465" y="10823"/>
                </a:cubicBezTo>
                <a:cubicBezTo>
                  <a:pt x="1274" y="10859"/>
                  <a:pt x="1072" y="10931"/>
                  <a:pt x="893" y="11038"/>
                </a:cubicBezTo>
                <a:cubicBezTo>
                  <a:pt x="631" y="11181"/>
                  <a:pt x="405" y="11407"/>
                  <a:pt x="239" y="11693"/>
                </a:cubicBezTo>
                <a:cubicBezTo>
                  <a:pt x="96" y="11954"/>
                  <a:pt x="0" y="12252"/>
                  <a:pt x="0" y="12585"/>
                </a:cubicBezTo>
                <a:cubicBezTo>
                  <a:pt x="0" y="12895"/>
                  <a:pt x="84" y="13193"/>
                  <a:pt x="239" y="13478"/>
                </a:cubicBezTo>
                <a:cubicBezTo>
                  <a:pt x="393" y="13740"/>
                  <a:pt x="620" y="13967"/>
                  <a:pt x="893" y="14133"/>
                </a:cubicBezTo>
                <a:cubicBezTo>
                  <a:pt x="1167" y="14276"/>
                  <a:pt x="1465" y="14371"/>
                  <a:pt x="1786" y="14371"/>
                </a:cubicBezTo>
                <a:cubicBezTo>
                  <a:pt x="2108" y="14371"/>
                  <a:pt x="2405" y="14288"/>
                  <a:pt x="2679" y="14133"/>
                </a:cubicBezTo>
                <a:cubicBezTo>
                  <a:pt x="2953" y="13979"/>
                  <a:pt x="3179" y="13752"/>
                  <a:pt x="3334" y="13478"/>
                </a:cubicBezTo>
                <a:cubicBezTo>
                  <a:pt x="3489" y="13205"/>
                  <a:pt x="3572" y="12907"/>
                  <a:pt x="3572" y="12585"/>
                </a:cubicBezTo>
                <a:cubicBezTo>
                  <a:pt x="3572" y="12383"/>
                  <a:pt x="3548" y="12193"/>
                  <a:pt x="3489" y="12002"/>
                </a:cubicBezTo>
                <a:cubicBezTo>
                  <a:pt x="2965" y="10442"/>
                  <a:pt x="3632" y="9276"/>
                  <a:pt x="5239" y="8954"/>
                </a:cubicBezTo>
                <a:cubicBezTo>
                  <a:pt x="5442" y="8918"/>
                  <a:pt x="5620" y="8847"/>
                  <a:pt x="5799" y="8740"/>
                </a:cubicBezTo>
                <a:cubicBezTo>
                  <a:pt x="6061" y="8597"/>
                  <a:pt x="6287" y="8371"/>
                  <a:pt x="6454" y="8085"/>
                </a:cubicBezTo>
                <a:cubicBezTo>
                  <a:pt x="6596" y="7823"/>
                  <a:pt x="6692" y="7525"/>
                  <a:pt x="6692" y="7192"/>
                </a:cubicBezTo>
                <a:cubicBezTo>
                  <a:pt x="6692" y="7001"/>
                  <a:pt x="6656" y="6811"/>
                  <a:pt x="6585" y="6609"/>
                </a:cubicBezTo>
                <a:cubicBezTo>
                  <a:pt x="6227" y="5573"/>
                  <a:pt x="6418" y="4692"/>
                  <a:pt x="7061" y="4144"/>
                </a:cubicBezTo>
                <a:cubicBezTo>
                  <a:pt x="7329" y="3912"/>
                  <a:pt x="7659" y="3796"/>
                  <a:pt x="7989" y="3796"/>
                </a:cubicBezTo>
                <a:cubicBezTo>
                  <a:pt x="8320" y="3796"/>
                  <a:pt x="8650" y="3912"/>
                  <a:pt x="8918" y="4144"/>
                </a:cubicBezTo>
                <a:cubicBezTo>
                  <a:pt x="9561" y="4692"/>
                  <a:pt x="9752" y="5561"/>
                  <a:pt x="9394" y="6597"/>
                </a:cubicBezTo>
                <a:cubicBezTo>
                  <a:pt x="9335" y="6775"/>
                  <a:pt x="9287" y="6990"/>
                  <a:pt x="9287" y="7192"/>
                </a:cubicBezTo>
                <a:cubicBezTo>
                  <a:pt x="9287" y="7502"/>
                  <a:pt x="9371" y="7799"/>
                  <a:pt x="9525" y="8085"/>
                </a:cubicBezTo>
                <a:cubicBezTo>
                  <a:pt x="9680" y="8359"/>
                  <a:pt x="9906" y="8573"/>
                  <a:pt x="10180" y="8740"/>
                </a:cubicBezTo>
                <a:cubicBezTo>
                  <a:pt x="10454" y="8895"/>
                  <a:pt x="10752" y="8978"/>
                  <a:pt x="11073" y="8978"/>
                </a:cubicBezTo>
                <a:cubicBezTo>
                  <a:pt x="11395" y="8978"/>
                  <a:pt x="11692" y="8906"/>
                  <a:pt x="11966" y="8740"/>
                </a:cubicBezTo>
                <a:cubicBezTo>
                  <a:pt x="12240" y="8597"/>
                  <a:pt x="12466" y="8371"/>
                  <a:pt x="12621" y="8085"/>
                </a:cubicBezTo>
                <a:cubicBezTo>
                  <a:pt x="12776" y="7823"/>
                  <a:pt x="12859" y="7525"/>
                  <a:pt x="12859" y="7192"/>
                </a:cubicBezTo>
                <a:cubicBezTo>
                  <a:pt x="12907" y="6882"/>
                  <a:pt x="12823" y="6573"/>
                  <a:pt x="12657" y="6287"/>
                </a:cubicBezTo>
                <a:cubicBezTo>
                  <a:pt x="12502" y="6013"/>
                  <a:pt x="12288" y="5799"/>
                  <a:pt x="12002" y="5632"/>
                </a:cubicBezTo>
                <a:cubicBezTo>
                  <a:pt x="11835" y="5525"/>
                  <a:pt x="11645" y="5466"/>
                  <a:pt x="11454" y="5418"/>
                </a:cubicBezTo>
                <a:cubicBezTo>
                  <a:pt x="9847" y="5096"/>
                  <a:pt x="9168" y="3930"/>
                  <a:pt x="9692" y="2382"/>
                </a:cubicBezTo>
                <a:cubicBezTo>
                  <a:pt x="9752" y="2203"/>
                  <a:pt x="9799" y="2001"/>
                  <a:pt x="9799" y="1787"/>
                </a:cubicBezTo>
                <a:cubicBezTo>
                  <a:pt x="9799" y="1477"/>
                  <a:pt x="9728" y="1179"/>
                  <a:pt x="9561" y="894"/>
                </a:cubicBezTo>
                <a:cubicBezTo>
                  <a:pt x="9406" y="632"/>
                  <a:pt x="9192" y="405"/>
                  <a:pt x="8906" y="239"/>
                </a:cubicBezTo>
                <a:cubicBezTo>
                  <a:pt x="8632" y="96"/>
                  <a:pt x="8335" y="1"/>
                  <a:pt x="801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86"/>
          <p:cNvSpPr/>
          <p:nvPr/>
        </p:nvSpPr>
        <p:spPr>
          <a:xfrm rot="10800000">
            <a:off x="6055169" y="2914269"/>
            <a:ext cx="621053" cy="691545"/>
          </a:xfrm>
          <a:custGeom>
            <a:rect b="b" l="l" r="r" t="t"/>
            <a:pathLst>
              <a:path extrusionOk="0" h="14372" w="12907">
                <a:moveTo>
                  <a:pt x="8013" y="1"/>
                </a:moveTo>
                <a:cubicBezTo>
                  <a:pt x="7704" y="1"/>
                  <a:pt x="7406" y="84"/>
                  <a:pt x="7120" y="239"/>
                </a:cubicBezTo>
                <a:cubicBezTo>
                  <a:pt x="6954" y="334"/>
                  <a:pt x="6787" y="465"/>
                  <a:pt x="6668" y="620"/>
                </a:cubicBezTo>
                <a:cubicBezTo>
                  <a:pt x="6125" y="1234"/>
                  <a:pt x="5519" y="1541"/>
                  <a:pt x="4912" y="1541"/>
                </a:cubicBezTo>
                <a:cubicBezTo>
                  <a:pt x="4307" y="1541"/>
                  <a:pt x="3702" y="1237"/>
                  <a:pt x="3156" y="632"/>
                </a:cubicBezTo>
                <a:cubicBezTo>
                  <a:pt x="3025" y="477"/>
                  <a:pt x="2882" y="346"/>
                  <a:pt x="2703" y="263"/>
                </a:cubicBezTo>
                <a:cubicBezTo>
                  <a:pt x="2429" y="108"/>
                  <a:pt x="2132" y="24"/>
                  <a:pt x="1810" y="24"/>
                </a:cubicBezTo>
                <a:cubicBezTo>
                  <a:pt x="1489" y="24"/>
                  <a:pt x="1191" y="96"/>
                  <a:pt x="917" y="263"/>
                </a:cubicBezTo>
                <a:cubicBezTo>
                  <a:pt x="643" y="405"/>
                  <a:pt x="417" y="632"/>
                  <a:pt x="262" y="917"/>
                </a:cubicBezTo>
                <a:cubicBezTo>
                  <a:pt x="108" y="1179"/>
                  <a:pt x="24" y="1477"/>
                  <a:pt x="24" y="1810"/>
                </a:cubicBezTo>
                <a:cubicBezTo>
                  <a:pt x="24" y="2120"/>
                  <a:pt x="96" y="2418"/>
                  <a:pt x="262" y="2703"/>
                </a:cubicBezTo>
                <a:cubicBezTo>
                  <a:pt x="405" y="2965"/>
                  <a:pt x="631" y="3191"/>
                  <a:pt x="917" y="3358"/>
                </a:cubicBezTo>
                <a:cubicBezTo>
                  <a:pt x="1179" y="3501"/>
                  <a:pt x="1477" y="3596"/>
                  <a:pt x="1810" y="3596"/>
                </a:cubicBezTo>
                <a:cubicBezTo>
                  <a:pt x="2120" y="3596"/>
                  <a:pt x="2417" y="3513"/>
                  <a:pt x="2703" y="3358"/>
                </a:cubicBezTo>
                <a:cubicBezTo>
                  <a:pt x="2858" y="3251"/>
                  <a:pt x="3025" y="3132"/>
                  <a:pt x="3156" y="2977"/>
                </a:cubicBezTo>
                <a:cubicBezTo>
                  <a:pt x="3707" y="2372"/>
                  <a:pt x="4319" y="2060"/>
                  <a:pt x="4926" y="2060"/>
                </a:cubicBezTo>
                <a:cubicBezTo>
                  <a:pt x="5131" y="2060"/>
                  <a:pt x="5335" y="2095"/>
                  <a:pt x="5537" y="2168"/>
                </a:cubicBezTo>
                <a:cubicBezTo>
                  <a:pt x="6215" y="2406"/>
                  <a:pt x="6608" y="3072"/>
                  <a:pt x="6477" y="3787"/>
                </a:cubicBezTo>
                <a:cubicBezTo>
                  <a:pt x="6311" y="4620"/>
                  <a:pt x="5656" y="5216"/>
                  <a:pt x="4584" y="5442"/>
                </a:cubicBezTo>
                <a:cubicBezTo>
                  <a:pt x="4394" y="5466"/>
                  <a:pt x="4203" y="5537"/>
                  <a:pt x="4025" y="5644"/>
                </a:cubicBezTo>
                <a:cubicBezTo>
                  <a:pt x="3751" y="5799"/>
                  <a:pt x="3537" y="6013"/>
                  <a:pt x="3370" y="6299"/>
                </a:cubicBezTo>
                <a:cubicBezTo>
                  <a:pt x="3215" y="6573"/>
                  <a:pt x="3132" y="6870"/>
                  <a:pt x="3132" y="7192"/>
                </a:cubicBezTo>
                <a:cubicBezTo>
                  <a:pt x="3132" y="7382"/>
                  <a:pt x="3156" y="7585"/>
                  <a:pt x="3215" y="7775"/>
                </a:cubicBezTo>
                <a:cubicBezTo>
                  <a:pt x="3739" y="9335"/>
                  <a:pt x="3072" y="10478"/>
                  <a:pt x="1465" y="10823"/>
                </a:cubicBezTo>
                <a:cubicBezTo>
                  <a:pt x="1274" y="10859"/>
                  <a:pt x="1072" y="10931"/>
                  <a:pt x="893" y="11038"/>
                </a:cubicBezTo>
                <a:cubicBezTo>
                  <a:pt x="631" y="11181"/>
                  <a:pt x="405" y="11407"/>
                  <a:pt x="239" y="11693"/>
                </a:cubicBezTo>
                <a:cubicBezTo>
                  <a:pt x="96" y="11954"/>
                  <a:pt x="0" y="12252"/>
                  <a:pt x="0" y="12585"/>
                </a:cubicBezTo>
                <a:cubicBezTo>
                  <a:pt x="0" y="12895"/>
                  <a:pt x="84" y="13193"/>
                  <a:pt x="239" y="13478"/>
                </a:cubicBezTo>
                <a:cubicBezTo>
                  <a:pt x="393" y="13740"/>
                  <a:pt x="620" y="13967"/>
                  <a:pt x="893" y="14133"/>
                </a:cubicBezTo>
                <a:cubicBezTo>
                  <a:pt x="1167" y="14276"/>
                  <a:pt x="1465" y="14371"/>
                  <a:pt x="1786" y="14371"/>
                </a:cubicBezTo>
                <a:cubicBezTo>
                  <a:pt x="2108" y="14371"/>
                  <a:pt x="2405" y="14288"/>
                  <a:pt x="2679" y="14133"/>
                </a:cubicBezTo>
                <a:cubicBezTo>
                  <a:pt x="2953" y="13979"/>
                  <a:pt x="3179" y="13752"/>
                  <a:pt x="3334" y="13478"/>
                </a:cubicBezTo>
                <a:cubicBezTo>
                  <a:pt x="3489" y="13205"/>
                  <a:pt x="3572" y="12907"/>
                  <a:pt x="3572" y="12585"/>
                </a:cubicBezTo>
                <a:cubicBezTo>
                  <a:pt x="3572" y="12383"/>
                  <a:pt x="3548" y="12193"/>
                  <a:pt x="3489" y="12002"/>
                </a:cubicBezTo>
                <a:cubicBezTo>
                  <a:pt x="2965" y="10442"/>
                  <a:pt x="3632" y="9276"/>
                  <a:pt x="5239" y="8954"/>
                </a:cubicBezTo>
                <a:cubicBezTo>
                  <a:pt x="5442" y="8918"/>
                  <a:pt x="5620" y="8847"/>
                  <a:pt x="5799" y="8740"/>
                </a:cubicBezTo>
                <a:cubicBezTo>
                  <a:pt x="6061" y="8597"/>
                  <a:pt x="6287" y="8371"/>
                  <a:pt x="6454" y="8085"/>
                </a:cubicBezTo>
                <a:cubicBezTo>
                  <a:pt x="6596" y="7823"/>
                  <a:pt x="6692" y="7525"/>
                  <a:pt x="6692" y="7192"/>
                </a:cubicBezTo>
                <a:cubicBezTo>
                  <a:pt x="6692" y="7001"/>
                  <a:pt x="6656" y="6811"/>
                  <a:pt x="6585" y="6609"/>
                </a:cubicBezTo>
                <a:cubicBezTo>
                  <a:pt x="6227" y="5573"/>
                  <a:pt x="6418" y="4692"/>
                  <a:pt x="7061" y="4144"/>
                </a:cubicBezTo>
                <a:cubicBezTo>
                  <a:pt x="7329" y="3912"/>
                  <a:pt x="7659" y="3796"/>
                  <a:pt x="7989" y="3796"/>
                </a:cubicBezTo>
                <a:cubicBezTo>
                  <a:pt x="8320" y="3796"/>
                  <a:pt x="8650" y="3912"/>
                  <a:pt x="8918" y="4144"/>
                </a:cubicBezTo>
                <a:cubicBezTo>
                  <a:pt x="9561" y="4692"/>
                  <a:pt x="9752" y="5561"/>
                  <a:pt x="9394" y="6597"/>
                </a:cubicBezTo>
                <a:cubicBezTo>
                  <a:pt x="9335" y="6775"/>
                  <a:pt x="9287" y="6990"/>
                  <a:pt x="9287" y="7192"/>
                </a:cubicBezTo>
                <a:cubicBezTo>
                  <a:pt x="9287" y="7502"/>
                  <a:pt x="9371" y="7799"/>
                  <a:pt x="9525" y="8085"/>
                </a:cubicBezTo>
                <a:cubicBezTo>
                  <a:pt x="9680" y="8359"/>
                  <a:pt x="9906" y="8573"/>
                  <a:pt x="10180" y="8740"/>
                </a:cubicBezTo>
                <a:cubicBezTo>
                  <a:pt x="10454" y="8895"/>
                  <a:pt x="10752" y="8978"/>
                  <a:pt x="11073" y="8978"/>
                </a:cubicBezTo>
                <a:cubicBezTo>
                  <a:pt x="11395" y="8978"/>
                  <a:pt x="11692" y="8906"/>
                  <a:pt x="11966" y="8740"/>
                </a:cubicBezTo>
                <a:cubicBezTo>
                  <a:pt x="12240" y="8597"/>
                  <a:pt x="12466" y="8371"/>
                  <a:pt x="12621" y="8085"/>
                </a:cubicBezTo>
                <a:cubicBezTo>
                  <a:pt x="12776" y="7823"/>
                  <a:pt x="12859" y="7525"/>
                  <a:pt x="12859" y="7192"/>
                </a:cubicBezTo>
                <a:cubicBezTo>
                  <a:pt x="12907" y="6882"/>
                  <a:pt x="12823" y="6573"/>
                  <a:pt x="12657" y="6287"/>
                </a:cubicBezTo>
                <a:cubicBezTo>
                  <a:pt x="12502" y="6013"/>
                  <a:pt x="12288" y="5799"/>
                  <a:pt x="12002" y="5632"/>
                </a:cubicBezTo>
                <a:cubicBezTo>
                  <a:pt x="11835" y="5525"/>
                  <a:pt x="11645" y="5466"/>
                  <a:pt x="11454" y="5418"/>
                </a:cubicBezTo>
                <a:cubicBezTo>
                  <a:pt x="9847" y="5096"/>
                  <a:pt x="9168" y="3930"/>
                  <a:pt x="9692" y="2382"/>
                </a:cubicBezTo>
                <a:cubicBezTo>
                  <a:pt x="9752" y="2203"/>
                  <a:pt x="9799" y="2001"/>
                  <a:pt x="9799" y="1787"/>
                </a:cubicBezTo>
                <a:cubicBezTo>
                  <a:pt x="9799" y="1477"/>
                  <a:pt x="9728" y="1179"/>
                  <a:pt x="9561" y="894"/>
                </a:cubicBezTo>
                <a:cubicBezTo>
                  <a:pt x="9406" y="632"/>
                  <a:pt x="9192" y="405"/>
                  <a:pt x="8906" y="239"/>
                </a:cubicBezTo>
                <a:cubicBezTo>
                  <a:pt x="8632" y="96"/>
                  <a:pt x="8335" y="1"/>
                  <a:pt x="801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86"/>
          <p:cNvSpPr/>
          <p:nvPr/>
        </p:nvSpPr>
        <p:spPr>
          <a:xfrm rot="-7200112">
            <a:off x="7594109" y="2852569"/>
            <a:ext cx="621050" cy="691542"/>
          </a:xfrm>
          <a:custGeom>
            <a:rect b="b" l="l" r="r" t="t"/>
            <a:pathLst>
              <a:path extrusionOk="0" h="14372" w="12907">
                <a:moveTo>
                  <a:pt x="8013" y="1"/>
                </a:moveTo>
                <a:cubicBezTo>
                  <a:pt x="7704" y="1"/>
                  <a:pt x="7406" y="84"/>
                  <a:pt x="7120" y="239"/>
                </a:cubicBezTo>
                <a:cubicBezTo>
                  <a:pt x="6954" y="334"/>
                  <a:pt x="6787" y="465"/>
                  <a:pt x="6668" y="620"/>
                </a:cubicBezTo>
                <a:cubicBezTo>
                  <a:pt x="6125" y="1234"/>
                  <a:pt x="5519" y="1541"/>
                  <a:pt x="4912" y="1541"/>
                </a:cubicBezTo>
                <a:cubicBezTo>
                  <a:pt x="4307" y="1541"/>
                  <a:pt x="3702" y="1237"/>
                  <a:pt x="3156" y="632"/>
                </a:cubicBezTo>
                <a:cubicBezTo>
                  <a:pt x="3025" y="477"/>
                  <a:pt x="2882" y="346"/>
                  <a:pt x="2703" y="263"/>
                </a:cubicBezTo>
                <a:cubicBezTo>
                  <a:pt x="2429" y="108"/>
                  <a:pt x="2132" y="24"/>
                  <a:pt x="1810" y="24"/>
                </a:cubicBezTo>
                <a:cubicBezTo>
                  <a:pt x="1489" y="24"/>
                  <a:pt x="1191" y="96"/>
                  <a:pt x="917" y="263"/>
                </a:cubicBezTo>
                <a:cubicBezTo>
                  <a:pt x="643" y="405"/>
                  <a:pt x="417" y="632"/>
                  <a:pt x="262" y="917"/>
                </a:cubicBezTo>
                <a:cubicBezTo>
                  <a:pt x="108" y="1179"/>
                  <a:pt x="24" y="1477"/>
                  <a:pt x="24" y="1810"/>
                </a:cubicBezTo>
                <a:cubicBezTo>
                  <a:pt x="24" y="2120"/>
                  <a:pt x="96" y="2418"/>
                  <a:pt x="262" y="2703"/>
                </a:cubicBezTo>
                <a:cubicBezTo>
                  <a:pt x="405" y="2965"/>
                  <a:pt x="631" y="3191"/>
                  <a:pt x="917" y="3358"/>
                </a:cubicBezTo>
                <a:cubicBezTo>
                  <a:pt x="1179" y="3501"/>
                  <a:pt x="1477" y="3596"/>
                  <a:pt x="1810" y="3596"/>
                </a:cubicBezTo>
                <a:cubicBezTo>
                  <a:pt x="2120" y="3596"/>
                  <a:pt x="2417" y="3513"/>
                  <a:pt x="2703" y="3358"/>
                </a:cubicBezTo>
                <a:cubicBezTo>
                  <a:pt x="2858" y="3251"/>
                  <a:pt x="3025" y="3132"/>
                  <a:pt x="3156" y="2977"/>
                </a:cubicBezTo>
                <a:cubicBezTo>
                  <a:pt x="3707" y="2372"/>
                  <a:pt x="4319" y="2060"/>
                  <a:pt x="4926" y="2060"/>
                </a:cubicBezTo>
                <a:cubicBezTo>
                  <a:pt x="5131" y="2060"/>
                  <a:pt x="5335" y="2095"/>
                  <a:pt x="5537" y="2168"/>
                </a:cubicBezTo>
                <a:cubicBezTo>
                  <a:pt x="6215" y="2406"/>
                  <a:pt x="6608" y="3072"/>
                  <a:pt x="6477" y="3787"/>
                </a:cubicBezTo>
                <a:cubicBezTo>
                  <a:pt x="6311" y="4620"/>
                  <a:pt x="5656" y="5216"/>
                  <a:pt x="4584" y="5442"/>
                </a:cubicBezTo>
                <a:cubicBezTo>
                  <a:pt x="4394" y="5466"/>
                  <a:pt x="4203" y="5537"/>
                  <a:pt x="4025" y="5644"/>
                </a:cubicBezTo>
                <a:cubicBezTo>
                  <a:pt x="3751" y="5799"/>
                  <a:pt x="3537" y="6013"/>
                  <a:pt x="3370" y="6299"/>
                </a:cubicBezTo>
                <a:cubicBezTo>
                  <a:pt x="3215" y="6573"/>
                  <a:pt x="3132" y="6870"/>
                  <a:pt x="3132" y="7192"/>
                </a:cubicBezTo>
                <a:cubicBezTo>
                  <a:pt x="3132" y="7382"/>
                  <a:pt x="3156" y="7585"/>
                  <a:pt x="3215" y="7775"/>
                </a:cubicBezTo>
                <a:cubicBezTo>
                  <a:pt x="3739" y="9335"/>
                  <a:pt x="3072" y="10478"/>
                  <a:pt x="1465" y="10823"/>
                </a:cubicBezTo>
                <a:cubicBezTo>
                  <a:pt x="1274" y="10859"/>
                  <a:pt x="1072" y="10931"/>
                  <a:pt x="893" y="11038"/>
                </a:cubicBezTo>
                <a:cubicBezTo>
                  <a:pt x="631" y="11181"/>
                  <a:pt x="405" y="11407"/>
                  <a:pt x="239" y="11693"/>
                </a:cubicBezTo>
                <a:cubicBezTo>
                  <a:pt x="96" y="11954"/>
                  <a:pt x="0" y="12252"/>
                  <a:pt x="0" y="12585"/>
                </a:cubicBezTo>
                <a:cubicBezTo>
                  <a:pt x="0" y="12895"/>
                  <a:pt x="84" y="13193"/>
                  <a:pt x="239" y="13478"/>
                </a:cubicBezTo>
                <a:cubicBezTo>
                  <a:pt x="393" y="13740"/>
                  <a:pt x="620" y="13967"/>
                  <a:pt x="893" y="14133"/>
                </a:cubicBezTo>
                <a:cubicBezTo>
                  <a:pt x="1167" y="14276"/>
                  <a:pt x="1465" y="14371"/>
                  <a:pt x="1786" y="14371"/>
                </a:cubicBezTo>
                <a:cubicBezTo>
                  <a:pt x="2108" y="14371"/>
                  <a:pt x="2405" y="14288"/>
                  <a:pt x="2679" y="14133"/>
                </a:cubicBezTo>
                <a:cubicBezTo>
                  <a:pt x="2953" y="13979"/>
                  <a:pt x="3179" y="13752"/>
                  <a:pt x="3334" y="13478"/>
                </a:cubicBezTo>
                <a:cubicBezTo>
                  <a:pt x="3489" y="13205"/>
                  <a:pt x="3572" y="12907"/>
                  <a:pt x="3572" y="12585"/>
                </a:cubicBezTo>
                <a:cubicBezTo>
                  <a:pt x="3572" y="12383"/>
                  <a:pt x="3548" y="12193"/>
                  <a:pt x="3489" y="12002"/>
                </a:cubicBezTo>
                <a:cubicBezTo>
                  <a:pt x="2965" y="10442"/>
                  <a:pt x="3632" y="9276"/>
                  <a:pt x="5239" y="8954"/>
                </a:cubicBezTo>
                <a:cubicBezTo>
                  <a:pt x="5442" y="8918"/>
                  <a:pt x="5620" y="8847"/>
                  <a:pt x="5799" y="8740"/>
                </a:cubicBezTo>
                <a:cubicBezTo>
                  <a:pt x="6061" y="8597"/>
                  <a:pt x="6287" y="8371"/>
                  <a:pt x="6454" y="8085"/>
                </a:cubicBezTo>
                <a:cubicBezTo>
                  <a:pt x="6596" y="7823"/>
                  <a:pt x="6692" y="7525"/>
                  <a:pt x="6692" y="7192"/>
                </a:cubicBezTo>
                <a:cubicBezTo>
                  <a:pt x="6692" y="7001"/>
                  <a:pt x="6656" y="6811"/>
                  <a:pt x="6585" y="6609"/>
                </a:cubicBezTo>
                <a:cubicBezTo>
                  <a:pt x="6227" y="5573"/>
                  <a:pt x="6418" y="4692"/>
                  <a:pt x="7061" y="4144"/>
                </a:cubicBezTo>
                <a:cubicBezTo>
                  <a:pt x="7329" y="3912"/>
                  <a:pt x="7659" y="3796"/>
                  <a:pt x="7989" y="3796"/>
                </a:cubicBezTo>
                <a:cubicBezTo>
                  <a:pt x="8320" y="3796"/>
                  <a:pt x="8650" y="3912"/>
                  <a:pt x="8918" y="4144"/>
                </a:cubicBezTo>
                <a:cubicBezTo>
                  <a:pt x="9561" y="4692"/>
                  <a:pt x="9752" y="5561"/>
                  <a:pt x="9394" y="6597"/>
                </a:cubicBezTo>
                <a:cubicBezTo>
                  <a:pt x="9335" y="6775"/>
                  <a:pt x="9287" y="6990"/>
                  <a:pt x="9287" y="7192"/>
                </a:cubicBezTo>
                <a:cubicBezTo>
                  <a:pt x="9287" y="7502"/>
                  <a:pt x="9371" y="7799"/>
                  <a:pt x="9525" y="8085"/>
                </a:cubicBezTo>
                <a:cubicBezTo>
                  <a:pt x="9680" y="8359"/>
                  <a:pt x="9906" y="8573"/>
                  <a:pt x="10180" y="8740"/>
                </a:cubicBezTo>
                <a:cubicBezTo>
                  <a:pt x="10454" y="8895"/>
                  <a:pt x="10752" y="8978"/>
                  <a:pt x="11073" y="8978"/>
                </a:cubicBezTo>
                <a:cubicBezTo>
                  <a:pt x="11395" y="8978"/>
                  <a:pt x="11692" y="8906"/>
                  <a:pt x="11966" y="8740"/>
                </a:cubicBezTo>
                <a:cubicBezTo>
                  <a:pt x="12240" y="8597"/>
                  <a:pt x="12466" y="8371"/>
                  <a:pt x="12621" y="8085"/>
                </a:cubicBezTo>
                <a:cubicBezTo>
                  <a:pt x="12776" y="7823"/>
                  <a:pt x="12859" y="7525"/>
                  <a:pt x="12859" y="7192"/>
                </a:cubicBezTo>
                <a:cubicBezTo>
                  <a:pt x="12907" y="6882"/>
                  <a:pt x="12823" y="6573"/>
                  <a:pt x="12657" y="6287"/>
                </a:cubicBezTo>
                <a:cubicBezTo>
                  <a:pt x="12502" y="6013"/>
                  <a:pt x="12288" y="5799"/>
                  <a:pt x="12002" y="5632"/>
                </a:cubicBezTo>
                <a:cubicBezTo>
                  <a:pt x="11835" y="5525"/>
                  <a:pt x="11645" y="5466"/>
                  <a:pt x="11454" y="5418"/>
                </a:cubicBezTo>
                <a:cubicBezTo>
                  <a:pt x="9847" y="5096"/>
                  <a:pt x="9168" y="3930"/>
                  <a:pt x="9692" y="2382"/>
                </a:cubicBezTo>
                <a:cubicBezTo>
                  <a:pt x="9752" y="2203"/>
                  <a:pt x="9799" y="2001"/>
                  <a:pt x="9799" y="1787"/>
                </a:cubicBezTo>
                <a:cubicBezTo>
                  <a:pt x="9799" y="1477"/>
                  <a:pt x="9728" y="1179"/>
                  <a:pt x="9561" y="894"/>
                </a:cubicBezTo>
                <a:cubicBezTo>
                  <a:pt x="9406" y="632"/>
                  <a:pt x="9192" y="405"/>
                  <a:pt x="8906" y="239"/>
                </a:cubicBezTo>
                <a:cubicBezTo>
                  <a:pt x="8632" y="96"/>
                  <a:pt x="8335" y="1"/>
                  <a:pt x="801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86"/>
          <p:cNvSpPr/>
          <p:nvPr/>
        </p:nvSpPr>
        <p:spPr>
          <a:xfrm rot="-3599888">
            <a:off x="3628696" y="3635972"/>
            <a:ext cx="621050" cy="691524"/>
          </a:xfrm>
          <a:custGeom>
            <a:rect b="b" l="l" r="r" t="t"/>
            <a:pathLst>
              <a:path extrusionOk="0" h="14372" w="12907">
                <a:moveTo>
                  <a:pt x="8013" y="1"/>
                </a:moveTo>
                <a:cubicBezTo>
                  <a:pt x="7704" y="1"/>
                  <a:pt x="7406" y="84"/>
                  <a:pt x="7120" y="239"/>
                </a:cubicBezTo>
                <a:cubicBezTo>
                  <a:pt x="6954" y="334"/>
                  <a:pt x="6787" y="465"/>
                  <a:pt x="6668" y="620"/>
                </a:cubicBezTo>
                <a:cubicBezTo>
                  <a:pt x="6125" y="1234"/>
                  <a:pt x="5519" y="1541"/>
                  <a:pt x="4912" y="1541"/>
                </a:cubicBezTo>
                <a:cubicBezTo>
                  <a:pt x="4307" y="1541"/>
                  <a:pt x="3702" y="1237"/>
                  <a:pt x="3156" y="632"/>
                </a:cubicBezTo>
                <a:cubicBezTo>
                  <a:pt x="3025" y="477"/>
                  <a:pt x="2882" y="346"/>
                  <a:pt x="2703" y="263"/>
                </a:cubicBezTo>
                <a:cubicBezTo>
                  <a:pt x="2429" y="108"/>
                  <a:pt x="2132" y="24"/>
                  <a:pt x="1810" y="24"/>
                </a:cubicBezTo>
                <a:cubicBezTo>
                  <a:pt x="1489" y="24"/>
                  <a:pt x="1191" y="96"/>
                  <a:pt x="917" y="263"/>
                </a:cubicBezTo>
                <a:cubicBezTo>
                  <a:pt x="643" y="405"/>
                  <a:pt x="417" y="632"/>
                  <a:pt x="262" y="917"/>
                </a:cubicBezTo>
                <a:cubicBezTo>
                  <a:pt x="108" y="1179"/>
                  <a:pt x="24" y="1477"/>
                  <a:pt x="24" y="1810"/>
                </a:cubicBezTo>
                <a:cubicBezTo>
                  <a:pt x="24" y="2120"/>
                  <a:pt x="96" y="2418"/>
                  <a:pt x="262" y="2703"/>
                </a:cubicBezTo>
                <a:cubicBezTo>
                  <a:pt x="405" y="2965"/>
                  <a:pt x="631" y="3191"/>
                  <a:pt x="917" y="3358"/>
                </a:cubicBezTo>
                <a:cubicBezTo>
                  <a:pt x="1179" y="3501"/>
                  <a:pt x="1477" y="3596"/>
                  <a:pt x="1810" y="3596"/>
                </a:cubicBezTo>
                <a:cubicBezTo>
                  <a:pt x="2120" y="3596"/>
                  <a:pt x="2417" y="3513"/>
                  <a:pt x="2703" y="3358"/>
                </a:cubicBezTo>
                <a:cubicBezTo>
                  <a:pt x="2858" y="3251"/>
                  <a:pt x="3025" y="3132"/>
                  <a:pt x="3156" y="2977"/>
                </a:cubicBezTo>
                <a:cubicBezTo>
                  <a:pt x="3707" y="2372"/>
                  <a:pt x="4319" y="2060"/>
                  <a:pt x="4926" y="2060"/>
                </a:cubicBezTo>
                <a:cubicBezTo>
                  <a:pt x="5131" y="2060"/>
                  <a:pt x="5335" y="2095"/>
                  <a:pt x="5537" y="2168"/>
                </a:cubicBezTo>
                <a:cubicBezTo>
                  <a:pt x="6215" y="2406"/>
                  <a:pt x="6608" y="3072"/>
                  <a:pt x="6477" y="3787"/>
                </a:cubicBezTo>
                <a:cubicBezTo>
                  <a:pt x="6311" y="4620"/>
                  <a:pt x="5656" y="5216"/>
                  <a:pt x="4584" y="5442"/>
                </a:cubicBezTo>
                <a:cubicBezTo>
                  <a:pt x="4394" y="5466"/>
                  <a:pt x="4203" y="5537"/>
                  <a:pt x="4025" y="5644"/>
                </a:cubicBezTo>
                <a:cubicBezTo>
                  <a:pt x="3751" y="5799"/>
                  <a:pt x="3537" y="6013"/>
                  <a:pt x="3370" y="6299"/>
                </a:cubicBezTo>
                <a:cubicBezTo>
                  <a:pt x="3215" y="6573"/>
                  <a:pt x="3132" y="6870"/>
                  <a:pt x="3132" y="7192"/>
                </a:cubicBezTo>
                <a:cubicBezTo>
                  <a:pt x="3132" y="7382"/>
                  <a:pt x="3156" y="7585"/>
                  <a:pt x="3215" y="7775"/>
                </a:cubicBezTo>
                <a:cubicBezTo>
                  <a:pt x="3739" y="9335"/>
                  <a:pt x="3072" y="10478"/>
                  <a:pt x="1465" y="10823"/>
                </a:cubicBezTo>
                <a:cubicBezTo>
                  <a:pt x="1274" y="10859"/>
                  <a:pt x="1072" y="10931"/>
                  <a:pt x="893" y="11038"/>
                </a:cubicBezTo>
                <a:cubicBezTo>
                  <a:pt x="631" y="11181"/>
                  <a:pt x="405" y="11407"/>
                  <a:pt x="239" y="11693"/>
                </a:cubicBezTo>
                <a:cubicBezTo>
                  <a:pt x="96" y="11954"/>
                  <a:pt x="0" y="12252"/>
                  <a:pt x="0" y="12585"/>
                </a:cubicBezTo>
                <a:cubicBezTo>
                  <a:pt x="0" y="12895"/>
                  <a:pt x="84" y="13193"/>
                  <a:pt x="239" y="13478"/>
                </a:cubicBezTo>
                <a:cubicBezTo>
                  <a:pt x="393" y="13740"/>
                  <a:pt x="620" y="13967"/>
                  <a:pt x="893" y="14133"/>
                </a:cubicBezTo>
                <a:cubicBezTo>
                  <a:pt x="1167" y="14276"/>
                  <a:pt x="1465" y="14371"/>
                  <a:pt x="1786" y="14371"/>
                </a:cubicBezTo>
                <a:cubicBezTo>
                  <a:pt x="2108" y="14371"/>
                  <a:pt x="2405" y="14288"/>
                  <a:pt x="2679" y="14133"/>
                </a:cubicBezTo>
                <a:cubicBezTo>
                  <a:pt x="2953" y="13979"/>
                  <a:pt x="3179" y="13752"/>
                  <a:pt x="3334" y="13478"/>
                </a:cubicBezTo>
                <a:cubicBezTo>
                  <a:pt x="3489" y="13205"/>
                  <a:pt x="3572" y="12907"/>
                  <a:pt x="3572" y="12585"/>
                </a:cubicBezTo>
                <a:cubicBezTo>
                  <a:pt x="3572" y="12383"/>
                  <a:pt x="3548" y="12193"/>
                  <a:pt x="3489" y="12002"/>
                </a:cubicBezTo>
                <a:cubicBezTo>
                  <a:pt x="2965" y="10442"/>
                  <a:pt x="3632" y="9276"/>
                  <a:pt x="5239" y="8954"/>
                </a:cubicBezTo>
                <a:cubicBezTo>
                  <a:pt x="5442" y="8918"/>
                  <a:pt x="5620" y="8847"/>
                  <a:pt x="5799" y="8740"/>
                </a:cubicBezTo>
                <a:cubicBezTo>
                  <a:pt x="6061" y="8597"/>
                  <a:pt x="6287" y="8371"/>
                  <a:pt x="6454" y="8085"/>
                </a:cubicBezTo>
                <a:cubicBezTo>
                  <a:pt x="6596" y="7823"/>
                  <a:pt x="6692" y="7525"/>
                  <a:pt x="6692" y="7192"/>
                </a:cubicBezTo>
                <a:cubicBezTo>
                  <a:pt x="6692" y="7001"/>
                  <a:pt x="6656" y="6811"/>
                  <a:pt x="6585" y="6609"/>
                </a:cubicBezTo>
                <a:cubicBezTo>
                  <a:pt x="6227" y="5573"/>
                  <a:pt x="6418" y="4692"/>
                  <a:pt x="7061" y="4144"/>
                </a:cubicBezTo>
                <a:cubicBezTo>
                  <a:pt x="7329" y="3912"/>
                  <a:pt x="7659" y="3796"/>
                  <a:pt x="7989" y="3796"/>
                </a:cubicBezTo>
                <a:cubicBezTo>
                  <a:pt x="8320" y="3796"/>
                  <a:pt x="8650" y="3912"/>
                  <a:pt x="8918" y="4144"/>
                </a:cubicBezTo>
                <a:cubicBezTo>
                  <a:pt x="9561" y="4692"/>
                  <a:pt x="9752" y="5561"/>
                  <a:pt x="9394" y="6597"/>
                </a:cubicBezTo>
                <a:cubicBezTo>
                  <a:pt x="9335" y="6775"/>
                  <a:pt x="9287" y="6990"/>
                  <a:pt x="9287" y="7192"/>
                </a:cubicBezTo>
                <a:cubicBezTo>
                  <a:pt x="9287" y="7502"/>
                  <a:pt x="9371" y="7799"/>
                  <a:pt x="9525" y="8085"/>
                </a:cubicBezTo>
                <a:cubicBezTo>
                  <a:pt x="9680" y="8359"/>
                  <a:pt x="9906" y="8573"/>
                  <a:pt x="10180" y="8740"/>
                </a:cubicBezTo>
                <a:cubicBezTo>
                  <a:pt x="10454" y="8895"/>
                  <a:pt x="10752" y="8978"/>
                  <a:pt x="11073" y="8978"/>
                </a:cubicBezTo>
                <a:cubicBezTo>
                  <a:pt x="11395" y="8978"/>
                  <a:pt x="11692" y="8906"/>
                  <a:pt x="11966" y="8740"/>
                </a:cubicBezTo>
                <a:cubicBezTo>
                  <a:pt x="12240" y="8597"/>
                  <a:pt x="12466" y="8371"/>
                  <a:pt x="12621" y="8085"/>
                </a:cubicBezTo>
                <a:cubicBezTo>
                  <a:pt x="12776" y="7823"/>
                  <a:pt x="12859" y="7525"/>
                  <a:pt x="12859" y="7192"/>
                </a:cubicBezTo>
                <a:cubicBezTo>
                  <a:pt x="12907" y="6882"/>
                  <a:pt x="12823" y="6573"/>
                  <a:pt x="12657" y="6287"/>
                </a:cubicBezTo>
                <a:cubicBezTo>
                  <a:pt x="12502" y="6013"/>
                  <a:pt x="12288" y="5799"/>
                  <a:pt x="12002" y="5632"/>
                </a:cubicBezTo>
                <a:cubicBezTo>
                  <a:pt x="11835" y="5525"/>
                  <a:pt x="11645" y="5466"/>
                  <a:pt x="11454" y="5418"/>
                </a:cubicBezTo>
                <a:cubicBezTo>
                  <a:pt x="9847" y="5096"/>
                  <a:pt x="9168" y="3930"/>
                  <a:pt x="9692" y="2382"/>
                </a:cubicBezTo>
                <a:cubicBezTo>
                  <a:pt x="9752" y="2203"/>
                  <a:pt x="9799" y="2001"/>
                  <a:pt x="9799" y="1787"/>
                </a:cubicBezTo>
                <a:cubicBezTo>
                  <a:pt x="9799" y="1477"/>
                  <a:pt x="9728" y="1179"/>
                  <a:pt x="9561" y="894"/>
                </a:cubicBezTo>
                <a:cubicBezTo>
                  <a:pt x="9406" y="632"/>
                  <a:pt x="9192" y="405"/>
                  <a:pt x="8906" y="239"/>
                </a:cubicBezTo>
                <a:cubicBezTo>
                  <a:pt x="8632" y="96"/>
                  <a:pt x="8335" y="1"/>
                  <a:pt x="801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86"/>
          <p:cNvSpPr/>
          <p:nvPr/>
        </p:nvSpPr>
        <p:spPr>
          <a:xfrm rot="3599888">
            <a:off x="2802977" y="3896344"/>
            <a:ext cx="770021" cy="431997"/>
          </a:xfrm>
          <a:custGeom>
            <a:rect b="b" l="l" r="r" t="t"/>
            <a:pathLst>
              <a:path extrusionOk="0" h="8978" w="16003">
                <a:moveTo>
                  <a:pt x="8001" y="1"/>
                </a:moveTo>
                <a:cubicBezTo>
                  <a:pt x="7680" y="1"/>
                  <a:pt x="7382" y="84"/>
                  <a:pt x="7108" y="239"/>
                </a:cubicBezTo>
                <a:cubicBezTo>
                  <a:pt x="6942" y="334"/>
                  <a:pt x="6775" y="465"/>
                  <a:pt x="6656" y="620"/>
                </a:cubicBezTo>
                <a:cubicBezTo>
                  <a:pt x="6113" y="1234"/>
                  <a:pt x="5504" y="1541"/>
                  <a:pt x="4895" y="1541"/>
                </a:cubicBezTo>
                <a:cubicBezTo>
                  <a:pt x="4289" y="1541"/>
                  <a:pt x="3684" y="1237"/>
                  <a:pt x="3143" y="632"/>
                </a:cubicBezTo>
                <a:cubicBezTo>
                  <a:pt x="3012" y="477"/>
                  <a:pt x="2858" y="346"/>
                  <a:pt x="2679" y="263"/>
                </a:cubicBezTo>
                <a:cubicBezTo>
                  <a:pt x="2417" y="108"/>
                  <a:pt x="2120" y="24"/>
                  <a:pt x="1786" y="24"/>
                </a:cubicBezTo>
                <a:cubicBezTo>
                  <a:pt x="1477" y="24"/>
                  <a:pt x="1179" y="96"/>
                  <a:pt x="893" y="263"/>
                </a:cubicBezTo>
                <a:cubicBezTo>
                  <a:pt x="631" y="405"/>
                  <a:pt x="405" y="632"/>
                  <a:pt x="238" y="917"/>
                </a:cubicBezTo>
                <a:cubicBezTo>
                  <a:pt x="95" y="1179"/>
                  <a:pt x="0" y="1477"/>
                  <a:pt x="0" y="1810"/>
                </a:cubicBezTo>
                <a:cubicBezTo>
                  <a:pt x="0" y="2120"/>
                  <a:pt x="84" y="2418"/>
                  <a:pt x="238" y="2703"/>
                </a:cubicBezTo>
                <a:cubicBezTo>
                  <a:pt x="393" y="2965"/>
                  <a:pt x="619" y="3191"/>
                  <a:pt x="893" y="3358"/>
                </a:cubicBezTo>
                <a:cubicBezTo>
                  <a:pt x="1167" y="3501"/>
                  <a:pt x="1465" y="3596"/>
                  <a:pt x="1786" y="3596"/>
                </a:cubicBezTo>
                <a:cubicBezTo>
                  <a:pt x="2108" y="3596"/>
                  <a:pt x="2405" y="3513"/>
                  <a:pt x="2679" y="3358"/>
                </a:cubicBezTo>
                <a:cubicBezTo>
                  <a:pt x="2846" y="3251"/>
                  <a:pt x="3012" y="3132"/>
                  <a:pt x="3143" y="2977"/>
                </a:cubicBezTo>
                <a:cubicBezTo>
                  <a:pt x="3686" y="2372"/>
                  <a:pt x="4302" y="2060"/>
                  <a:pt x="4912" y="2060"/>
                </a:cubicBezTo>
                <a:cubicBezTo>
                  <a:pt x="5118" y="2060"/>
                  <a:pt x="5323" y="2095"/>
                  <a:pt x="5525" y="2168"/>
                </a:cubicBezTo>
                <a:cubicBezTo>
                  <a:pt x="6191" y="2406"/>
                  <a:pt x="6596" y="3072"/>
                  <a:pt x="6465" y="3787"/>
                </a:cubicBezTo>
                <a:cubicBezTo>
                  <a:pt x="6299" y="4620"/>
                  <a:pt x="5644" y="5216"/>
                  <a:pt x="4572" y="5442"/>
                </a:cubicBezTo>
                <a:cubicBezTo>
                  <a:pt x="4382" y="5466"/>
                  <a:pt x="4191" y="5537"/>
                  <a:pt x="4013" y="5644"/>
                </a:cubicBezTo>
                <a:cubicBezTo>
                  <a:pt x="3739" y="5799"/>
                  <a:pt x="3513" y="6013"/>
                  <a:pt x="3358" y="6299"/>
                </a:cubicBezTo>
                <a:cubicBezTo>
                  <a:pt x="3203" y="6561"/>
                  <a:pt x="3120" y="6859"/>
                  <a:pt x="3120" y="7192"/>
                </a:cubicBezTo>
                <a:cubicBezTo>
                  <a:pt x="3120" y="7502"/>
                  <a:pt x="3191" y="7799"/>
                  <a:pt x="3358" y="8085"/>
                </a:cubicBezTo>
                <a:cubicBezTo>
                  <a:pt x="3501" y="8347"/>
                  <a:pt x="3727" y="8573"/>
                  <a:pt x="4013" y="8740"/>
                </a:cubicBezTo>
                <a:cubicBezTo>
                  <a:pt x="4275" y="8883"/>
                  <a:pt x="4572" y="8978"/>
                  <a:pt x="4906" y="8978"/>
                </a:cubicBezTo>
                <a:cubicBezTo>
                  <a:pt x="5215" y="8978"/>
                  <a:pt x="5513" y="8906"/>
                  <a:pt x="5799" y="8740"/>
                </a:cubicBezTo>
                <a:cubicBezTo>
                  <a:pt x="6060" y="8585"/>
                  <a:pt x="6287" y="8371"/>
                  <a:pt x="6453" y="8085"/>
                </a:cubicBezTo>
                <a:cubicBezTo>
                  <a:pt x="6596" y="7823"/>
                  <a:pt x="6692" y="7525"/>
                  <a:pt x="6692" y="7192"/>
                </a:cubicBezTo>
                <a:cubicBezTo>
                  <a:pt x="6692" y="7001"/>
                  <a:pt x="6656" y="6799"/>
                  <a:pt x="6596" y="6609"/>
                </a:cubicBezTo>
                <a:cubicBezTo>
                  <a:pt x="6239" y="5573"/>
                  <a:pt x="6430" y="4692"/>
                  <a:pt x="7084" y="4144"/>
                </a:cubicBezTo>
                <a:cubicBezTo>
                  <a:pt x="7352" y="3912"/>
                  <a:pt x="7686" y="3796"/>
                  <a:pt x="8019" y="3796"/>
                </a:cubicBezTo>
                <a:cubicBezTo>
                  <a:pt x="8352" y="3796"/>
                  <a:pt x="8686" y="3912"/>
                  <a:pt x="8954" y="4144"/>
                </a:cubicBezTo>
                <a:cubicBezTo>
                  <a:pt x="9585" y="4692"/>
                  <a:pt x="9787" y="5549"/>
                  <a:pt x="9430" y="6597"/>
                </a:cubicBezTo>
                <a:cubicBezTo>
                  <a:pt x="9370" y="6775"/>
                  <a:pt x="9323" y="6990"/>
                  <a:pt x="9323" y="7192"/>
                </a:cubicBezTo>
                <a:cubicBezTo>
                  <a:pt x="9323" y="7502"/>
                  <a:pt x="9394" y="7799"/>
                  <a:pt x="9561" y="8085"/>
                </a:cubicBezTo>
                <a:cubicBezTo>
                  <a:pt x="9704" y="8347"/>
                  <a:pt x="9930" y="8573"/>
                  <a:pt x="10216" y="8740"/>
                </a:cubicBezTo>
                <a:cubicBezTo>
                  <a:pt x="10478" y="8883"/>
                  <a:pt x="10775" y="8978"/>
                  <a:pt x="11109" y="8978"/>
                </a:cubicBezTo>
                <a:cubicBezTo>
                  <a:pt x="11418" y="8978"/>
                  <a:pt x="11716" y="8906"/>
                  <a:pt x="12002" y="8740"/>
                </a:cubicBezTo>
                <a:cubicBezTo>
                  <a:pt x="12264" y="8585"/>
                  <a:pt x="12490" y="8371"/>
                  <a:pt x="12657" y="8085"/>
                </a:cubicBezTo>
                <a:cubicBezTo>
                  <a:pt x="12799" y="7823"/>
                  <a:pt x="12895" y="7525"/>
                  <a:pt x="12895" y="7192"/>
                </a:cubicBezTo>
                <a:cubicBezTo>
                  <a:pt x="12895" y="6882"/>
                  <a:pt x="12823" y="6585"/>
                  <a:pt x="12657" y="6299"/>
                </a:cubicBezTo>
                <a:cubicBezTo>
                  <a:pt x="12502" y="6037"/>
                  <a:pt x="12287" y="5811"/>
                  <a:pt x="12002" y="5644"/>
                </a:cubicBezTo>
                <a:cubicBezTo>
                  <a:pt x="11835" y="5537"/>
                  <a:pt x="11645" y="5477"/>
                  <a:pt x="11454" y="5442"/>
                </a:cubicBezTo>
                <a:cubicBezTo>
                  <a:pt x="10359" y="5216"/>
                  <a:pt x="9704" y="4620"/>
                  <a:pt x="9549" y="3763"/>
                </a:cubicBezTo>
                <a:cubicBezTo>
                  <a:pt x="9430" y="3072"/>
                  <a:pt x="9811" y="2394"/>
                  <a:pt x="10478" y="2168"/>
                </a:cubicBezTo>
                <a:cubicBezTo>
                  <a:pt x="10688" y="2093"/>
                  <a:pt x="10901" y="2056"/>
                  <a:pt x="11112" y="2056"/>
                </a:cubicBezTo>
                <a:cubicBezTo>
                  <a:pt x="11714" y="2056"/>
                  <a:pt x="12310" y="2357"/>
                  <a:pt x="12847" y="2965"/>
                </a:cubicBezTo>
                <a:cubicBezTo>
                  <a:pt x="12978" y="3120"/>
                  <a:pt x="13133" y="3251"/>
                  <a:pt x="13311" y="3358"/>
                </a:cubicBezTo>
                <a:cubicBezTo>
                  <a:pt x="13573" y="3501"/>
                  <a:pt x="13871" y="3596"/>
                  <a:pt x="14204" y="3596"/>
                </a:cubicBezTo>
                <a:cubicBezTo>
                  <a:pt x="14514" y="3596"/>
                  <a:pt x="14812" y="3513"/>
                  <a:pt x="15097" y="3358"/>
                </a:cubicBezTo>
                <a:cubicBezTo>
                  <a:pt x="15359" y="3203"/>
                  <a:pt x="15585" y="2977"/>
                  <a:pt x="15752" y="2703"/>
                </a:cubicBezTo>
                <a:cubicBezTo>
                  <a:pt x="15895" y="2429"/>
                  <a:pt x="15990" y="2132"/>
                  <a:pt x="15990" y="1810"/>
                </a:cubicBezTo>
                <a:cubicBezTo>
                  <a:pt x="16002" y="1489"/>
                  <a:pt x="15931" y="1179"/>
                  <a:pt x="15764" y="894"/>
                </a:cubicBezTo>
                <a:cubicBezTo>
                  <a:pt x="15621" y="632"/>
                  <a:pt x="15395" y="405"/>
                  <a:pt x="15109" y="239"/>
                </a:cubicBezTo>
                <a:cubicBezTo>
                  <a:pt x="14847" y="96"/>
                  <a:pt x="14550" y="1"/>
                  <a:pt x="14216" y="1"/>
                </a:cubicBezTo>
                <a:cubicBezTo>
                  <a:pt x="13907" y="1"/>
                  <a:pt x="13609" y="84"/>
                  <a:pt x="13323" y="239"/>
                </a:cubicBezTo>
                <a:cubicBezTo>
                  <a:pt x="13157" y="346"/>
                  <a:pt x="13002" y="465"/>
                  <a:pt x="12859" y="620"/>
                </a:cubicBezTo>
                <a:cubicBezTo>
                  <a:pt x="12317" y="1233"/>
                  <a:pt x="11713" y="1539"/>
                  <a:pt x="11107" y="1539"/>
                </a:cubicBezTo>
                <a:cubicBezTo>
                  <a:pt x="10502" y="1539"/>
                  <a:pt x="9894" y="1233"/>
                  <a:pt x="9347" y="620"/>
                </a:cubicBezTo>
                <a:cubicBezTo>
                  <a:pt x="9216" y="465"/>
                  <a:pt x="9073" y="334"/>
                  <a:pt x="8894" y="239"/>
                </a:cubicBezTo>
                <a:cubicBezTo>
                  <a:pt x="8620" y="96"/>
                  <a:pt x="8323" y="1"/>
                  <a:pt x="800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86"/>
          <p:cNvSpPr/>
          <p:nvPr/>
        </p:nvSpPr>
        <p:spPr>
          <a:xfrm rot="7200112">
            <a:off x="8046412" y="4011147"/>
            <a:ext cx="770021" cy="431997"/>
          </a:xfrm>
          <a:custGeom>
            <a:rect b="b" l="l" r="r" t="t"/>
            <a:pathLst>
              <a:path extrusionOk="0" h="8978" w="16003">
                <a:moveTo>
                  <a:pt x="8001" y="1"/>
                </a:moveTo>
                <a:cubicBezTo>
                  <a:pt x="7680" y="1"/>
                  <a:pt x="7382" y="84"/>
                  <a:pt x="7108" y="239"/>
                </a:cubicBezTo>
                <a:cubicBezTo>
                  <a:pt x="6942" y="334"/>
                  <a:pt x="6775" y="465"/>
                  <a:pt x="6656" y="620"/>
                </a:cubicBezTo>
                <a:cubicBezTo>
                  <a:pt x="6113" y="1234"/>
                  <a:pt x="5504" y="1541"/>
                  <a:pt x="4895" y="1541"/>
                </a:cubicBezTo>
                <a:cubicBezTo>
                  <a:pt x="4289" y="1541"/>
                  <a:pt x="3684" y="1237"/>
                  <a:pt x="3143" y="632"/>
                </a:cubicBezTo>
                <a:cubicBezTo>
                  <a:pt x="3012" y="477"/>
                  <a:pt x="2858" y="346"/>
                  <a:pt x="2679" y="263"/>
                </a:cubicBezTo>
                <a:cubicBezTo>
                  <a:pt x="2417" y="108"/>
                  <a:pt x="2120" y="24"/>
                  <a:pt x="1786" y="24"/>
                </a:cubicBezTo>
                <a:cubicBezTo>
                  <a:pt x="1477" y="24"/>
                  <a:pt x="1179" y="96"/>
                  <a:pt x="893" y="263"/>
                </a:cubicBezTo>
                <a:cubicBezTo>
                  <a:pt x="631" y="405"/>
                  <a:pt x="405" y="632"/>
                  <a:pt x="238" y="917"/>
                </a:cubicBezTo>
                <a:cubicBezTo>
                  <a:pt x="95" y="1179"/>
                  <a:pt x="0" y="1477"/>
                  <a:pt x="0" y="1810"/>
                </a:cubicBezTo>
                <a:cubicBezTo>
                  <a:pt x="0" y="2120"/>
                  <a:pt x="84" y="2418"/>
                  <a:pt x="238" y="2703"/>
                </a:cubicBezTo>
                <a:cubicBezTo>
                  <a:pt x="393" y="2965"/>
                  <a:pt x="619" y="3191"/>
                  <a:pt x="893" y="3358"/>
                </a:cubicBezTo>
                <a:cubicBezTo>
                  <a:pt x="1167" y="3501"/>
                  <a:pt x="1465" y="3596"/>
                  <a:pt x="1786" y="3596"/>
                </a:cubicBezTo>
                <a:cubicBezTo>
                  <a:pt x="2108" y="3596"/>
                  <a:pt x="2405" y="3513"/>
                  <a:pt x="2679" y="3358"/>
                </a:cubicBezTo>
                <a:cubicBezTo>
                  <a:pt x="2846" y="3251"/>
                  <a:pt x="3012" y="3132"/>
                  <a:pt x="3143" y="2977"/>
                </a:cubicBezTo>
                <a:cubicBezTo>
                  <a:pt x="3686" y="2372"/>
                  <a:pt x="4302" y="2060"/>
                  <a:pt x="4912" y="2060"/>
                </a:cubicBezTo>
                <a:cubicBezTo>
                  <a:pt x="5118" y="2060"/>
                  <a:pt x="5323" y="2095"/>
                  <a:pt x="5525" y="2168"/>
                </a:cubicBezTo>
                <a:cubicBezTo>
                  <a:pt x="6191" y="2406"/>
                  <a:pt x="6596" y="3072"/>
                  <a:pt x="6465" y="3787"/>
                </a:cubicBezTo>
                <a:cubicBezTo>
                  <a:pt x="6299" y="4620"/>
                  <a:pt x="5644" y="5216"/>
                  <a:pt x="4572" y="5442"/>
                </a:cubicBezTo>
                <a:cubicBezTo>
                  <a:pt x="4382" y="5466"/>
                  <a:pt x="4191" y="5537"/>
                  <a:pt x="4013" y="5644"/>
                </a:cubicBezTo>
                <a:cubicBezTo>
                  <a:pt x="3739" y="5799"/>
                  <a:pt x="3513" y="6013"/>
                  <a:pt x="3358" y="6299"/>
                </a:cubicBezTo>
                <a:cubicBezTo>
                  <a:pt x="3203" y="6561"/>
                  <a:pt x="3120" y="6859"/>
                  <a:pt x="3120" y="7192"/>
                </a:cubicBezTo>
                <a:cubicBezTo>
                  <a:pt x="3120" y="7502"/>
                  <a:pt x="3191" y="7799"/>
                  <a:pt x="3358" y="8085"/>
                </a:cubicBezTo>
                <a:cubicBezTo>
                  <a:pt x="3501" y="8347"/>
                  <a:pt x="3727" y="8573"/>
                  <a:pt x="4013" y="8740"/>
                </a:cubicBezTo>
                <a:cubicBezTo>
                  <a:pt x="4275" y="8883"/>
                  <a:pt x="4572" y="8978"/>
                  <a:pt x="4906" y="8978"/>
                </a:cubicBezTo>
                <a:cubicBezTo>
                  <a:pt x="5215" y="8978"/>
                  <a:pt x="5513" y="8906"/>
                  <a:pt x="5799" y="8740"/>
                </a:cubicBezTo>
                <a:cubicBezTo>
                  <a:pt x="6060" y="8585"/>
                  <a:pt x="6287" y="8371"/>
                  <a:pt x="6453" y="8085"/>
                </a:cubicBezTo>
                <a:cubicBezTo>
                  <a:pt x="6596" y="7823"/>
                  <a:pt x="6692" y="7525"/>
                  <a:pt x="6692" y="7192"/>
                </a:cubicBezTo>
                <a:cubicBezTo>
                  <a:pt x="6692" y="7001"/>
                  <a:pt x="6656" y="6799"/>
                  <a:pt x="6596" y="6609"/>
                </a:cubicBezTo>
                <a:cubicBezTo>
                  <a:pt x="6239" y="5573"/>
                  <a:pt x="6430" y="4692"/>
                  <a:pt x="7084" y="4144"/>
                </a:cubicBezTo>
                <a:cubicBezTo>
                  <a:pt x="7352" y="3912"/>
                  <a:pt x="7686" y="3796"/>
                  <a:pt x="8019" y="3796"/>
                </a:cubicBezTo>
                <a:cubicBezTo>
                  <a:pt x="8352" y="3796"/>
                  <a:pt x="8686" y="3912"/>
                  <a:pt x="8954" y="4144"/>
                </a:cubicBezTo>
                <a:cubicBezTo>
                  <a:pt x="9585" y="4692"/>
                  <a:pt x="9787" y="5549"/>
                  <a:pt x="9430" y="6597"/>
                </a:cubicBezTo>
                <a:cubicBezTo>
                  <a:pt x="9370" y="6775"/>
                  <a:pt x="9323" y="6990"/>
                  <a:pt x="9323" y="7192"/>
                </a:cubicBezTo>
                <a:cubicBezTo>
                  <a:pt x="9323" y="7502"/>
                  <a:pt x="9394" y="7799"/>
                  <a:pt x="9561" y="8085"/>
                </a:cubicBezTo>
                <a:cubicBezTo>
                  <a:pt x="9704" y="8347"/>
                  <a:pt x="9930" y="8573"/>
                  <a:pt x="10216" y="8740"/>
                </a:cubicBezTo>
                <a:cubicBezTo>
                  <a:pt x="10478" y="8883"/>
                  <a:pt x="10775" y="8978"/>
                  <a:pt x="11109" y="8978"/>
                </a:cubicBezTo>
                <a:cubicBezTo>
                  <a:pt x="11418" y="8978"/>
                  <a:pt x="11716" y="8906"/>
                  <a:pt x="12002" y="8740"/>
                </a:cubicBezTo>
                <a:cubicBezTo>
                  <a:pt x="12264" y="8585"/>
                  <a:pt x="12490" y="8371"/>
                  <a:pt x="12657" y="8085"/>
                </a:cubicBezTo>
                <a:cubicBezTo>
                  <a:pt x="12799" y="7823"/>
                  <a:pt x="12895" y="7525"/>
                  <a:pt x="12895" y="7192"/>
                </a:cubicBezTo>
                <a:cubicBezTo>
                  <a:pt x="12895" y="6882"/>
                  <a:pt x="12823" y="6585"/>
                  <a:pt x="12657" y="6299"/>
                </a:cubicBezTo>
                <a:cubicBezTo>
                  <a:pt x="12502" y="6037"/>
                  <a:pt x="12287" y="5811"/>
                  <a:pt x="12002" y="5644"/>
                </a:cubicBezTo>
                <a:cubicBezTo>
                  <a:pt x="11835" y="5537"/>
                  <a:pt x="11645" y="5477"/>
                  <a:pt x="11454" y="5442"/>
                </a:cubicBezTo>
                <a:cubicBezTo>
                  <a:pt x="10359" y="5216"/>
                  <a:pt x="9704" y="4620"/>
                  <a:pt x="9549" y="3763"/>
                </a:cubicBezTo>
                <a:cubicBezTo>
                  <a:pt x="9430" y="3072"/>
                  <a:pt x="9811" y="2394"/>
                  <a:pt x="10478" y="2168"/>
                </a:cubicBezTo>
                <a:cubicBezTo>
                  <a:pt x="10688" y="2093"/>
                  <a:pt x="10901" y="2056"/>
                  <a:pt x="11112" y="2056"/>
                </a:cubicBezTo>
                <a:cubicBezTo>
                  <a:pt x="11714" y="2056"/>
                  <a:pt x="12310" y="2357"/>
                  <a:pt x="12847" y="2965"/>
                </a:cubicBezTo>
                <a:cubicBezTo>
                  <a:pt x="12978" y="3120"/>
                  <a:pt x="13133" y="3251"/>
                  <a:pt x="13311" y="3358"/>
                </a:cubicBezTo>
                <a:cubicBezTo>
                  <a:pt x="13573" y="3501"/>
                  <a:pt x="13871" y="3596"/>
                  <a:pt x="14204" y="3596"/>
                </a:cubicBezTo>
                <a:cubicBezTo>
                  <a:pt x="14514" y="3596"/>
                  <a:pt x="14812" y="3513"/>
                  <a:pt x="15097" y="3358"/>
                </a:cubicBezTo>
                <a:cubicBezTo>
                  <a:pt x="15359" y="3203"/>
                  <a:pt x="15585" y="2977"/>
                  <a:pt x="15752" y="2703"/>
                </a:cubicBezTo>
                <a:cubicBezTo>
                  <a:pt x="15895" y="2429"/>
                  <a:pt x="15990" y="2132"/>
                  <a:pt x="15990" y="1810"/>
                </a:cubicBezTo>
                <a:cubicBezTo>
                  <a:pt x="16002" y="1489"/>
                  <a:pt x="15931" y="1179"/>
                  <a:pt x="15764" y="894"/>
                </a:cubicBezTo>
                <a:cubicBezTo>
                  <a:pt x="15621" y="632"/>
                  <a:pt x="15395" y="405"/>
                  <a:pt x="15109" y="239"/>
                </a:cubicBezTo>
                <a:cubicBezTo>
                  <a:pt x="14847" y="96"/>
                  <a:pt x="14550" y="1"/>
                  <a:pt x="14216" y="1"/>
                </a:cubicBezTo>
                <a:cubicBezTo>
                  <a:pt x="13907" y="1"/>
                  <a:pt x="13609" y="84"/>
                  <a:pt x="13323" y="239"/>
                </a:cubicBezTo>
                <a:cubicBezTo>
                  <a:pt x="13157" y="346"/>
                  <a:pt x="13002" y="465"/>
                  <a:pt x="12859" y="620"/>
                </a:cubicBezTo>
                <a:cubicBezTo>
                  <a:pt x="12317" y="1233"/>
                  <a:pt x="11713" y="1539"/>
                  <a:pt x="11107" y="1539"/>
                </a:cubicBezTo>
                <a:cubicBezTo>
                  <a:pt x="10502" y="1539"/>
                  <a:pt x="9894" y="1233"/>
                  <a:pt x="9347" y="620"/>
                </a:cubicBezTo>
                <a:cubicBezTo>
                  <a:pt x="9216" y="465"/>
                  <a:pt x="9073" y="334"/>
                  <a:pt x="8894" y="239"/>
                </a:cubicBezTo>
                <a:cubicBezTo>
                  <a:pt x="8620" y="96"/>
                  <a:pt x="8323" y="1"/>
                  <a:pt x="800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86"/>
          <p:cNvSpPr/>
          <p:nvPr/>
        </p:nvSpPr>
        <p:spPr>
          <a:xfrm rot="10800000">
            <a:off x="4105618" y="4213998"/>
            <a:ext cx="770024" cy="431999"/>
          </a:xfrm>
          <a:custGeom>
            <a:rect b="b" l="l" r="r" t="t"/>
            <a:pathLst>
              <a:path extrusionOk="0" h="8978" w="16003">
                <a:moveTo>
                  <a:pt x="8001" y="1"/>
                </a:moveTo>
                <a:cubicBezTo>
                  <a:pt x="7680" y="1"/>
                  <a:pt x="7382" y="84"/>
                  <a:pt x="7108" y="239"/>
                </a:cubicBezTo>
                <a:cubicBezTo>
                  <a:pt x="6942" y="334"/>
                  <a:pt x="6775" y="465"/>
                  <a:pt x="6656" y="620"/>
                </a:cubicBezTo>
                <a:cubicBezTo>
                  <a:pt x="6113" y="1234"/>
                  <a:pt x="5504" y="1541"/>
                  <a:pt x="4895" y="1541"/>
                </a:cubicBezTo>
                <a:cubicBezTo>
                  <a:pt x="4289" y="1541"/>
                  <a:pt x="3684" y="1237"/>
                  <a:pt x="3143" y="632"/>
                </a:cubicBezTo>
                <a:cubicBezTo>
                  <a:pt x="3012" y="477"/>
                  <a:pt x="2858" y="346"/>
                  <a:pt x="2679" y="263"/>
                </a:cubicBezTo>
                <a:cubicBezTo>
                  <a:pt x="2417" y="108"/>
                  <a:pt x="2120" y="24"/>
                  <a:pt x="1786" y="24"/>
                </a:cubicBezTo>
                <a:cubicBezTo>
                  <a:pt x="1477" y="24"/>
                  <a:pt x="1179" y="96"/>
                  <a:pt x="893" y="263"/>
                </a:cubicBezTo>
                <a:cubicBezTo>
                  <a:pt x="631" y="405"/>
                  <a:pt x="405" y="632"/>
                  <a:pt x="238" y="917"/>
                </a:cubicBezTo>
                <a:cubicBezTo>
                  <a:pt x="95" y="1179"/>
                  <a:pt x="0" y="1477"/>
                  <a:pt x="0" y="1810"/>
                </a:cubicBezTo>
                <a:cubicBezTo>
                  <a:pt x="0" y="2120"/>
                  <a:pt x="84" y="2418"/>
                  <a:pt x="238" y="2703"/>
                </a:cubicBezTo>
                <a:cubicBezTo>
                  <a:pt x="393" y="2965"/>
                  <a:pt x="619" y="3191"/>
                  <a:pt x="893" y="3358"/>
                </a:cubicBezTo>
                <a:cubicBezTo>
                  <a:pt x="1167" y="3501"/>
                  <a:pt x="1465" y="3596"/>
                  <a:pt x="1786" y="3596"/>
                </a:cubicBezTo>
                <a:cubicBezTo>
                  <a:pt x="2108" y="3596"/>
                  <a:pt x="2405" y="3513"/>
                  <a:pt x="2679" y="3358"/>
                </a:cubicBezTo>
                <a:cubicBezTo>
                  <a:pt x="2846" y="3251"/>
                  <a:pt x="3012" y="3132"/>
                  <a:pt x="3143" y="2977"/>
                </a:cubicBezTo>
                <a:cubicBezTo>
                  <a:pt x="3686" y="2372"/>
                  <a:pt x="4302" y="2060"/>
                  <a:pt x="4912" y="2060"/>
                </a:cubicBezTo>
                <a:cubicBezTo>
                  <a:pt x="5118" y="2060"/>
                  <a:pt x="5323" y="2095"/>
                  <a:pt x="5525" y="2168"/>
                </a:cubicBezTo>
                <a:cubicBezTo>
                  <a:pt x="6191" y="2406"/>
                  <a:pt x="6596" y="3072"/>
                  <a:pt x="6465" y="3787"/>
                </a:cubicBezTo>
                <a:cubicBezTo>
                  <a:pt x="6299" y="4620"/>
                  <a:pt x="5644" y="5216"/>
                  <a:pt x="4572" y="5442"/>
                </a:cubicBezTo>
                <a:cubicBezTo>
                  <a:pt x="4382" y="5466"/>
                  <a:pt x="4191" y="5537"/>
                  <a:pt x="4013" y="5644"/>
                </a:cubicBezTo>
                <a:cubicBezTo>
                  <a:pt x="3739" y="5799"/>
                  <a:pt x="3513" y="6013"/>
                  <a:pt x="3358" y="6299"/>
                </a:cubicBezTo>
                <a:cubicBezTo>
                  <a:pt x="3203" y="6561"/>
                  <a:pt x="3120" y="6859"/>
                  <a:pt x="3120" y="7192"/>
                </a:cubicBezTo>
                <a:cubicBezTo>
                  <a:pt x="3120" y="7502"/>
                  <a:pt x="3191" y="7799"/>
                  <a:pt x="3358" y="8085"/>
                </a:cubicBezTo>
                <a:cubicBezTo>
                  <a:pt x="3501" y="8347"/>
                  <a:pt x="3727" y="8573"/>
                  <a:pt x="4013" y="8740"/>
                </a:cubicBezTo>
                <a:cubicBezTo>
                  <a:pt x="4275" y="8883"/>
                  <a:pt x="4572" y="8978"/>
                  <a:pt x="4906" y="8978"/>
                </a:cubicBezTo>
                <a:cubicBezTo>
                  <a:pt x="5215" y="8978"/>
                  <a:pt x="5513" y="8906"/>
                  <a:pt x="5799" y="8740"/>
                </a:cubicBezTo>
                <a:cubicBezTo>
                  <a:pt x="6060" y="8585"/>
                  <a:pt x="6287" y="8371"/>
                  <a:pt x="6453" y="8085"/>
                </a:cubicBezTo>
                <a:cubicBezTo>
                  <a:pt x="6596" y="7823"/>
                  <a:pt x="6692" y="7525"/>
                  <a:pt x="6692" y="7192"/>
                </a:cubicBezTo>
                <a:cubicBezTo>
                  <a:pt x="6692" y="7001"/>
                  <a:pt x="6656" y="6799"/>
                  <a:pt x="6596" y="6609"/>
                </a:cubicBezTo>
                <a:cubicBezTo>
                  <a:pt x="6239" y="5573"/>
                  <a:pt x="6430" y="4692"/>
                  <a:pt x="7084" y="4144"/>
                </a:cubicBezTo>
                <a:cubicBezTo>
                  <a:pt x="7352" y="3912"/>
                  <a:pt x="7686" y="3796"/>
                  <a:pt x="8019" y="3796"/>
                </a:cubicBezTo>
                <a:cubicBezTo>
                  <a:pt x="8352" y="3796"/>
                  <a:pt x="8686" y="3912"/>
                  <a:pt x="8954" y="4144"/>
                </a:cubicBezTo>
                <a:cubicBezTo>
                  <a:pt x="9585" y="4692"/>
                  <a:pt x="9787" y="5549"/>
                  <a:pt x="9430" y="6597"/>
                </a:cubicBezTo>
                <a:cubicBezTo>
                  <a:pt x="9370" y="6775"/>
                  <a:pt x="9323" y="6990"/>
                  <a:pt x="9323" y="7192"/>
                </a:cubicBezTo>
                <a:cubicBezTo>
                  <a:pt x="9323" y="7502"/>
                  <a:pt x="9394" y="7799"/>
                  <a:pt x="9561" y="8085"/>
                </a:cubicBezTo>
                <a:cubicBezTo>
                  <a:pt x="9704" y="8347"/>
                  <a:pt x="9930" y="8573"/>
                  <a:pt x="10216" y="8740"/>
                </a:cubicBezTo>
                <a:cubicBezTo>
                  <a:pt x="10478" y="8883"/>
                  <a:pt x="10775" y="8978"/>
                  <a:pt x="11109" y="8978"/>
                </a:cubicBezTo>
                <a:cubicBezTo>
                  <a:pt x="11418" y="8978"/>
                  <a:pt x="11716" y="8906"/>
                  <a:pt x="12002" y="8740"/>
                </a:cubicBezTo>
                <a:cubicBezTo>
                  <a:pt x="12264" y="8585"/>
                  <a:pt x="12490" y="8371"/>
                  <a:pt x="12657" y="8085"/>
                </a:cubicBezTo>
                <a:cubicBezTo>
                  <a:pt x="12799" y="7823"/>
                  <a:pt x="12895" y="7525"/>
                  <a:pt x="12895" y="7192"/>
                </a:cubicBezTo>
                <a:cubicBezTo>
                  <a:pt x="12895" y="6882"/>
                  <a:pt x="12823" y="6585"/>
                  <a:pt x="12657" y="6299"/>
                </a:cubicBezTo>
                <a:cubicBezTo>
                  <a:pt x="12502" y="6037"/>
                  <a:pt x="12287" y="5811"/>
                  <a:pt x="12002" y="5644"/>
                </a:cubicBezTo>
                <a:cubicBezTo>
                  <a:pt x="11835" y="5537"/>
                  <a:pt x="11645" y="5477"/>
                  <a:pt x="11454" y="5442"/>
                </a:cubicBezTo>
                <a:cubicBezTo>
                  <a:pt x="10359" y="5216"/>
                  <a:pt x="9704" y="4620"/>
                  <a:pt x="9549" y="3763"/>
                </a:cubicBezTo>
                <a:cubicBezTo>
                  <a:pt x="9430" y="3072"/>
                  <a:pt x="9811" y="2394"/>
                  <a:pt x="10478" y="2168"/>
                </a:cubicBezTo>
                <a:cubicBezTo>
                  <a:pt x="10688" y="2093"/>
                  <a:pt x="10901" y="2056"/>
                  <a:pt x="11112" y="2056"/>
                </a:cubicBezTo>
                <a:cubicBezTo>
                  <a:pt x="11714" y="2056"/>
                  <a:pt x="12310" y="2357"/>
                  <a:pt x="12847" y="2965"/>
                </a:cubicBezTo>
                <a:cubicBezTo>
                  <a:pt x="12978" y="3120"/>
                  <a:pt x="13133" y="3251"/>
                  <a:pt x="13311" y="3358"/>
                </a:cubicBezTo>
                <a:cubicBezTo>
                  <a:pt x="13573" y="3501"/>
                  <a:pt x="13871" y="3596"/>
                  <a:pt x="14204" y="3596"/>
                </a:cubicBezTo>
                <a:cubicBezTo>
                  <a:pt x="14514" y="3596"/>
                  <a:pt x="14812" y="3513"/>
                  <a:pt x="15097" y="3358"/>
                </a:cubicBezTo>
                <a:cubicBezTo>
                  <a:pt x="15359" y="3203"/>
                  <a:pt x="15585" y="2977"/>
                  <a:pt x="15752" y="2703"/>
                </a:cubicBezTo>
                <a:cubicBezTo>
                  <a:pt x="15895" y="2429"/>
                  <a:pt x="15990" y="2132"/>
                  <a:pt x="15990" y="1810"/>
                </a:cubicBezTo>
                <a:cubicBezTo>
                  <a:pt x="16002" y="1489"/>
                  <a:pt x="15931" y="1179"/>
                  <a:pt x="15764" y="894"/>
                </a:cubicBezTo>
                <a:cubicBezTo>
                  <a:pt x="15621" y="632"/>
                  <a:pt x="15395" y="405"/>
                  <a:pt x="15109" y="239"/>
                </a:cubicBezTo>
                <a:cubicBezTo>
                  <a:pt x="14847" y="96"/>
                  <a:pt x="14550" y="1"/>
                  <a:pt x="14216" y="1"/>
                </a:cubicBezTo>
                <a:cubicBezTo>
                  <a:pt x="13907" y="1"/>
                  <a:pt x="13609" y="84"/>
                  <a:pt x="13323" y="239"/>
                </a:cubicBezTo>
                <a:cubicBezTo>
                  <a:pt x="13157" y="346"/>
                  <a:pt x="13002" y="465"/>
                  <a:pt x="12859" y="620"/>
                </a:cubicBezTo>
                <a:cubicBezTo>
                  <a:pt x="12317" y="1233"/>
                  <a:pt x="11713" y="1539"/>
                  <a:pt x="11107" y="1539"/>
                </a:cubicBezTo>
                <a:cubicBezTo>
                  <a:pt x="10502" y="1539"/>
                  <a:pt x="9894" y="1233"/>
                  <a:pt x="9347" y="620"/>
                </a:cubicBezTo>
                <a:cubicBezTo>
                  <a:pt x="9216" y="465"/>
                  <a:pt x="9073" y="334"/>
                  <a:pt x="8894" y="239"/>
                </a:cubicBezTo>
                <a:cubicBezTo>
                  <a:pt x="8620" y="96"/>
                  <a:pt x="8323" y="1"/>
                  <a:pt x="800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86"/>
          <p:cNvSpPr/>
          <p:nvPr/>
        </p:nvSpPr>
        <p:spPr>
          <a:xfrm rot="-7199868">
            <a:off x="5117717" y="3765742"/>
            <a:ext cx="770035" cy="432005"/>
          </a:xfrm>
          <a:custGeom>
            <a:rect b="b" l="l" r="r" t="t"/>
            <a:pathLst>
              <a:path extrusionOk="0" h="8978" w="16003">
                <a:moveTo>
                  <a:pt x="8001" y="1"/>
                </a:moveTo>
                <a:cubicBezTo>
                  <a:pt x="7680" y="1"/>
                  <a:pt x="7382" y="84"/>
                  <a:pt x="7108" y="239"/>
                </a:cubicBezTo>
                <a:cubicBezTo>
                  <a:pt x="6942" y="334"/>
                  <a:pt x="6775" y="465"/>
                  <a:pt x="6656" y="620"/>
                </a:cubicBezTo>
                <a:cubicBezTo>
                  <a:pt x="6113" y="1234"/>
                  <a:pt x="5504" y="1541"/>
                  <a:pt x="4895" y="1541"/>
                </a:cubicBezTo>
                <a:cubicBezTo>
                  <a:pt x="4289" y="1541"/>
                  <a:pt x="3684" y="1237"/>
                  <a:pt x="3143" y="632"/>
                </a:cubicBezTo>
                <a:cubicBezTo>
                  <a:pt x="3012" y="477"/>
                  <a:pt x="2858" y="346"/>
                  <a:pt x="2679" y="263"/>
                </a:cubicBezTo>
                <a:cubicBezTo>
                  <a:pt x="2417" y="108"/>
                  <a:pt x="2120" y="24"/>
                  <a:pt x="1786" y="24"/>
                </a:cubicBezTo>
                <a:cubicBezTo>
                  <a:pt x="1477" y="24"/>
                  <a:pt x="1179" y="96"/>
                  <a:pt x="893" y="263"/>
                </a:cubicBezTo>
                <a:cubicBezTo>
                  <a:pt x="631" y="405"/>
                  <a:pt x="405" y="632"/>
                  <a:pt x="238" y="917"/>
                </a:cubicBezTo>
                <a:cubicBezTo>
                  <a:pt x="95" y="1179"/>
                  <a:pt x="0" y="1477"/>
                  <a:pt x="0" y="1810"/>
                </a:cubicBezTo>
                <a:cubicBezTo>
                  <a:pt x="0" y="2120"/>
                  <a:pt x="84" y="2418"/>
                  <a:pt x="238" y="2703"/>
                </a:cubicBezTo>
                <a:cubicBezTo>
                  <a:pt x="393" y="2965"/>
                  <a:pt x="619" y="3191"/>
                  <a:pt x="893" y="3358"/>
                </a:cubicBezTo>
                <a:cubicBezTo>
                  <a:pt x="1167" y="3501"/>
                  <a:pt x="1465" y="3596"/>
                  <a:pt x="1786" y="3596"/>
                </a:cubicBezTo>
                <a:cubicBezTo>
                  <a:pt x="2108" y="3596"/>
                  <a:pt x="2405" y="3513"/>
                  <a:pt x="2679" y="3358"/>
                </a:cubicBezTo>
                <a:cubicBezTo>
                  <a:pt x="2846" y="3251"/>
                  <a:pt x="3012" y="3132"/>
                  <a:pt x="3143" y="2977"/>
                </a:cubicBezTo>
                <a:cubicBezTo>
                  <a:pt x="3686" y="2372"/>
                  <a:pt x="4302" y="2060"/>
                  <a:pt x="4912" y="2060"/>
                </a:cubicBezTo>
                <a:cubicBezTo>
                  <a:pt x="5118" y="2060"/>
                  <a:pt x="5323" y="2095"/>
                  <a:pt x="5525" y="2168"/>
                </a:cubicBezTo>
                <a:cubicBezTo>
                  <a:pt x="6191" y="2406"/>
                  <a:pt x="6596" y="3072"/>
                  <a:pt x="6465" y="3787"/>
                </a:cubicBezTo>
                <a:cubicBezTo>
                  <a:pt x="6299" y="4620"/>
                  <a:pt x="5644" y="5216"/>
                  <a:pt x="4572" y="5442"/>
                </a:cubicBezTo>
                <a:cubicBezTo>
                  <a:pt x="4382" y="5466"/>
                  <a:pt x="4191" y="5537"/>
                  <a:pt x="4013" y="5644"/>
                </a:cubicBezTo>
                <a:cubicBezTo>
                  <a:pt x="3739" y="5799"/>
                  <a:pt x="3513" y="6013"/>
                  <a:pt x="3358" y="6299"/>
                </a:cubicBezTo>
                <a:cubicBezTo>
                  <a:pt x="3203" y="6561"/>
                  <a:pt x="3120" y="6859"/>
                  <a:pt x="3120" y="7192"/>
                </a:cubicBezTo>
                <a:cubicBezTo>
                  <a:pt x="3120" y="7502"/>
                  <a:pt x="3191" y="7799"/>
                  <a:pt x="3358" y="8085"/>
                </a:cubicBezTo>
                <a:cubicBezTo>
                  <a:pt x="3501" y="8347"/>
                  <a:pt x="3727" y="8573"/>
                  <a:pt x="4013" y="8740"/>
                </a:cubicBezTo>
                <a:cubicBezTo>
                  <a:pt x="4275" y="8883"/>
                  <a:pt x="4572" y="8978"/>
                  <a:pt x="4906" y="8978"/>
                </a:cubicBezTo>
                <a:cubicBezTo>
                  <a:pt x="5215" y="8978"/>
                  <a:pt x="5513" y="8906"/>
                  <a:pt x="5799" y="8740"/>
                </a:cubicBezTo>
                <a:cubicBezTo>
                  <a:pt x="6060" y="8585"/>
                  <a:pt x="6287" y="8371"/>
                  <a:pt x="6453" y="8085"/>
                </a:cubicBezTo>
                <a:cubicBezTo>
                  <a:pt x="6596" y="7823"/>
                  <a:pt x="6692" y="7525"/>
                  <a:pt x="6692" y="7192"/>
                </a:cubicBezTo>
                <a:cubicBezTo>
                  <a:pt x="6692" y="7001"/>
                  <a:pt x="6656" y="6799"/>
                  <a:pt x="6596" y="6609"/>
                </a:cubicBezTo>
                <a:cubicBezTo>
                  <a:pt x="6239" y="5573"/>
                  <a:pt x="6430" y="4692"/>
                  <a:pt x="7084" y="4144"/>
                </a:cubicBezTo>
                <a:cubicBezTo>
                  <a:pt x="7352" y="3912"/>
                  <a:pt x="7686" y="3796"/>
                  <a:pt x="8019" y="3796"/>
                </a:cubicBezTo>
                <a:cubicBezTo>
                  <a:pt x="8352" y="3796"/>
                  <a:pt x="8686" y="3912"/>
                  <a:pt x="8954" y="4144"/>
                </a:cubicBezTo>
                <a:cubicBezTo>
                  <a:pt x="9585" y="4692"/>
                  <a:pt x="9787" y="5549"/>
                  <a:pt x="9430" y="6597"/>
                </a:cubicBezTo>
                <a:cubicBezTo>
                  <a:pt x="9370" y="6775"/>
                  <a:pt x="9323" y="6990"/>
                  <a:pt x="9323" y="7192"/>
                </a:cubicBezTo>
                <a:cubicBezTo>
                  <a:pt x="9323" y="7502"/>
                  <a:pt x="9394" y="7799"/>
                  <a:pt x="9561" y="8085"/>
                </a:cubicBezTo>
                <a:cubicBezTo>
                  <a:pt x="9704" y="8347"/>
                  <a:pt x="9930" y="8573"/>
                  <a:pt x="10216" y="8740"/>
                </a:cubicBezTo>
                <a:cubicBezTo>
                  <a:pt x="10478" y="8883"/>
                  <a:pt x="10775" y="8978"/>
                  <a:pt x="11109" y="8978"/>
                </a:cubicBezTo>
                <a:cubicBezTo>
                  <a:pt x="11418" y="8978"/>
                  <a:pt x="11716" y="8906"/>
                  <a:pt x="12002" y="8740"/>
                </a:cubicBezTo>
                <a:cubicBezTo>
                  <a:pt x="12264" y="8585"/>
                  <a:pt x="12490" y="8371"/>
                  <a:pt x="12657" y="8085"/>
                </a:cubicBezTo>
                <a:cubicBezTo>
                  <a:pt x="12799" y="7823"/>
                  <a:pt x="12895" y="7525"/>
                  <a:pt x="12895" y="7192"/>
                </a:cubicBezTo>
                <a:cubicBezTo>
                  <a:pt x="12895" y="6882"/>
                  <a:pt x="12823" y="6585"/>
                  <a:pt x="12657" y="6299"/>
                </a:cubicBezTo>
                <a:cubicBezTo>
                  <a:pt x="12502" y="6037"/>
                  <a:pt x="12287" y="5811"/>
                  <a:pt x="12002" y="5644"/>
                </a:cubicBezTo>
                <a:cubicBezTo>
                  <a:pt x="11835" y="5537"/>
                  <a:pt x="11645" y="5477"/>
                  <a:pt x="11454" y="5442"/>
                </a:cubicBezTo>
                <a:cubicBezTo>
                  <a:pt x="10359" y="5216"/>
                  <a:pt x="9704" y="4620"/>
                  <a:pt x="9549" y="3763"/>
                </a:cubicBezTo>
                <a:cubicBezTo>
                  <a:pt x="9430" y="3072"/>
                  <a:pt x="9811" y="2394"/>
                  <a:pt x="10478" y="2168"/>
                </a:cubicBezTo>
                <a:cubicBezTo>
                  <a:pt x="10688" y="2093"/>
                  <a:pt x="10901" y="2056"/>
                  <a:pt x="11112" y="2056"/>
                </a:cubicBezTo>
                <a:cubicBezTo>
                  <a:pt x="11714" y="2056"/>
                  <a:pt x="12310" y="2357"/>
                  <a:pt x="12847" y="2965"/>
                </a:cubicBezTo>
                <a:cubicBezTo>
                  <a:pt x="12978" y="3120"/>
                  <a:pt x="13133" y="3251"/>
                  <a:pt x="13311" y="3358"/>
                </a:cubicBezTo>
                <a:cubicBezTo>
                  <a:pt x="13573" y="3501"/>
                  <a:pt x="13871" y="3596"/>
                  <a:pt x="14204" y="3596"/>
                </a:cubicBezTo>
                <a:cubicBezTo>
                  <a:pt x="14514" y="3596"/>
                  <a:pt x="14812" y="3513"/>
                  <a:pt x="15097" y="3358"/>
                </a:cubicBezTo>
                <a:cubicBezTo>
                  <a:pt x="15359" y="3203"/>
                  <a:pt x="15585" y="2977"/>
                  <a:pt x="15752" y="2703"/>
                </a:cubicBezTo>
                <a:cubicBezTo>
                  <a:pt x="15895" y="2429"/>
                  <a:pt x="15990" y="2132"/>
                  <a:pt x="15990" y="1810"/>
                </a:cubicBezTo>
                <a:cubicBezTo>
                  <a:pt x="16002" y="1489"/>
                  <a:pt x="15931" y="1179"/>
                  <a:pt x="15764" y="894"/>
                </a:cubicBezTo>
                <a:cubicBezTo>
                  <a:pt x="15621" y="632"/>
                  <a:pt x="15395" y="405"/>
                  <a:pt x="15109" y="239"/>
                </a:cubicBezTo>
                <a:cubicBezTo>
                  <a:pt x="14847" y="96"/>
                  <a:pt x="14550" y="1"/>
                  <a:pt x="14216" y="1"/>
                </a:cubicBezTo>
                <a:cubicBezTo>
                  <a:pt x="13907" y="1"/>
                  <a:pt x="13609" y="84"/>
                  <a:pt x="13323" y="239"/>
                </a:cubicBezTo>
                <a:cubicBezTo>
                  <a:pt x="13157" y="346"/>
                  <a:pt x="13002" y="465"/>
                  <a:pt x="12859" y="620"/>
                </a:cubicBezTo>
                <a:cubicBezTo>
                  <a:pt x="12317" y="1233"/>
                  <a:pt x="11713" y="1539"/>
                  <a:pt x="11107" y="1539"/>
                </a:cubicBezTo>
                <a:cubicBezTo>
                  <a:pt x="10502" y="1539"/>
                  <a:pt x="9894" y="1233"/>
                  <a:pt x="9347" y="620"/>
                </a:cubicBezTo>
                <a:cubicBezTo>
                  <a:pt x="9216" y="465"/>
                  <a:pt x="9073" y="334"/>
                  <a:pt x="8894" y="239"/>
                </a:cubicBezTo>
                <a:cubicBezTo>
                  <a:pt x="8620" y="96"/>
                  <a:pt x="8323" y="1"/>
                  <a:pt x="800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86"/>
          <p:cNvSpPr/>
          <p:nvPr/>
        </p:nvSpPr>
        <p:spPr>
          <a:xfrm rot="-3599888">
            <a:off x="7075316" y="3626323"/>
            <a:ext cx="770021" cy="431986"/>
          </a:xfrm>
          <a:custGeom>
            <a:rect b="b" l="l" r="r" t="t"/>
            <a:pathLst>
              <a:path extrusionOk="0" h="8978" w="16003">
                <a:moveTo>
                  <a:pt x="8001" y="1"/>
                </a:moveTo>
                <a:cubicBezTo>
                  <a:pt x="7680" y="1"/>
                  <a:pt x="7382" y="84"/>
                  <a:pt x="7108" y="239"/>
                </a:cubicBezTo>
                <a:cubicBezTo>
                  <a:pt x="6942" y="334"/>
                  <a:pt x="6775" y="465"/>
                  <a:pt x="6656" y="620"/>
                </a:cubicBezTo>
                <a:cubicBezTo>
                  <a:pt x="6113" y="1234"/>
                  <a:pt x="5504" y="1541"/>
                  <a:pt x="4895" y="1541"/>
                </a:cubicBezTo>
                <a:cubicBezTo>
                  <a:pt x="4289" y="1541"/>
                  <a:pt x="3684" y="1237"/>
                  <a:pt x="3143" y="632"/>
                </a:cubicBezTo>
                <a:cubicBezTo>
                  <a:pt x="3012" y="477"/>
                  <a:pt x="2858" y="346"/>
                  <a:pt x="2679" y="263"/>
                </a:cubicBezTo>
                <a:cubicBezTo>
                  <a:pt x="2417" y="108"/>
                  <a:pt x="2120" y="24"/>
                  <a:pt x="1786" y="24"/>
                </a:cubicBezTo>
                <a:cubicBezTo>
                  <a:pt x="1477" y="24"/>
                  <a:pt x="1179" y="96"/>
                  <a:pt x="893" y="263"/>
                </a:cubicBezTo>
                <a:cubicBezTo>
                  <a:pt x="631" y="405"/>
                  <a:pt x="405" y="632"/>
                  <a:pt x="238" y="917"/>
                </a:cubicBezTo>
                <a:cubicBezTo>
                  <a:pt x="95" y="1179"/>
                  <a:pt x="0" y="1477"/>
                  <a:pt x="0" y="1810"/>
                </a:cubicBezTo>
                <a:cubicBezTo>
                  <a:pt x="0" y="2120"/>
                  <a:pt x="84" y="2418"/>
                  <a:pt x="238" y="2703"/>
                </a:cubicBezTo>
                <a:cubicBezTo>
                  <a:pt x="393" y="2965"/>
                  <a:pt x="619" y="3191"/>
                  <a:pt x="893" y="3358"/>
                </a:cubicBezTo>
                <a:cubicBezTo>
                  <a:pt x="1167" y="3501"/>
                  <a:pt x="1465" y="3596"/>
                  <a:pt x="1786" y="3596"/>
                </a:cubicBezTo>
                <a:cubicBezTo>
                  <a:pt x="2108" y="3596"/>
                  <a:pt x="2405" y="3513"/>
                  <a:pt x="2679" y="3358"/>
                </a:cubicBezTo>
                <a:cubicBezTo>
                  <a:pt x="2846" y="3251"/>
                  <a:pt x="3012" y="3132"/>
                  <a:pt x="3143" y="2977"/>
                </a:cubicBezTo>
                <a:cubicBezTo>
                  <a:pt x="3686" y="2372"/>
                  <a:pt x="4302" y="2060"/>
                  <a:pt x="4912" y="2060"/>
                </a:cubicBezTo>
                <a:cubicBezTo>
                  <a:pt x="5118" y="2060"/>
                  <a:pt x="5323" y="2095"/>
                  <a:pt x="5525" y="2168"/>
                </a:cubicBezTo>
                <a:cubicBezTo>
                  <a:pt x="6191" y="2406"/>
                  <a:pt x="6596" y="3072"/>
                  <a:pt x="6465" y="3787"/>
                </a:cubicBezTo>
                <a:cubicBezTo>
                  <a:pt x="6299" y="4620"/>
                  <a:pt x="5644" y="5216"/>
                  <a:pt x="4572" y="5442"/>
                </a:cubicBezTo>
                <a:cubicBezTo>
                  <a:pt x="4382" y="5466"/>
                  <a:pt x="4191" y="5537"/>
                  <a:pt x="4013" y="5644"/>
                </a:cubicBezTo>
                <a:cubicBezTo>
                  <a:pt x="3739" y="5799"/>
                  <a:pt x="3513" y="6013"/>
                  <a:pt x="3358" y="6299"/>
                </a:cubicBezTo>
                <a:cubicBezTo>
                  <a:pt x="3203" y="6561"/>
                  <a:pt x="3120" y="6859"/>
                  <a:pt x="3120" y="7192"/>
                </a:cubicBezTo>
                <a:cubicBezTo>
                  <a:pt x="3120" y="7502"/>
                  <a:pt x="3191" y="7799"/>
                  <a:pt x="3358" y="8085"/>
                </a:cubicBezTo>
                <a:cubicBezTo>
                  <a:pt x="3501" y="8347"/>
                  <a:pt x="3727" y="8573"/>
                  <a:pt x="4013" y="8740"/>
                </a:cubicBezTo>
                <a:cubicBezTo>
                  <a:pt x="4275" y="8883"/>
                  <a:pt x="4572" y="8978"/>
                  <a:pt x="4906" y="8978"/>
                </a:cubicBezTo>
                <a:cubicBezTo>
                  <a:pt x="5215" y="8978"/>
                  <a:pt x="5513" y="8906"/>
                  <a:pt x="5799" y="8740"/>
                </a:cubicBezTo>
                <a:cubicBezTo>
                  <a:pt x="6060" y="8585"/>
                  <a:pt x="6287" y="8371"/>
                  <a:pt x="6453" y="8085"/>
                </a:cubicBezTo>
                <a:cubicBezTo>
                  <a:pt x="6596" y="7823"/>
                  <a:pt x="6692" y="7525"/>
                  <a:pt x="6692" y="7192"/>
                </a:cubicBezTo>
                <a:cubicBezTo>
                  <a:pt x="6692" y="7001"/>
                  <a:pt x="6656" y="6799"/>
                  <a:pt x="6596" y="6609"/>
                </a:cubicBezTo>
                <a:cubicBezTo>
                  <a:pt x="6239" y="5573"/>
                  <a:pt x="6430" y="4692"/>
                  <a:pt x="7084" y="4144"/>
                </a:cubicBezTo>
                <a:cubicBezTo>
                  <a:pt x="7352" y="3912"/>
                  <a:pt x="7686" y="3796"/>
                  <a:pt x="8019" y="3796"/>
                </a:cubicBezTo>
                <a:cubicBezTo>
                  <a:pt x="8352" y="3796"/>
                  <a:pt x="8686" y="3912"/>
                  <a:pt x="8954" y="4144"/>
                </a:cubicBezTo>
                <a:cubicBezTo>
                  <a:pt x="9585" y="4692"/>
                  <a:pt x="9787" y="5549"/>
                  <a:pt x="9430" y="6597"/>
                </a:cubicBezTo>
                <a:cubicBezTo>
                  <a:pt x="9370" y="6775"/>
                  <a:pt x="9323" y="6990"/>
                  <a:pt x="9323" y="7192"/>
                </a:cubicBezTo>
                <a:cubicBezTo>
                  <a:pt x="9323" y="7502"/>
                  <a:pt x="9394" y="7799"/>
                  <a:pt x="9561" y="8085"/>
                </a:cubicBezTo>
                <a:cubicBezTo>
                  <a:pt x="9704" y="8347"/>
                  <a:pt x="9930" y="8573"/>
                  <a:pt x="10216" y="8740"/>
                </a:cubicBezTo>
                <a:cubicBezTo>
                  <a:pt x="10478" y="8883"/>
                  <a:pt x="10775" y="8978"/>
                  <a:pt x="11109" y="8978"/>
                </a:cubicBezTo>
                <a:cubicBezTo>
                  <a:pt x="11418" y="8978"/>
                  <a:pt x="11716" y="8906"/>
                  <a:pt x="12002" y="8740"/>
                </a:cubicBezTo>
                <a:cubicBezTo>
                  <a:pt x="12264" y="8585"/>
                  <a:pt x="12490" y="8371"/>
                  <a:pt x="12657" y="8085"/>
                </a:cubicBezTo>
                <a:cubicBezTo>
                  <a:pt x="12799" y="7823"/>
                  <a:pt x="12895" y="7525"/>
                  <a:pt x="12895" y="7192"/>
                </a:cubicBezTo>
                <a:cubicBezTo>
                  <a:pt x="12895" y="6882"/>
                  <a:pt x="12823" y="6585"/>
                  <a:pt x="12657" y="6299"/>
                </a:cubicBezTo>
                <a:cubicBezTo>
                  <a:pt x="12502" y="6037"/>
                  <a:pt x="12287" y="5811"/>
                  <a:pt x="12002" y="5644"/>
                </a:cubicBezTo>
                <a:cubicBezTo>
                  <a:pt x="11835" y="5537"/>
                  <a:pt x="11645" y="5477"/>
                  <a:pt x="11454" y="5442"/>
                </a:cubicBezTo>
                <a:cubicBezTo>
                  <a:pt x="10359" y="5216"/>
                  <a:pt x="9704" y="4620"/>
                  <a:pt x="9549" y="3763"/>
                </a:cubicBezTo>
                <a:cubicBezTo>
                  <a:pt x="9430" y="3072"/>
                  <a:pt x="9811" y="2394"/>
                  <a:pt x="10478" y="2168"/>
                </a:cubicBezTo>
                <a:cubicBezTo>
                  <a:pt x="10688" y="2093"/>
                  <a:pt x="10901" y="2056"/>
                  <a:pt x="11112" y="2056"/>
                </a:cubicBezTo>
                <a:cubicBezTo>
                  <a:pt x="11714" y="2056"/>
                  <a:pt x="12310" y="2357"/>
                  <a:pt x="12847" y="2965"/>
                </a:cubicBezTo>
                <a:cubicBezTo>
                  <a:pt x="12978" y="3120"/>
                  <a:pt x="13133" y="3251"/>
                  <a:pt x="13311" y="3358"/>
                </a:cubicBezTo>
                <a:cubicBezTo>
                  <a:pt x="13573" y="3501"/>
                  <a:pt x="13871" y="3596"/>
                  <a:pt x="14204" y="3596"/>
                </a:cubicBezTo>
                <a:cubicBezTo>
                  <a:pt x="14514" y="3596"/>
                  <a:pt x="14812" y="3513"/>
                  <a:pt x="15097" y="3358"/>
                </a:cubicBezTo>
                <a:cubicBezTo>
                  <a:pt x="15359" y="3203"/>
                  <a:pt x="15585" y="2977"/>
                  <a:pt x="15752" y="2703"/>
                </a:cubicBezTo>
                <a:cubicBezTo>
                  <a:pt x="15895" y="2429"/>
                  <a:pt x="15990" y="2132"/>
                  <a:pt x="15990" y="1810"/>
                </a:cubicBezTo>
                <a:cubicBezTo>
                  <a:pt x="16002" y="1489"/>
                  <a:pt x="15931" y="1179"/>
                  <a:pt x="15764" y="894"/>
                </a:cubicBezTo>
                <a:cubicBezTo>
                  <a:pt x="15621" y="632"/>
                  <a:pt x="15395" y="405"/>
                  <a:pt x="15109" y="239"/>
                </a:cubicBezTo>
                <a:cubicBezTo>
                  <a:pt x="14847" y="96"/>
                  <a:pt x="14550" y="1"/>
                  <a:pt x="14216" y="1"/>
                </a:cubicBezTo>
                <a:cubicBezTo>
                  <a:pt x="13907" y="1"/>
                  <a:pt x="13609" y="84"/>
                  <a:pt x="13323" y="239"/>
                </a:cubicBezTo>
                <a:cubicBezTo>
                  <a:pt x="13157" y="346"/>
                  <a:pt x="13002" y="465"/>
                  <a:pt x="12859" y="620"/>
                </a:cubicBezTo>
                <a:cubicBezTo>
                  <a:pt x="12317" y="1233"/>
                  <a:pt x="11713" y="1539"/>
                  <a:pt x="11107" y="1539"/>
                </a:cubicBezTo>
                <a:cubicBezTo>
                  <a:pt x="10502" y="1539"/>
                  <a:pt x="9894" y="1233"/>
                  <a:pt x="9347" y="620"/>
                </a:cubicBezTo>
                <a:cubicBezTo>
                  <a:pt x="9216" y="465"/>
                  <a:pt x="9073" y="334"/>
                  <a:pt x="8894" y="239"/>
                </a:cubicBezTo>
                <a:cubicBezTo>
                  <a:pt x="8620" y="96"/>
                  <a:pt x="8323" y="1"/>
                  <a:pt x="800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86"/>
          <p:cNvSpPr/>
          <p:nvPr/>
        </p:nvSpPr>
        <p:spPr>
          <a:xfrm>
            <a:off x="7258770" y="3955158"/>
            <a:ext cx="770602" cy="691545"/>
          </a:xfrm>
          <a:custGeom>
            <a:rect b="b" l="l" r="r" t="t"/>
            <a:pathLst>
              <a:path extrusionOk="0" h="14372" w="16015">
                <a:moveTo>
                  <a:pt x="11121" y="1"/>
                </a:moveTo>
                <a:cubicBezTo>
                  <a:pt x="10812" y="1"/>
                  <a:pt x="10514" y="84"/>
                  <a:pt x="10228" y="239"/>
                </a:cubicBezTo>
                <a:cubicBezTo>
                  <a:pt x="9954" y="394"/>
                  <a:pt x="9740" y="620"/>
                  <a:pt x="9573" y="894"/>
                </a:cubicBezTo>
                <a:cubicBezTo>
                  <a:pt x="9419" y="1167"/>
                  <a:pt x="9335" y="1465"/>
                  <a:pt x="9335" y="1787"/>
                </a:cubicBezTo>
                <a:cubicBezTo>
                  <a:pt x="9335" y="1989"/>
                  <a:pt x="9359" y="2179"/>
                  <a:pt x="9419" y="2370"/>
                </a:cubicBezTo>
                <a:cubicBezTo>
                  <a:pt x="9942" y="3930"/>
                  <a:pt x="9276" y="5096"/>
                  <a:pt x="7656" y="5418"/>
                </a:cubicBezTo>
                <a:cubicBezTo>
                  <a:pt x="7454" y="5466"/>
                  <a:pt x="7275" y="5525"/>
                  <a:pt x="7097" y="5632"/>
                </a:cubicBezTo>
                <a:cubicBezTo>
                  <a:pt x="6942" y="5716"/>
                  <a:pt x="6775" y="5858"/>
                  <a:pt x="6656" y="6001"/>
                </a:cubicBezTo>
                <a:cubicBezTo>
                  <a:pt x="6113" y="6622"/>
                  <a:pt x="5504" y="6932"/>
                  <a:pt x="4896" y="6932"/>
                </a:cubicBezTo>
                <a:cubicBezTo>
                  <a:pt x="4290" y="6932"/>
                  <a:pt x="3684" y="6625"/>
                  <a:pt x="3144" y="6013"/>
                </a:cubicBezTo>
                <a:cubicBezTo>
                  <a:pt x="3013" y="5870"/>
                  <a:pt x="2858" y="5739"/>
                  <a:pt x="2680" y="5644"/>
                </a:cubicBezTo>
                <a:cubicBezTo>
                  <a:pt x="2418" y="5501"/>
                  <a:pt x="2120" y="5406"/>
                  <a:pt x="1787" y="5406"/>
                </a:cubicBezTo>
                <a:cubicBezTo>
                  <a:pt x="1477" y="5406"/>
                  <a:pt x="1179" y="5477"/>
                  <a:pt x="894" y="5644"/>
                </a:cubicBezTo>
                <a:cubicBezTo>
                  <a:pt x="632" y="5799"/>
                  <a:pt x="406" y="6013"/>
                  <a:pt x="239" y="6299"/>
                </a:cubicBezTo>
                <a:cubicBezTo>
                  <a:pt x="96" y="6573"/>
                  <a:pt x="1" y="6870"/>
                  <a:pt x="1" y="7192"/>
                </a:cubicBezTo>
                <a:cubicBezTo>
                  <a:pt x="1" y="7502"/>
                  <a:pt x="72" y="7799"/>
                  <a:pt x="239" y="8085"/>
                </a:cubicBezTo>
                <a:cubicBezTo>
                  <a:pt x="394" y="8359"/>
                  <a:pt x="608" y="8573"/>
                  <a:pt x="894" y="8740"/>
                </a:cubicBezTo>
                <a:cubicBezTo>
                  <a:pt x="1168" y="8895"/>
                  <a:pt x="1465" y="8978"/>
                  <a:pt x="1787" y="8978"/>
                </a:cubicBezTo>
                <a:cubicBezTo>
                  <a:pt x="2096" y="8978"/>
                  <a:pt x="2394" y="8906"/>
                  <a:pt x="2680" y="8740"/>
                </a:cubicBezTo>
                <a:cubicBezTo>
                  <a:pt x="2846" y="8633"/>
                  <a:pt x="3013" y="8514"/>
                  <a:pt x="3144" y="8371"/>
                </a:cubicBezTo>
                <a:cubicBezTo>
                  <a:pt x="3687" y="7756"/>
                  <a:pt x="4297" y="7441"/>
                  <a:pt x="4909" y="7441"/>
                </a:cubicBezTo>
                <a:cubicBezTo>
                  <a:pt x="5115" y="7441"/>
                  <a:pt x="5321" y="7477"/>
                  <a:pt x="5525" y="7549"/>
                </a:cubicBezTo>
                <a:cubicBezTo>
                  <a:pt x="6192" y="7787"/>
                  <a:pt x="6597" y="8454"/>
                  <a:pt x="6466" y="9168"/>
                </a:cubicBezTo>
                <a:cubicBezTo>
                  <a:pt x="6299" y="10002"/>
                  <a:pt x="5644" y="10597"/>
                  <a:pt x="4573" y="10823"/>
                </a:cubicBezTo>
                <a:cubicBezTo>
                  <a:pt x="4382" y="10859"/>
                  <a:pt x="4180" y="10931"/>
                  <a:pt x="4001" y="11038"/>
                </a:cubicBezTo>
                <a:cubicBezTo>
                  <a:pt x="3739" y="11181"/>
                  <a:pt x="3513" y="11407"/>
                  <a:pt x="3346" y="11693"/>
                </a:cubicBezTo>
                <a:cubicBezTo>
                  <a:pt x="3204" y="11954"/>
                  <a:pt x="3108" y="12252"/>
                  <a:pt x="3108" y="12585"/>
                </a:cubicBezTo>
                <a:cubicBezTo>
                  <a:pt x="3108" y="12895"/>
                  <a:pt x="3192" y="13193"/>
                  <a:pt x="3346" y="13478"/>
                </a:cubicBezTo>
                <a:cubicBezTo>
                  <a:pt x="3501" y="13740"/>
                  <a:pt x="3727" y="13967"/>
                  <a:pt x="4001" y="14133"/>
                </a:cubicBezTo>
                <a:cubicBezTo>
                  <a:pt x="4275" y="14276"/>
                  <a:pt x="4573" y="14371"/>
                  <a:pt x="4894" y="14371"/>
                </a:cubicBezTo>
                <a:cubicBezTo>
                  <a:pt x="5216" y="14371"/>
                  <a:pt x="5513" y="14288"/>
                  <a:pt x="5787" y="14133"/>
                </a:cubicBezTo>
                <a:cubicBezTo>
                  <a:pt x="6061" y="13979"/>
                  <a:pt x="6287" y="13752"/>
                  <a:pt x="6442" y="13478"/>
                </a:cubicBezTo>
                <a:cubicBezTo>
                  <a:pt x="6597" y="13205"/>
                  <a:pt x="6680" y="12907"/>
                  <a:pt x="6680" y="12585"/>
                </a:cubicBezTo>
                <a:cubicBezTo>
                  <a:pt x="6680" y="12383"/>
                  <a:pt x="6656" y="12193"/>
                  <a:pt x="6597" y="12002"/>
                </a:cubicBezTo>
                <a:cubicBezTo>
                  <a:pt x="6073" y="10442"/>
                  <a:pt x="6740" y="9276"/>
                  <a:pt x="8371" y="8954"/>
                </a:cubicBezTo>
                <a:cubicBezTo>
                  <a:pt x="8561" y="8906"/>
                  <a:pt x="8740" y="8847"/>
                  <a:pt x="8919" y="8740"/>
                </a:cubicBezTo>
                <a:cubicBezTo>
                  <a:pt x="9085" y="8656"/>
                  <a:pt x="9240" y="8514"/>
                  <a:pt x="9359" y="8371"/>
                </a:cubicBezTo>
                <a:cubicBezTo>
                  <a:pt x="9908" y="7750"/>
                  <a:pt x="10517" y="7440"/>
                  <a:pt x="11124" y="7440"/>
                </a:cubicBezTo>
                <a:cubicBezTo>
                  <a:pt x="11728" y="7440"/>
                  <a:pt x="12331" y="7747"/>
                  <a:pt x="12871" y="8359"/>
                </a:cubicBezTo>
                <a:cubicBezTo>
                  <a:pt x="13014" y="8502"/>
                  <a:pt x="13157" y="8633"/>
                  <a:pt x="13336" y="8728"/>
                </a:cubicBezTo>
                <a:cubicBezTo>
                  <a:pt x="13610" y="8871"/>
                  <a:pt x="13907" y="8966"/>
                  <a:pt x="14229" y="8966"/>
                </a:cubicBezTo>
                <a:cubicBezTo>
                  <a:pt x="14538" y="8966"/>
                  <a:pt x="14836" y="8895"/>
                  <a:pt x="15122" y="8728"/>
                </a:cubicBezTo>
                <a:cubicBezTo>
                  <a:pt x="15396" y="8573"/>
                  <a:pt x="15610" y="8359"/>
                  <a:pt x="15777" y="8073"/>
                </a:cubicBezTo>
                <a:cubicBezTo>
                  <a:pt x="15931" y="7799"/>
                  <a:pt x="16015" y="7502"/>
                  <a:pt x="16015" y="7180"/>
                </a:cubicBezTo>
                <a:cubicBezTo>
                  <a:pt x="16015" y="6870"/>
                  <a:pt x="15943" y="6573"/>
                  <a:pt x="15777" y="6287"/>
                </a:cubicBezTo>
                <a:cubicBezTo>
                  <a:pt x="15634" y="6013"/>
                  <a:pt x="15407" y="5799"/>
                  <a:pt x="15122" y="5632"/>
                </a:cubicBezTo>
                <a:cubicBezTo>
                  <a:pt x="14860" y="5477"/>
                  <a:pt x="14562" y="5394"/>
                  <a:pt x="14229" y="5394"/>
                </a:cubicBezTo>
                <a:cubicBezTo>
                  <a:pt x="13919" y="5394"/>
                  <a:pt x="13621" y="5466"/>
                  <a:pt x="13336" y="5632"/>
                </a:cubicBezTo>
                <a:cubicBezTo>
                  <a:pt x="13169" y="5739"/>
                  <a:pt x="13014" y="5858"/>
                  <a:pt x="12871" y="6001"/>
                </a:cubicBezTo>
                <a:cubicBezTo>
                  <a:pt x="12328" y="6616"/>
                  <a:pt x="11718" y="6931"/>
                  <a:pt x="11107" y="6931"/>
                </a:cubicBezTo>
                <a:cubicBezTo>
                  <a:pt x="10900" y="6931"/>
                  <a:pt x="10694" y="6895"/>
                  <a:pt x="10490" y="6823"/>
                </a:cubicBezTo>
                <a:cubicBezTo>
                  <a:pt x="9823" y="6585"/>
                  <a:pt x="9419" y="5918"/>
                  <a:pt x="9561" y="5204"/>
                </a:cubicBezTo>
                <a:cubicBezTo>
                  <a:pt x="9716" y="4370"/>
                  <a:pt x="10371" y="3775"/>
                  <a:pt x="11443" y="3549"/>
                </a:cubicBezTo>
                <a:cubicBezTo>
                  <a:pt x="11645" y="3513"/>
                  <a:pt x="11836" y="3441"/>
                  <a:pt x="12014" y="3334"/>
                </a:cubicBezTo>
                <a:cubicBezTo>
                  <a:pt x="12276" y="3191"/>
                  <a:pt x="12502" y="2965"/>
                  <a:pt x="12669" y="2679"/>
                </a:cubicBezTo>
                <a:cubicBezTo>
                  <a:pt x="12812" y="2418"/>
                  <a:pt x="12907" y="2120"/>
                  <a:pt x="12907" y="1787"/>
                </a:cubicBezTo>
                <a:cubicBezTo>
                  <a:pt x="12907" y="1477"/>
                  <a:pt x="12836" y="1179"/>
                  <a:pt x="12669" y="894"/>
                </a:cubicBezTo>
                <a:cubicBezTo>
                  <a:pt x="12514" y="632"/>
                  <a:pt x="12300" y="405"/>
                  <a:pt x="12014" y="239"/>
                </a:cubicBezTo>
                <a:cubicBezTo>
                  <a:pt x="11740" y="96"/>
                  <a:pt x="11443" y="1"/>
                  <a:pt x="1112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86"/>
          <p:cNvSpPr/>
          <p:nvPr/>
        </p:nvSpPr>
        <p:spPr>
          <a:xfrm rot="7200112">
            <a:off x="6512693" y="3701145"/>
            <a:ext cx="770598" cy="691542"/>
          </a:xfrm>
          <a:custGeom>
            <a:rect b="b" l="l" r="r" t="t"/>
            <a:pathLst>
              <a:path extrusionOk="0" h="14372" w="16015">
                <a:moveTo>
                  <a:pt x="11121" y="1"/>
                </a:moveTo>
                <a:cubicBezTo>
                  <a:pt x="10812" y="1"/>
                  <a:pt x="10514" y="84"/>
                  <a:pt x="10228" y="239"/>
                </a:cubicBezTo>
                <a:cubicBezTo>
                  <a:pt x="9954" y="394"/>
                  <a:pt x="9740" y="620"/>
                  <a:pt x="9573" y="894"/>
                </a:cubicBezTo>
                <a:cubicBezTo>
                  <a:pt x="9419" y="1167"/>
                  <a:pt x="9335" y="1465"/>
                  <a:pt x="9335" y="1787"/>
                </a:cubicBezTo>
                <a:cubicBezTo>
                  <a:pt x="9335" y="1989"/>
                  <a:pt x="9359" y="2179"/>
                  <a:pt x="9419" y="2370"/>
                </a:cubicBezTo>
                <a:cubicBezTo>
                  <a:pt x="9942" y="3930"/>
                  <a:pt x="9276" y="5096"/>
                  <a:pt x="7656" y="5418"/>
                </a:cubicBezTo>
                <a:cubicBezTo>
                  <a:pt x="7454" y="5466"/>
                  <a:pt x="7275" y="5525"/>
                  <a:pt x="7097" y="5632"/>
                </a:cubicBezTo>
                <a:cubicBezTo>
                  <a:pt x="6942" y="5716"/>
                  <a:pt x="6775" y="5858"/>
                  <a:pt x="6656" y="6001"/>
                </a:cubicBezTo>
                <a:cubicBezTo>
                  <a:pt x="6113" y="6622"/>
                  <a:pt x="5504" y="6932"/>
                  <a:pt x="4896" y="6932"/>
                </a:cubicBezTo>
                <a:cubicBezTo>
                  <a:pt x="4290" y="6932"/>
                  <a:pt x="3684" y="6625"/>
                  <a:pt x="3144" y="6013"/>
                </a:cubicBezTo>
                <a:cubicBezTo>
                  <a:pt x="3013" y="5870"/>
                  <a:pt x="2858" y="5739"/>
                  <a:pt x="2680" y="5644"/>
                </a:cubicBezTo>
                <a:cubicBezTo>
                  <a:pt x="2418" y="5501"/>
                  <a:pt x="2120" y="5406"/>
                  <a:pt x="1787" y="5406"/>
                </a:cubicBezTo>
                <a:cubicBezTo>
                  <a:pt x="1477" y="5406"/>
                  <a:pt x="1179" y="5477"/>
                  <a:pt x="894" y="5644"/>
                </a:cubicBezTo>
                <a:cubicBezTo>
                  <a:pt x="632" y="5799"/>
                  <a:pt x="406" y="6013"/>
                  <a:pt x="239" y="6299"/>
                </a:cubicBezTo>
                <a:cubicBezTo>
                  <a:pt x="96" y="6573"/>
                  <a:pt x="1" y="6870"/>
                  <a:pt x="1" y="7192"/>
                </a:cubicBezTo>
                <a:cubicBezTo>
                  <a:pt x="1" y="7502"/>
                  <a:pt x="72" y="7799"/>
                  <a:pt x="239" y="8085"/>
                </a:cubicBezTo>
                <a:cubicBezTo>
                  <a:pt x="394" y="8359"/>
                  <a:pt x="608" y="8573"/>
                  <a:pt x="894" y="8740"/>
                </a:cubicBezTo>
                <a:cubicBezTo>
                  <a:pt x="1168" y="8895"/>
                  <a:pt x="1465" y="8978"/>
                  <a:pt x="1787" y="8978"/>
                </a:cubicBezTo>
                <a:cubicBezTo>
                  <a:pt x="2096" y="8978"/>
                  <a:pt x="2394" y="8906"/>
                  <a:pt x="2680" y="8740"/>
                </a:cubicBezTo>
                <a:cubicBezTo>
                  <a:pt x="2846" y="8633"/>
                  <a:pt x="3013" y="8514"/>
                  <a:pt x="3144" y="8371"/>
                </a:cubicBezTo>
                <a:cubicBezTo>
                  <a:pt x="3687" y="7756"/>
                  <a:pt x="4297" y="7441"/>
                  <a:pt x="4909" y="7441"/>
                </a:cubicBezTo>
                <a:cubicBezTo>
                  <a:pt x="5115" y="7441"/>
                  <a:pt x="5321" y="7477"/>
                  <a:pt x="5525" y="7549"/>
                </a:cubicBezTo>
                <a:cubicBezTo>
                  <a:pt x="6192" y="7787"/>
                  <a:pt x="6597" y="8454"/>
                  <a:pt x="6466" y="9168"/>
                </a:cubicBezTo>
                <a:cubicBezTo>
                  <a:pt x="6299" y="10002"/>
                  <a:pt x="5644" y="10597"/>
                  <a:pt x="4573" y="10823"/>
                </a:cubicBezTo>
                <a:cubicBezTo>
                  <a:pt x="4382" y="10859"/>
                  <a:pt x="4180" y="10931"/>
                  <a:pt x="4001" y="11038"/>
                </a:cubicBezTo>
                <a:cubicBezTo>
                  <a:pt x="3739" y="11181"/>
                  <a:pt x="3513" y="11407"/>
                  <a:pt x="3346" y="11693"/>
                </a:cubicBezTo>
                <a:cubicBezTo>
                  <a:pt x="3204" y="11954"/>
                  <a:pt x="3108" y="12252"/>
                  <a:pt x="3108" y="12585"/>
                </a:cubicBezTo>
                <a:cubicBezTo>
                  <a:pt x="3108" y="12895"/>
                  <a:pt x="3192" y="13193"/>
                  <a:pt x="3346" y="13478"/>
                </a:cubicBezTo>
                <a:cubicBezTo>
                  <a:pt x="3501" y="13740"/>
                  <a:pt x="3727" y="13967"/>
                  <a:pt x="4001" y="14133"/>
                </a:cubicBezTo>
                <a:cubicBezTo>
                  <a:pt x="4275" y="14276"/>
                  <a:pt x="4573" y="14371"/>
                  <a:pt x="4894" y="14371"/>
                </a:cubicBezTo>
                <a:cubicBezTo>
                  <a:pt x="5216" y="14371"/>
                  <a:pt x="5513" y="14288"/>
                  <a:pt x="5787" y="14133"/>
                </a:cubicBezTo>
                <a:cubicBezTo>
                  <a:pt x="6061" y="13979"/>
                  <a:pt x="6287" y="13752"/>
                  <a:pt x="6442" y="13478"/>
                </a:cubicBezTo>
                <a:cubicBezTo>
                  <a:pt x="6597" y="13205"/>
                  <a:pt x="6680" y="12907"/>
                  <a:pt x="6680" y="12585"/>
                </a:cubicBezTo>
                <a:cubicBezTo>
                  <a:pt x="6680" y="12383"/>
                  <a:pt x="6656" y="12193"/>
                  <a:pt x="6597" y="12002"/>
                </a:cubicBezTo>
                <a:cubicBezTo>
                  <a:pt x="6073" y="10442"/>
                  <a:pt x="6740" y="9276"/>
                  <a:pt x="8371" y="8954"/>
                </a:cubicBezTo>
                <a:cubicBezTo>
                  <a:pt x="8561" y="8906"/>
                  <a:pt x="8740" y="8847"/>
                  <a:pt x="8919" y="8740"/>
                </a:cubicBezTo>
                <a:cubicBezTo>
                  <a:pt x="9085" y="8656"/>
                  <a:pt x="9240" y="8514"/>
                  <a:pt x="9359" y="8371"/>
                </a:cubicBezTo>
                <a:cubicBezTo>
                  <a:pt x="9908" y="7750"/>
                  <a:pt x="10517" y="7440"/>
                  <a:pt x="11124" y="7440"/>
                </a:cubicBezTo>
                <a:cubicBezTo>
                  <a:pt x="11728" y="7440"/>
                  <a:pt x="12331" y="7747"/>
                  <a:pt x="12871" y="8359"/>
                </a:cubicBezTo>
                <a:cubicBezTo>
                  <a:pt x="13014" y="8502"/>
                  <a:pt x="13157" y="8633"/>
                  <a:pt x="13336" y="8728"/>
                </a:cubicBezTo>
                <a:cubicBezTo>
                  <a:pt x="13610" y="8871"/>
                  <a:pt x="13907" y="8966"/>
                  <a:pt x="14229" y="8966"/>
                </a:cubicBezTo>
                <a:cubicBezTo>
                  <a:pt x="14538" y="8966"/>
                  <a:pt x="14836" y="8895"/>
                  <a:pt x="15122" y="8728"/>
                </a:cubicBezTo>
                <a:cubicBezTo>
                  <a:pt x="15396" y="8573"/>
                  <a:pt x="15610" y="8359"/>
                  <a:pt x="15777" y="8073"/>
                </a:cubicBezTo>
                <a:cubicBezTo>
                  <a:pt x="15931" y="7799"/>
                  <a:pt x="16015" y="7502"/>
                  <a:pt x="16015" y="7180"/>
                </a:cubicBezTo>
                <a:cubicBezTo>
                  <a:pt x="16015" y="6870"/>
                  <a:pt x="15943" y="6573"/>
                  <a:pt x="15777" y="6287"/>
                </a:cubicBezTo>
                <a:cubicBezTo>
                  <a:pt x="15634" y="6013"/>
                  <a:pt x="15407" y="5799"/>
                  <a:pt x="15122" y="5632"/>
                </a:cubicBezTo>
                <a:cubicBezTo>
                  <a:pt x="14860" y="5477"/>
                  <a:pt x="14562" y="5394"/>
                  <a:pt x="14229" y="5394"/>
                </a:cubicBezTo>
                <a:cubicBezTo>
                  <a:pt x="13919" y="5394"/>
                  <a:pt x="13621" y="5466"/>
                  <a:pt x="13336" y="5632"/>
                </a:cubicBezTo>
                <a:cubicBezTo>
                  <a:pt x="13169" y="5739"/>
                  <a:pt x="13014" y="5858"/>
                  <a:pt x="12871" y="6001"/>
                </a:cubicBezTo>
                <a:cubicBezTo>
                  <a:pt x="12328" y="6616"/>
                  <a:pt x="11718" y="6931"/>
                  <a:pt x="11107" y="6931"/>
                </a:cubicBezTo>
                <a:cubicBezTo>
                  <a:pt x="10900" y="6931"/>
                  <a:pt x="10694" y="6895"/>
                  <a:pt x="10490" y="6823"/>
                </a:cubicBezTo>
                <a:cubicBezTo>
                  <a:pt x="9823" y="6585"/>
                  <a:pt x="9419" y="5918"/>
                  <a:pt x="9561" y="5204"/>
                </a:cubicBezTo>
                <a:cubicBezTo>
                  <a:pt x="9716" y="4370"/>
                  <a:pt x="10371" y="3775"/>
                  <a:pt x="11443" y="3549"/>
                </a:cubicBezTo>
                <a:cubicBezTo>
                  <a:pt x="11645" y="3513"/>
                  <a:pt x="11836" y="3441"/>
                  <a:pt x="12014" y="3334"/>
                </a:cubicBezTo>
                <a:cubicBezTo>
                  <a:pt x="12276" y="3191"/>
                  <a:pt x="12502" y="2965"/>
                  <a:pt x="12669" y="2679"/>
                </a:cubicBezTo>
                <a:cubicBezTo>
                  <a:pt x="12812" y="2418"/>
                  <a:pt x="12907" y="2120"/>
                  <a:pt x="12907" y="1787"/>
                </a:cubicBezTo>
                <a:cubicBezTo>
                  <a:pt x="12907" y="1477"/>
                  <a:pt x="12836" y="1179"/>
                  <a:pt x="12669" y="894"/>
                </a:cubicBezTo>
                <a:cubicBezTo>
                  <a:pt x="12514" y="632"/>
                  <a:pt x="12300" y="405"/>
                  <a:pt x="12014" y="239"/>
                </a:cubicBezTo>
                <a:cubicBezTo>
                  <a:pt x="11740" y="96"/>
                  <a:pt x="11443" y="1"/>
                  <a:pt x="1112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86"/>
          <p:cNvSpPr txBox="1"/>
          <p:nvPr>
            <p:ph idx="12" type="sldNum"/>
          </p:nvPr>
        </p:nvSpPr>
        <p:spPr>
          <a:xfrm>
            <a:off x="360650" y="4880150"/>
            <a:ext cx="3667800" cy="2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Neo4j Inc. All rights reserved 2023	</a:t>
            </a:r>
            <a:endParaRPr/>
          </a:p>
        </p:txBody>
      </p:sp>
      <p:sp>
        <p:nvSpPr>
          <p:cNvPr id="1287" name="Google Shape;1287;p86"/>
          <p:cNvSpPr txBox="1"/>
          <p:nvPr>
            <p:ph idx="2" type="sldNum"/>
          </p:nvPr>
        </p:nvSpPr>
        <p:spPr>
          <a:xfrm>
            <a:off x="0" y="4880150"/>
            <a:ext cx="265200" cy="2697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1" name="Shape 1291"/>
        <p:cNvGrpSpPr/>
        <p:nvPr/>
      </p:nvGrpSpPr>
      <p:grpSpPr>
        <a:xfrm>
          <a:off x="0" y="0"/>
          <a:ext cx="0" cy="0"/>
          <a:chOff x="0" y="0"/>
          <a:chExt cx="0" cy="0"/>
        </a:xfrm>
      </p:grpSpPr>
      <p:sp>
        <p:nvSpPr>
          <p:cNvPr id="1292" name="Google Shape;1292;p87"/>
          <p:cNvSpPr/>
          <p:nvPr/>
        </p:nvSpPr>
        <p:spPr>
          <a:xfrm flipH="1">
            <a:off x="-9" y="3960483"/>
            <a:ext cx="9239812" cy="5169861"/>
          </a:xfrm>
          <a:custGeom>
            <a:rect b="b" l="l" r="r" t="t"/>
            <a:pathLst>
              <a:path extrusionOk="0" h="8954" w="16003">
                <a:moveTo>
                  <a:pt x="8025" y="1"/>
                </a:moveTo>
                <a:cubicBezTo>
                  <a:pt x="7692" y="1"/>
                  <a:pt x="7394" y="84"/>
                  <a:pt x="7132" y="239"/>
                </a:cubicBezTo>
                <a:cubicBezTo>
                  <a:pt x="6954" y="346"/>
                  <a:pt x="6799" y="477"/>
                  <a:pt x="6668" y="620"/>
                </a:cubicBezTo>
                <a:cubicBezTo>
                  <a:pt x="6126" y="1239"/>
                  <a:pt x="5519" y="1548"/>
                  <a:pt x="4912" y="1548"/>
                </a:cubicBezTo>
                <a:cubicBezTo>
                  <a:pt x="4305" y="1548"/>
                  <a:pt x="3697" y="1239"/>
                  <a:pt x="3156" y="620"/>
                </a:cubicBezTo>
                <a:cubicBezTo>
                  <a:pt x="3025" y="477"/>
                  <a:pt x="2858" y="358"/>
                  <a:pt x="2691" y="251"/>
                </a:cubicBezTo>
                <a:cubicBezTo>
                  <a:pt x="2418" y="84"/>
                  <a:pt x="2120" y="12"/>
                  <a:pt x="1798" y="12"/>
                </a:cubicBezTo>
                <a:cubicBezTo>
                  <a:pt x="1477" y="12"/>
                  <a:pt x="1179" y="108"/>
                  <a:pt x="905" y="251"/>
                </a:cubicBezTo>
                <a:cubicBezTo>
                  <a:pt x="632" y="417"/>
                  <a:pt x="405" y="643"/>
                  <a:pt x="251" y="905"/>
                </a:cubicBezTo>
                <a:cubicBezTo>
                  <a:pt x="96" y="1191"/>
                  <a:pt x="12" y="1489"/>
                  <a:pt x="1" y="1786"/>
                </a:cubicBezTo>
                <a:cubicBezTo>
                  <a:pt x="1" y="2108"/>
                  <a:pt x="96" y="2406"/>
                  <a:pt x="239" y="2679"/>
                </a:cubicBezTo>
                <a:cubicBezTo>
                  <a:pt x="405" y="2953"/>
                  <a:pt x="632" y="3179"/>
                  <a:pt x="894" y="3334"/>
                </a:cubicBezTo>
                <a:cubicBezTo>
                  <a:pt x="1179" y="3489"/>
                  <a:pt x="1477" y="3572"/>
                  <a:pt x="1786" y="3572"/>
                </a:cubicBezTo>
                <a:cubicBezTo>
                  <a:pt x="2120" y="3572"/>
                  <a:pt x="2418" y="3477"/>
                  <a:pt x="2679" y="3334"/>
                </a:cubicBezTo>
                <a:cubicBezTo>
                  <a:pt x="2858" y="3239"/>
                  <a:pt x="3013" y="3108"/>
                  <a:pt x="3144" y="2953"/>
                </a:cubicBezTo>
                <a:cubicBezTo>
                  <a:pt x="3686" y="2340"/>
                  <a:pt x="4293" y="2033"/>
                  <a:pt x="4900" y="2033"/>
                </a:cubicBezTo>
                <a:cubicBezTo>
                  <a:pt x="5507" y="2033"/>
                  <a:pt x="6114" y="2340"/>
                  <a:pt x="6656" y="2953"/>
                </a:cubicBezTo>
                <a:cubicBezTo>
                  <a:pt x="6775" y="3108"/>
                  <a:pt x="6942" y="3239"/>
                  <a:pt x="7097" y="3334"/>
                </a:cubicBezTo>
                <a:cubicBezTo>
                  <a:pt x="7275" y="3430"/>
                  <a:pt x="7454" y="3513"/>
                  <a:pt x="7656" y="3537"/>
                </a:cubicBezTo>
                <a:cubicBezTo>
                  <a:pt x="9264" y="3870"/>
                  <a:pt x="9930" y="5025"/>
                  <a:pt x="9406" y="6585"/>
                </a:cubicBezTo>
                <a:cubicBezTo>
                  <a:pt x="9347" y="6787"/>
                  <a:pt x="9323" y="6978"/>
                  <a:pt x="9323" y="7168"/>
                </a:cubicBezTo>
                <a:cubicBezTo>
                  <a:pt x="9323" y="7501"/>
                  <a:pt x="9406" y="7799"/>
                  <a:pt x="9561" y="8061"/>
                </a:cubicBezTo>
                <a:cubicBezTo>
                  <a:pt x="9716" y="8347"/>
                  <a:pt x="9942" y="8573"/>
                  <a:pt x="10216" y="8716"/>
                </a:cubicBezTo>
                <a:cubicBezTo>
                  <a:pt x="10490" y="8883"/>
                  <a:pt x="10788" y="8954"/>
                  <a:pt x="11109" y="8954"/>
                </a:cubicBezTo>
                <a:cubicBezTo>
                  <a:pt x="11431" y="8954"/>
                  <a:pt x="11728" y="8871"/>
                  <a:pt x="12002" y="8716"/>
                </a:cubicBezTo>
                <a:cubicBezTo>
                  <a:pt x="12276" y="8549"/>
                  <a:pt x="12502" y="8335"/>
                  <a:pt x="12657" y="8061"/>
                </a:cubicBezTo>
                <a:cubicBezTo>
                  <a:pt x="12812" y="7775"/>
                  <a:pt x="12895" y="7478"/>
                  <a:pt x="12895" y="7168"/>
                </a:cubicBezTo>
                <a:cubicBezTo>
                  <a:pt x="12895" y="6966"/>
                  <a:pt x="12859" y="6763"/>
                  <a:pt x="12800" y="6585"/>
                </a:cubicBezTo>
                <a:cubicBezTo>
                  <a:pt x="12276" y="5025"/>
                  <a:pt x="12931" y="3870"/>
                  <a:pt x="14562" y="3537"/>
                </a:cubicBezTo>
                <a:cubicBezTo>
                  <a:pt x="14752" y="3489"/>
                  <a:pt x="14943" y="3441"/>
                  <a:pt x="15110" y="3334"/>
                </a:cubicBezTo>
                <a:cubicBezTo>
                  <a:pt x="15395" y="3168"/>
                  <a:pt x="15610" y="2941"/>
                  <a:pt x="15764" y="2679"/>
                </a:cubicBezTo>
                <a:cubicBezTo>
                  <a:pt x="15931" y="2394"/>
                  <a:pt x="16003" y="2096"/>
                  <a:pt x="16003" y="1786"/>
                </a:cubicBezTo>
                <a:cubicBezTo>
                  <a:pt x="16003" y="1453"/>
                  <a:pt x="15907" y="1155"/>
                  <a:pt x="15764" y="893"/>
                </a:cubicBezTo>
                <a:cubicBezTo>
                  <a:pt x="15598" y="608"/>
                  <a:pt x="15372" y="382"/>
                  <a:pt x="15110" y="239"/>
                </a:cubicBezTo>
                <a:cubicBezTo>
                  <a:pt x="14824" y="72"/>
                  <a:pt x="14526" y="1"/>
                  <a:pt x="14217" y="1"/>
                </a:cubicBezTo>
                <a:cubicBezTo>
                  <a:pt x="13883" y="1"/>
                  <a:pt x="13586" y="84"/>
                  <a:pt x="13324" y="239"/>
                </a:cubicBezTo>
                <a:cubicBezTo>
                  <a:pt x="13038" y="405"/>
                  <a:pt x="12812" y="620"/>
                  <a:pt x="12669" y="893"/>
                </a:cubicBezTo>
                <a:cubicBezTo>
                  <a:pt x="12502" y="1167"/>
                  <a:pt x="12431" y="1465"/>
                  <a:pt x="12431" y="1786"/>
                </a:cubicBezTo>
                <a:cubicBezTo>
                  <a:pt x="12431" y="1989"/>
                  <a:pt x="12478" y="2203"/>
                  <a:pt x="12538" y="2382"/>
                </a:cubicBezTo>
                <a:cubicBezTo>
                  <a:pt x="12895" y="3418"/>
                  <a:pt x="12693" y="4287"/>
                  <a:pt x="12062" y="4834"/>
                </a:cubicBezTo>
                <a:cubicBezTo>
                  <a:pt x="11794" y="5067"/>
                  <a:pt x="11460" y="5183"/>
                  <a:pt x="11127" y="5183"/>
                </a:cubicBezTo>
                <a:cubicBezTo>
                  <a:pt x="10794" y="5183"/>
                  <a:pt x="10460" y="5067"/>
                  <a:pt x="10192" y="4834"/>
                </a:cubicBezTo>
                <a:cubicBezTo>
                  <a:pt x="9561" y="4263"/>
                  <a:pt x="9383" y="3406"/>
                  <a:pt x="9716" y="2358"/>
                </a:cubicBezTo>
                <a:cubicBezTo>
                  <a:pt x="9776" y="2167"/>
                  <a:pt x="9811" y="1977"/>
                  <a:pt x="9811" y="1786"/>
                </a:cubicBezTo>
                <a:cubicBezTo>
                  <a:pt x="9811" y="1453"/>
                  <a:pt x="9716" y="1155"/>
                  <a:pt x="9573" y="893"/>
                </a:cubicBezTo>
                <a:cubicBezTo>
                  <a:pt x="9406" y="608"/>
                  <a:pt x="9180" y="382"/>
                  <a:pt x="8918" y="239"/>
                </a:cubicBezTo>
                <a:cubicBezTo>
                  <a:pt x="8633" y="72"/>
                  <a:pt x="8335" y="1"/>
                  <a:pt x="802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87"/>
          <p:cNvSpPr txBox="1"/>
          <p:nvPr>
            <p:ph type="title"/>
          </p:nvPr>
        </p:nvSpPr>
        <p:spPr>
          <a:xfrm>
            <a:off x="365750" y="274325"/>
            <a:ext cx="8412600" cy="548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Some standard sizes</a:t>
            </a:r>
            <a:endParaRPr/>
          </a:p>
        </p:txBody>
      </p:sp>
      <p:sp>
        <p:nvSpPr>
          <p:cNvPr id="1294" name="Google Shape;1294;p87"/>
          <p:cNvSpPr/>
          <p:nvPr/>
        </p:nvSpPr>
        <p:spPr>
          <a:xfrm flipH="1">
            <a:off x="365744" y="1405233"/>
            <a:ext cx="769984" cy="430822"/>
          </a:xfrm>
          <a:custGeom>
            <a:rect b="b" l="l" r="r" t="t"/>
            <a:pathLst>
              <a:path extrusionOk="0" h="8954" w="16003">
                <a:moveTo>
                  <a:pt x="8025" y="1"/>
                </a:moveTo>
                <a:cubicBezTo>
                  <a:pt x="7692" y="1"/>
                  <a:pt x="7394" y="84"/>
                  <a:pt x="7132" y="239"/>
                </a:cubicBezTo>
                <a:cubicBezTo>
                  <a:pt x="6954" y="346"/>
                  <a:pt x="6799" y="477"/>
                  <a:pt x="6668" y="620"/>
                </a:cubicBezTo>
                <a:cubicBezTo>
                  <a:pt x="6126" y="1239"/>
                  <a:pt x="5519" y="1548"/>
                  <a:pt x="4912" y="1548"/>
                </a:cubicBezTo>
                <a:cubicBezTo>
                  <a:pt x="4305" y="1548"/>
                  <a:pt x="3697" y="1239"/>
                  <a:pt x="3156" y="620"/>
                </a:cubicBezTo>
                <a:cubicBezTo>
                  <a:pt x="3025" y="477"/>
                  <a:pt x="2858" y="358"/>
                  <a:pt x="2691" y="251"/>
                </a:cubicBezTo>
                <a:cubicBezTo>
                  <a:pt x="2418" y="84"/>
                  <a:pt x="2120" y="12"/>
                  <a:pt x="1798" y="12"/>
                </a:cubicBezTo>
                <a:cubicBezTo>
                  <a:pt x="1477" y="12"/>
                  <a:pt x="1179" y="108"/>
                  <a:pt x="905" y="251"/>
                </a:cubicBezTo>
                <a:cubicBezTo>
                  <a:pt x="632" y="417"/>
                  <a:pt x="405" y="643"/>
                  <a:pt x="251" y="905"/>
                </a:cubicBezTo>
                <a:cubicBezTo>
                  <a:pt x="96" y="1191"/>
                  <a:pt x="12" y="1489"/>
                  <a:pt x="1" y="1786"/>
                </a:cubicBezTo>
                <a:cubicBezTo>
                  <a:pt x="1" y="2108"/>
                  <a:pt x="96" y="2406"/>
                  <a:pt x="239" y="2679"/>
                </a:cubicBezTo>
                <a:cubicBezTo>
                  <a:pt x="405" y="2953"/>
                  <a:pt x="632" y="3179"/>
                  <a:pt x="894" y="3334"/>
                </a:cubicBezTo>
                <a:cubicBezTo>
                  <a:pt x="1179" y="3489"/>
                  <a:pt x="1477" y="3572"/>
                  <a:pt x="1786" y="3572"/>
                </a:cubicBezTo>
                <a:cubicBezTo>
                  <a:pt x="2120" y="3572"/>
                  <a:pt x="2418" y="3477"/>
                  <a:pt x="2679" y="3334"/>
                </a:cubicBezTo>
                <a:cubicBezTo>
                  <a:pt x="2858" y="3239"/>
                  <a:pt x="3013" y="3108"/>
                  <a:pt x="3144" y="2953"/>
                </a:cubicBezTo>
                <a:cubicBezTo>
                  <a:pt x="3686" y="2340"/>
                  <a:pt x="4293" y="2033"/>
                  <a:pt x="4900" y="2033"/>
                </a:cubicBezTo>
                <a:cubicBezTo>
                  <a:pt x="5507" y="2033"/>
                  <a:pt x="6114" y="2340"/>
                  <a:pt x="6656" y="2953"/>
                </a:cubicBezTo>
                <a:cubicBezTo>
                  <a:pt x="6775" y="3108"/>
                  <a:pt x="6942" y="3239"/>
                  <a:pt x="7097" y="3334"/>
                </a:cubicBezTo>
                <a:cubicBezTo>
                  <a:pt x="7275" y="3430"/>
                  <a:pt x="7454" y="3513"/>
                  <a:pt x="7656" y="3537"/>
                </a:cubicBezTo>
                <a:cubicBezTo>
                  <a:pt x="9264" y="3870"/>
                  <a:pt x="9930" y="5025"/>
                  <a:pt x="9406" y="6585"/>
                </a:cubicBezTo>
                <a:cubicBezTo>
                  <a:pt x="9347" y="6787"/>
                  <a:pt x="9323" y="6978"/>
                  <a:pt x="9323" y="7168"/>
                </a:cubicBezTo>
                <a:cubicBezTo>
                  <a:pt x="9323" y="7501"/>
                  <a:pt x="9406" y="7799"/>
                  <a:pt x="9561" y="8061"/>
                </a:cubicBezTo>
                <a:cubicBezTo>
                  <a:pt x="9716" y="8347"/>
                  <a:pt x="9942" y="8573"/>
                  <a:pt x="10216" y="8716"/>
                </a:cubicBezTo>
                <a:cubicBezTo>
                  <a:pt x="10490" y="8883"/>
                  <a:pt x="10788" y="8954"/>
                  <a:pt x="11109" y="8954"/>
                </a:cubicBezTo>
                <a:cubicBezTo>
                  <a:pt x="11431" y="8954"/>
                  <a:pt x="11728" y="8871"/>
                  <a:pt x="12002" y="8716"/>
                </a:cubicBezTo>
                <a:cubicBezTo>
                  <a:pt x="12276" y="8549"/>
                  <a:pt x="12502" y="8335"/>
                  <a:pt x="12657" y="8061"/>
                </a:cubicBezTo>
                <a:cubicBezTo>
                  <a:pt x="12812" y="7775"/>
                  <a:pt x="12895" y="7478"/>
                  <a:pt x="12895" y="7168"/>
                </a:cubicBezTo>
                <a:cubicBezTo>
                  <a:pt x="12895" y="6966"/>
                  <a:pt x="12859" y="6763"/>
                  <a:pt x="12800" y="6585"/>
                </a:cubicBezTo>
                <a:cubicBezTo>
                  <a:pt x="12276" y="5025"/>
                  <a:pt x="12931" y="3870"/>
                  <a:pt x="14562" y="3537"/>
                </a:cubicBezTo>
                <a:cubicBezTo>
                  <a:pt x="14752" y="3489"/>
                  <a:pt x="14943" y="3441"/>
                  <a:pt x="15110" y="3334"/>
                </a:cubicBezTo>
                <a:cubicBezTo>
                  <a:pt x="15395" y="3168"/>
                  <a:pt x="15610" y="2941"/>
                  <a:pt x="15764" y="2679"/>
                </a:cubicBezTo>
                <a:cubicBezTo>
                  <a:pt x="15931" y="2394"/>
                  <a:pt x="16003" y="2096"/>
                  <a:pt x="16003" y="1786"/>
                </a:cubicBezTo>
                <a:cubicBezTo>
                  <a:pt x="16003" y="1453"/>
                  <a:pt x="15907" y="1155"/>
                  <a:pt x="15764" y="893"/>
                </a:cubicBezTo>
                <a:cubicBezTo>
                  <a:pt x="15598" y="608"/>
                  <a:pt x="15372" y="382"/>
                  <a:pt x="15110" y="239"/>
                </a:cubicBezTo>
                <a:cubicBezTo>
                  <a:pt x="14824" y="72"/>
                  <a:pt x="14526" y="1"/>
                  <a:pt x="14217" y="1"/>
                </a:cubicBezTo>
                <a:cubicBezTo>
                  <a:pt x="13883" y="1"/>
                  <a:pt x="13586" y="84"/>
                  <a:pt x="13324" y="239"/>
                </a:cubicBezTo>
                <a:cubicBezTo>
                  <a:pt x="13038" y="405"/>
                  <a:pt x="12812" y="620"/>
                  <a:pt x="12669" y="893"/>
                </a:cubicBezTo>
                <a:cubicBezTo>
                  <a:pt x="12502" y="1167"/>
                  <a:pt x="12431" y="1465"/>
                  <a:pt x="12431" y="1786"/>
                </a:cubicBezTo>
                <a:cubicBezTo>
                  <a:pt x="12431" y="1989"/>
                  <a:pt x="12478" y="2203"/>
                  <a:pt x="12538" y="2382"/>
                </a:cubicBezTo>
                <a:cubicBezTo>
                  <a:pt x="12895" y="3418"/>
                  <a:pt x="12693" y="4287"/>
                  <a:pt x="12062" y="4834"/>
                </a:cubicBezTo>
                <a:cubicBezTo>
                  <a:pt x="11794" y="5067"/>
                  <a:pt x="11460" y="5183"/>
                  <a:pt x="11127" y="5183"/>
                </a:cubicBezTo>
                <a:cubicBezTo>
                  <a:pt x="10794" y="5183"/>
                  <a:pt x="10460" y="5067"/>
                  <a:pt x="10192" y="4834"/>
                </a:cubicBezTo>
                <a:cubicBezTo>
                  <a:pt x="9561" y="4263"/>
                  <a:pt x="9383" y="3406"/>
                  <a:pt x="9716" y="2358"/>
                </a:cubicBezTo>
                <a:cubicBezTo>
                  <a:pt x="9776" y="2167"/>
                  <a:pt x="9811" y="1977"/>
                  <a:pt x="9811" y="1786"/>
                </a:cubicBezTo>
                <a:cubicBezTo>
                  <a:pt x="9811" y="1453"/>
                  <a:pt x="9716" y="1155"/>
                  <a:pt x="9573" y="893"/>
                </a:cubicBezTo>
                <a:cubicBezTo>
                  <a:pt x="9406" y="608"/>
                  <a:pt x="9180" y="382"/>
                  <a:pt x="8918" y="239"/>
                </a:cubicBezTo>
                <a:cubicBezTo>
                  <a:pt x="8633" y="72"/>
                  <a:pt x="8335" y="1"/>
                  <a:pt x="802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87"/>
          <p:cNvSpPr txBox="1"/>
          <p:nvPr>
            <p:ph idx="12" type="sldNum"/>
          </p:nvPr>
        </p:nvSpPr>
        <p:spPr>
          <a:xfrm>
            <a:off x="360650" y="4880150"/>
            <a:ext cx="3667800" cy="2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rgbClr val="FFFFFF"/>
                </a:solidFill>
              </a:rPr>
              <a:t>Neo4j Inc. All rights reserved 2023	</a:t>
            </a:r>
            <a:endParaRPr>
              <a:solidFill>
                <a:srgbClr val="FFFFFF"/>
              </a:solidFill>
            </a:endParaRPr>
          </a:p>
        </p:txBody>
      </p:sp>
      <p:sp>
        <p:nvSpPr>
          <p:cNvPr id="1296" name="Google Shape;1296;p87"/>
          <p:cNvSpPr txBox="1"/>
          <p:nvPr>
            <p:ph idx="2" type="sldNum"/>
          </p:nvPr>
        </p:nvSpPr>
        <p:spPr>
          <a:xfrm>
            <a:off x="0" y="4880150"/>
            <a:ext cx="265200" cy="2697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solidFill>
                  <a:srgbClr val="FFFFFF"/>
                </a:solidFill>
              </a:rPr>
              <a:t>‹#›</a:t>
            </a:fld>
            <a:endParaRPr>
              <a:solidFill>
                <a:srgbClr val="FFFFFF"/>
              </a:solidFill>
            </a:endParaRPr>
          </a:p>
        </p:txBody>
      </p:sp>
      <p:sp>
        <p:nvSpPr>
          <p:cNvPr id="1297" name="Google Shape;1297;p87"/>
          <p:cNvSpPr/>
          <p:nvPr/>
        </p:nvSpPr>
        <p:spPr>
          <a:xfrm flipH="1">
            <a:off x="1492111" y="1405233"/>
            <a:ext cx="2309953" cy="1292465"/>
          </a:xfrm>
          <a:custGeom>
            <a:rect b="b" l="l" r="r" t="t"/>
            <a:pathLst>
              <a:path extrusionOk="0" h="8954" w="16003">
                <a:moveTo>
                  <a:pt x="8025" y="1"/>
                </a:moveTo>
                <a:cubicBezTo>
                  <a:pt x="7692" y="1"/>
                  <a:pt x="7394" y="84"/>
                  <a:pt x="7132" y="239"/>
                </a:cubicBezTo>
                <a:cubicBezTo>
                  <a:pt x="6954" y="346"/>
                  <a:pt x="6799" y="477"/>
                  <a:pt x="6668" y="620"/>
                </a:cubicBezTo>
                <a:cubicBezTo>
                  <a:pt x="6126" y="1239"/>
                  <a:pt x="5519" y="1548"/>
                  <a:pt x="4912" y="1548"/>
                </a:cubicBezTo>
                <a:cubicBezTo>
                  <a:pt x="4305" y="1548"/>
                  <a:pt x="3697" y="1239"/>
                  <a:pt x="3156" y="620"/>
                </a:cubicBezTo>
                <a:cubicBezTo>
                  <a:pt x="3025" y="477"/>
                  <a:pt x="2858" y="358"/>
                  <a:pt x="2691" y="251"/>
                </a:cubicBezTo>
                <a:cubicBezTo>
                  <a:pt x="2418" y="84"/>
                  <a:pt x="2120" y="12"/>
                  <a:pt x="1798" y="12"/>
                </a:cubicBezTo>
                <a:cubicBezTo>
                  <a:pt x="1477" y="12"/>
                  <a:pt x="1179" y="108"/>
                  <a:pt x="905" y="251"/>
                </a:cubicBezTo>
                <a:cubicBezTo>
                  <a:pt x="632" y="417"/>
                  <a:pt x="405" y="643"/>
                  <a:pt x="251" y="905"/>
                </a:cubicBezTo>
                <a:cubicBezTo>
                  <a:pt x="96" y="1191"/>
                  <a:pt x="12" y="1489"/>
                  <a:pt x="1" y="1786"/>
                </a:cubicBezTo>
                <a:cubicBezTo>
                  <a:pt x="1" y="2108"/>
                  <a:pt x="96" y="2406"/>
                  <a:pt x="239" y="2679"/>
                </a:cubicBezTo>
                <a:cubicBezTo>
                  <a:pt x="405" y="2953"/>
                  <a:pt x="632" y="3179"/>
                  <a:pt x="894" y="3334"/>
                </a:cubicBezTo>
                <a:cubicBezTo>
                  <a:pt x="1179" y="3489"/>
                  <a:pt x="1477" y="3572"/>
                  <a:pt x="1786" y="3572"/>
                </a:cubicBezTo>
                <a:cubicBezTo>
                  <a:pt x="2120" y="3572"/>
                  <a:pt x="2418" y="3477"/>
                  <a:pt x="2679" y="3334"/>
                </a:cubicBezTo>
                <a:cubicBezTo>
                  <a:pt x="2858" y="3239"/>
                  <a:pt x="3013" y="3108"/>
                  <a:pt x="3144" y="2953"/>
                </a:cubicBezTo>
                <a:cubicBezTo>
                  <a:pt x="3686" y="2340"/>
                  <a:pt x="4293" y="2033"/>
                  <a:pt x="4900" y="2033"/>
                </a:cubicBezTo>
                <a:cubicBezTo>
                  <a:pt x="5507" y="2033"/>
                  <a:pt x="6114" y="2340"/>
                  <a:pt x="6656" y="2953"/>
                </a:cubicBezTo>
                <a:cubicBezTo>
                  <a:pt x="6775" y="3108"/>
                  <a:pt x="6942" y="3239"/>
                  <a:pt x="7097" y="3334"/>
                </a:cubicBezTo>
                <a:cubicBezTo>
                  <a:pt x="7275" y="3430"/>
                  <a:pt x="7454" y="3513"/>
                  <a:pt x="7656" y="3537"/>
                </a:cubicBezTo>
                <a:cubicBezTo>
                  <a:pt x="9264" y="3870"/>
                  <a:pt x="9930" y="5025"/>
                  <a:pt x="9406" y="6585"/>
                </a:cubicBezTo>
                <a:cubicBezTo>
                  <a:pt x="9347" y="6787"/>
                  <a:pt x="9323" y="6978"/>
                  <a:pt x="9323" y="7168"/>
                </a:cubicBezTo>
                <a:cubicBezTo>
                  <a:pt x="9323" y="7501"/>
                  <a:pt x="9406" y="7799"/>
                  <a:pt x="9561" y="8061"/>
                </a:cubicBezTo>
                <a:cubicBezTo>
                  <a:pt x="9716" y="8347"/>
                  <a:pt x="9942" y="8573"/>
                  <a:pt x="10216" y="8716"/>
                </a:cubicBezTo>
                <a:cubicBezTo>
                  <a:pt x="10490" y="8883"/>
                  <a:pt x="10788" y="8954"/>
                  <a:pt x="11109" y="8954"/>
                </a:cubicBezTo>
                <a:cubicBezTo>
                  <a:pt x="11431" y="8954"/>
                  <a:pt x="11728" y="8871"/>
                  <a:pt x="12002" y="8716"/>
                </a:cubicBezTo>
                <a:cubicBezTo>
                  <a:pt x="12276" y="8549"/>
                  <a:pt x="12502" y="8335"/>
                  <a:pt x="12657" y="8061"/>
                </a:cubicBezTo>
                <a:cubicBezTo>
                  <a:pt x="12812" y="7775"/>
                  <a:pt x="12895" y="7478"/>
                  <a:pt x="12895" y="7168"/>
                </a:cubicBezTo>
                <a:cubicBezTo>
                  <a:pt x="12895" y="6966"/>
                  <a:pt x="12859" y="6763"/>
                  <a:pt x="12800" y="6585"/>
                </a:cubicBezTo>
                <a:cubicBezTo>
                  <a:pt x="12276" y="5025"/>
                  <a:pt x="12931" y="3870"/>
                  <a:pt x="14562" y="3537"/>
                </a:cubicBezTo>
                <a:cubicBezTo>
                  <a:pt x="14752" y="3489"/>
                  <a:pt x="14943" y="3441"/>
                  <a:pt x="15110" y="3334"/>
                </a:cubicBezTo>
                <a:cubicBezTo>
                  <a:pt x="15395" y="3168"/>
                  <a:pt x="15610" y="2941"/>
                  <a:pt x="15764" y="2679"/>
                </a:cubicBezTo>
                <a:cubicBezTo>
                  <a:pt x="15931" y="2394"/>
                  <a:pt x="16003" y="2096"/>
                  <a:pt x="16003" y="1786"/>
                </a:cubicBezTo>
                <a:cubicBezTo>
                  <a:pt x="16003" y="1453"/>
                  <a:pt x="15907" y="1155"/>
                  <a:pt x="15764" y="893"/>
                </a:cubicBezTo>
                <a:cubicBezTo>
                  <a:pt x="15598" y="608"/>
                  <a:pt x="15372" y="382"/>
                  <a:pt x="15110" y="239"/>
                </a:cubicBezTo>
                <a:cubicBezTo>
                  <a:pt x="14824" y="72"/>
                  <a:pt x="14526" y="1"/>
                  <a:pt x="14217" y="1"/>
                </a:cubicBezTo>
                <a:cubicBezTo>
                  <a:pt x="13883" y="1"/>
                  <a:pt x="13586" y="84"/>
                  <a:pt x="13324" y="239"/>
                </a:cubicBezTo>
                <a:cubicBezTo>
                  <a:pt x="13038" y="405"/>
                  <a:pt x="12812" y="620"/>
                  <a:pt x="12669" y="893"/>
                </a:cubicBezTo>
                <a:cubicBezTo>
                  <a:pt x="12502" y="1167"/>
                  <a:pt x="12431" y="1465"/>
                  <a:pt x="12431" y="1786"/>
                </a:cubicBezTo>
                <a:cubicBezTo>
                  <a:pt x="12431" y="1989"/>
                  <a:pt x="12478" y="2203"/>
                  <a:pt x="12538" y="2382"/>
                </a:cubicBezTo>
                <a:cubicBezTo>
                  <a:pt x="12895" y="3418"/>
                  <a:pt x="12693" y="4287"/>
                  <a:pt x="12062" y="4834"/>
                </a:cubicBezTo>
                <a:cubicBezTo>
                  <a:pt x="11794" y="5067"/>
                  <a:pt x="11460" y="5183"/>
                  <a:pt x="11127" y="5183"/>
                </a:cubicBezTo>
                <a:cubicBezTo>
                  <a:pt x="10794" y="5183"/>
                  <a:pt x="10460" y="5067"/>
                  <a:pt x="10192" y="4834"/>
                </a:cubicBezTo>
                <a:cubicBezTo>
                  <a:pt x="9561" y="4263"/>
                  <a:pt x="9383" y="3406"/>
                  <a:pt x="9716" y="2358"/>
                </a:cubicBezTo>
                <a:cubicBezTo>
                  <a:pt x="9776" y="2167"/>
                  <a:pt x="9811" y="1977"/>
                  <a:pt x="9811" y="1786"/>
                </a:cubicBezTo>
                <a:cubicBezTo>
                  <a:pt x="9811" y="1453"/>
                  <a:pt x="9716" y="1155"/>
                  <a:pt x="9573" y="893"/>
                </a:cubicBezTo>
                <a:cubicBezTo>
                  <a:pt x="9406" y="608"/>
                  <a:pt x="9180" y="382"/>
                  <a:pt x="8918" y="239"/>
                </a:cubicBezTo>
                <a:cubicBezTo>
                  <a:pt x="8633" y="72"/>
                  <a:pt x="8335" y="1"/>
                  <a:pt x="802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87"/>
          <p:cNvSpPr/>
          <p:nvPr/>
        </p:nvSpPr>
        <p:spPr>
          <a:xfrm flipH="1">
            <a:off x="4158447" y="1405233"/>
            <a:ext cx="4619906" cy="2584930"/>
          </a:xfrm>
          <a:custGeom>
            <a:rect b="b" l="l" r="r" t="t"/>
            <a:pathLst>
              <a:path extrusionOk="0" h="8954" w="16003">
                <a:moveTo>
                  <a:pt x="8025" y="1"/>
                </a:moveTo>
                <a:cubicBezTo>
                  <a:pt x="7692" y="1"/>
                  <a:pt x="7394" y="84"/>
                  <a:pt x="7132" y="239"/>
                </a:cubicBezTo>
                <a:cubicBezTo>
                  <a:pt x="6954" y="346"/>
                  <a:pt x="6799" y="477"/>
                  <a:pt x="6668" y="620"/>
                </a:cubicBezTo>
                <a:cubicBezTo>
                  <a:pt x="6126" y="1239"/>
                  <a:pt x="5519" y="1548"/>
                  <a:pt x="4912" y="1548"/>
                </a:cubicBezTo>
                <a:cubicBezTo>
                  <a:pt x="4305" y="1548"/>
                  <a:pt x="3697" y="1239"/>
                  <a:pt x="3156" y="620"/>
                </a:cubicBezTo>
                <a:cubicBezTo>
                  <a:pt x="3025" y="477"/>
                  <a:pt x="2858" y="358"/>
                  <a:pt x="2691" y="251"/>
                </a:cubicBezTo>
                <a:cubicBezTo>
                  <a:pt x="2418" y="84"/>
                  <a:pt x="2120" y="12"/>
                  <a:pt x="1798" y="12"/>
                </a:cubicBezTo>
                <a:cubicBezTo>
                  <a:pt x="1477" y="12"/>
                  <a:pt x="1179" y="108"/>
                  <a:pt x="905" y="251"/>
                </a:cubicBezTo>
                <a:cubicBezTo>
                  <a:pt x="632" y="417"/>
                  <a:pt x="405" y="643"/>
                  <a:pt x="251" y="905"/>
                </a:cubicBezTo>
                <a:cubicBezTo>
                  <a:pt x="96" y="1191"/>
                  <a:pt x="12" y="1489"/>
                  <a:pt x="1" y="1786"/>
                </a:cubicBezTo>
                <a:cubicBezTo>
                  <a:pt x="1" y="2108"/>
                  <a:pt x="96" y="2406"/>
                  <a:pt x="239" y="2679"/>
                </a:cubicBezTo>
                <a:cubicBezTo>
                  <a:pt x="405" y="2953"/>
                  <a:pt x="632" y="3179"/>
                  <a:pt x="894" y="3334"/>
                </a:cubicBezTo>
                <a:cubicBezTo>
                  <a:pt x="1179" y="3489"/>
                  <a:pt x="1477" y="3572"/>
                  <a:pt x="1786" y="3572"/>
                </a:cubicBezTo>
                <a:cubicBezTo>
                  <a:pt x="2120" y="3572"/>
                  <a:pt x="2418" y="3477"/>
                  <a:pt x="2679" y="3334"/>
                </a:cubicBezTo>
                <a:cubicBezTo>
                  <a:pt x="2858" y="3239"/>
                  <a:pt x="3013" y="3108"/>
                  <a:pt x="3144" y="2953"/>
                </a:cubicBezTo>
                <a:cubicBezTo>
                  <a:pt x="3686" y="2340"/>
                  <a:pt x="4293" y="2033"/>
                  <a:pt x="4900" y="2033"/>
                </a:cubicBezTo>
                <a:cubicBezTo>
                  <a:pt x="5507" y="2033"/>
                  <a:pt x="6114" y="2340"/>
                  <a:pt x="6656" y="2953"/>
                </a:cubicBezTo>
                <a:cubicBezTo>
                  <a:pt x="6775" y="3108"/>
                  <a:pt x="6942" y="3239"/>
                  <a:pt x="7097" y="3334"/>
                </a:cubicBezTo>
                <a:cubicBezTo>
                  <a:pt x="7275" y="3430"/>
                  <a:pt x="7454" y="3513"/>
                  <a:pt x="7656" y="3537"/>
                </a:cubicBezTo>
                <a:cubicBezTo>
                  <a:pt x="9264" y="3870"/>
                  <a:pt x="9930" y="5025"/>
                  <a:pt x="9406" y="6585"/>
                </a:cubicBezTo>
                <a:cubicBezTo>
                  <a:pt x="9347" y="6787"/>
                  <a:pt x="9323" y="6978"/>
                  <a:pt x="9323" y="7168"/>
                </a:cubicBezTo>
                <a:cubicBezTo>
                  <a:pt x="9323" y="7501"/>
                  <a:pt x="9406" y="7799"/>
                  <a:pt x="9561" y="8061"/>
                </a:cubicBezTo>
                <a:cubicBezTo>
                  <a:pt x="9716" y="8347"/>
                  <a:pt x="9942" y="8573"/>
                  <a:pt x="10216" y="8716"/>
                </a:cubicBezTo>
                <a:cubicBezTo>
                  <a:pt x="10490" y="8883"/>
                  <a:pt x="10788" y="8954"/>
                  <a:pt x="11109" y="8954"/>
                </a:cubicBezTo>
                <a:cubicBezTo>
                  <a:pt x="11431" y="8954"/>
                  <a:pt x="11728" y="8871"/>
                  <a:pt x="12002" y="8716"/>
                </a:cubicBezTo>
                <a:cubicBezTo>
                  <a:pt x="12276" y="8549"/>
                  <a:pt x="12502" y="8335"/>
                  <a:pt x="12657" y="8061"/>
                </a:cubicBezTo>
                <a:cubicBezTo>
                  <a:pt x="12812" y="7775"/>
                  <a:pt x="12895" y="7478"/>
                  <a:pt x="12895" y="7168"/>
                </a:cubicBezTo>
                <a:cubicBezTo>
                  <a:pt x="12895" y="6966"/>
                  <a:pt x="12859" y="6763"/>
                  <a:pt x="12800" y="6585"/>
                </a:cubicBezTo>
                <a:cubicBezTo>
                  <a:pt x="12276" y="5025"/>
                  <a:pt x="12931" y="3870"/>
                  <a:pt x="14562" y="3537"/>
                </a:cubicBezTo>
                <a:cubicBezTo>
                  <a:pt x="14752" y="3489"/>
                  <a:pt x="14943" y="3441"/>
                  <a:pt x="15110" y="3334"/>
                </a:cubicBezTo>
                <a:cubicBezTo>
                  <a:pt x="15395" y="3168"/>
                  <a:pt x="15610" y="2941"/>
                  <a:pt x="15764" y="2679"/>
                </a:cubicBezTo>
                <a:cubicBezTo>
                  <a:pt x="15931" y="2394"/>
                  <a:pt x="16003" y="2096"/>
                  <a:pt x="16003" y="1786"/>
                </a:cubicBezTo>
                <a:cubicBezTo>
                  <a:pt x="16003" y="1453"/>
                  <a:pt x="15907" y="1155"/>
                  <a:pt x="15764" y="893"/>
                </a:cubicBezTo>
                <a:cubicBezTo>
                  <a:pt x="15598" y="608"/>
                  <a:pt x="15372" y="382"/>
                  <a:pt x="15110" y="239"/>
                </a:cubicBezTo>
                <a:cubicBezTo>
                  <a:pt x="14824" y="72"/>
                  <a:pt x="14526" y="1"/>
                  <a:pt x="14217" y="1"/>
                </a:cubicBezTo>
                <a:cubicBezTo>
                  <a:pt x="13883" y="1"/>
                  <a:pt x="13586" y="84"/>
                  <a:pt x="13324" y="239"/>
                </a:cubicBezTo>
                <a:cubicBezTo>
                  <a:pt x="13038" y="405"/>
                  <a:pt x="12812" y="620"/>
                  <a:pt x="12669" y="893"/>
                </a:cubicBezTo>
                <a:cubicBezTo>
                  <a:pt x="12502" y="1167"/>
                  <a:pt x="12431" y="1465"/>
                  <a:pt x="12431" y="1786"/>
                </a:cubicBezTo>
                <a:cubicBezTo>
                  <a:pt x="12431" y="1989"/>
                  <a:pt x="12478" y="2203"/>
                  <a:pt x="12538" y="2382"/>
                </a:cubicBezTo>
                <a:cubicBezTo>
                  <a:pt x="12895" y="3418"/>
                  <a:pt x="12693" y="4287"/>
                  <a:pt x="12062" y="4834"/>
                </a:cubicBezTo>
                <a:cubicBezTo>
                  <a:pt x="11794" y="5067"/>
                  <a:pt x="11460" y="5183"/>
                  <a:pt x="11127" y="5183"/>
                </a:cubicBezTo>
                <a:cubicBezTo>
                  <a:pt x="10794" y="5183"/>
                  <a:pt x="10460" y="5067"/>
                  <a:pt x="10192" y="4834"/>
                </a:cubicBezTo>
                <a:cubicBezTo>
                  <a:pt x="9561" y="4263"/>
                  <a:pt x="9383" y="3406"/>
                  <a:pt x="9716" y="2358"/>
                </a:cubicBezTo>
                <a:cubicBezTo>
                  <a:pt x="9776" y="2167"/>
                  <a:pt x="9811" y="1977"/>
                  <a:pt x="9811" y="1786"/>
                </a:cubicBezTo>
                <a:cubicBezTo>
                  <a:pt x="9811" y="1453"/>
                  <a:pt x="9716" y="1155"/>
                  <a:pt x="9573" y="893"/>
                </a:cubicBezTo>
                <a:cubicBezTo>
                  <a:pt x="9406" y="608"/>
                  <a:pt x="9180" y="382"/>
                  <a:pt x="8918" y="239"/>
                </a:cubicBezTo>
                <a:cubicBezTo>
                  <a:pt x="8633" y="72"/>
                  <a:pt x="8335" y="1"/>
                  <a:pt x="802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87"/>
          <p:cNvSpPr txBox="1"/>
          <p:nvPr/>
        </p:nvSpPr>
        <p:spPr>
          <a:xfrm>
            <a:off x="354950" y="1188725"/>
            <a:ext cx="7701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100 %</a:t>
            </a:r>
            <a:endParaRPr sz="1600">
              <a:latin typeface="Public Sans SemiBold"/>
              <a:ea typeface="Public Sans SemiBold"/>
              <a:cs typeface="Public Sans SemiBold"/>
              <a:sym typeface="Public Sans SemiBold"/>
            </a:endParaRPr>
          </a:p>
        </p:txBody>
      </p:sp>
      <p:sp>
        <p:nvSpPr>
          <p:cNvPr id="1300" name="Google Shape;1300;p87"/>
          <p:cNvSpPr txBox="1"/>
          <p:nvPr/>
        </p:nvSpPr>
        <p:spPr>
          <a:xfrm>
            <a:off x="1492100" y="1188725"/>
            <a:ext cx="23100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300 %</a:t>
            </a:r>
            <a:endParaRPr sz="1600">
              <a:latin typeface="Public Sans SemiBold"/>
              <a:ea typeface="Public Sans SemiBold"/>
              <a:cs typeface="Public Sans SemiBold"/>
              <a:sym typeface="Public Sans SemiBold"/>
            </a:endParaRPr>
          </a:p>
        </p:txBody>
      </p:sp>
      <p:sp>
        <p:nvSpPr>
          <p:cNvPr id="1301" name="Google Shape;1301;p87"/>
          <p:cNvSpPr txBox="1"/>
          <p:nvPr/>
        </p:nvSpPr>
        <p:spPr>
          <a:xfrm>
            <a:off x="4169150" y="1188725"/>
            <a:ext cx="46200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600 %</a:t>
            </a:r>
            <a:endParaRPr sz="1600">
              <a:latin typeface="Public Sans SemiBold"/>
              <a:ea typeface="Public Sans SemiBold"/>
              <a:cs typeface="Public Sans SemiBold"/>
              <a:sym typeface="Public Sans SemiBold"/>
            </a:endParaRPr>
          </a:p>
        </p:txBody>
      </p:sp>
      <p:sp>
        <p:nvSpPr>
          <p:cNvPr id="1302" name="Google Shape;1302;p87"/>
          <p:cNvSpPr txBox="1"/>
          <p:nvPr/>
        </p:nvSpPr>
        <p:spPr>
          <a:xfrm>
            <a:off x="2015825" y="4634125"/>
            <a:ext cx="15879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1200 %</a:t>
            </a:r>
            <a:endParaRPr sz="1600">
              <a:latin typeface="Public Sans SemiBold"/>
              <a:ea typeface="Public Sans SemiBold"/>
              <a:cs typeface="Public Sans SemiBold"/>
              <a:sym typeface="Public Sans SemiBo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6" name="Shape 1306"/>
        <p:cNvGrpSpPr/>
        <p:nvPr/>
      </p:nvGrpSpPr>
      <p:grpSpPr>
        <a:xfrm>
          <a:off x="0" y="0"/>
          <a:ext cx="0" cy="0"/>
          <a:chOff x="0" y="0"/>
          <a:chExt cx="0" cy="0"/>
        </a:xfrm>
      </p:grpSpPr>
      <p:sp>
        <p:nvSpPr>
          <p:cNvPr id="1307" name="Google Shape;1307;p88"/>
          <p:cNvSpPr txBox="1"/>
          <p:nvPr>
            <p:ph type="title"/>
          </p:nvPr>
        </p:nvSpPr>
        <p:spPr>
          <a:xfrm>
            <a:off x="365750" y="274325"/>
            <a:ext cx="8412600" cy="548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Easy to recolor, cause they are vectors</a:t>
            </a:r>
            <a:endParaRPr/>
          </a:p>
        </p:txBody>
      </p:sp>
      <p:sp>
        <p:nvSpPr>
          <p:cNvPr id="1308" name="Google Shape;1308;p88"/>
          <p:cNvSpPr/>
          <p:nvPr/>
        </p:nvSpPr>
        <p:spPr>
          <a:xfrm flipH="1">
            <a:off x="2375969" y="1405233"/>
            <a:ext cx="769984" cy="430822"/>
          </a:xfrm>
          <a:custGeom>
            <a:rect b="b" l="l" r="r" t="t"/>
            <a:pathLst>
              <a:path extrusionOk="0" h="8954" w="16003">
                <a:moveTo>
                  <a:pt x="8025" y="1"/>
                </a:moveTo>
                <a:cubicBezTo>
                  <a:pt x="7692" y="1"/>
                  <a:pt x="7394" y="84"/>
                  <a:pt x="7132" y="239"/>
                </a:cubicBezTo>
                <a:cubicBezTo>
                  <a:pt x="6954" y="346"/>
                  <a:pt x="6799" y="477"/>
                  <a:pt x="6668" y="620"/>
                </a:cubicBezTo>
                <a:cubicBezTo>
                  <a:pt x="6126" y="1239"/>
                  <a:pt x="5519" y="1548"/>
                  <a:pt x="4912" y="1548"/>
                </a:cubicBezTo>
                <a:cubicBezTo>
                  <a:pt x="4305" y="1548"/>
                  <a:pt x="3697" y="1239"/>
                  <a:pt x="3156" y="620"/>
                </a:cubicBezTo>
                <a:cubicBezTo>
                  <a:pt x="3025" y="477"/>
                  <a:pt x="2858" y="358"/>
                  <a:pt x="2691" y="251"/>
                </a:cubicBezTo>
                <a:cubicBezTo>
                  <a:pt x="2418" y="84"/>
                  <a:pt x="2120" y="12"/>
                  <a:pt x="1798" y="12"/>
                </a:cubicBezTo>
                <a:cubicBezTo>
                  <a:pt x="1477" y="12"/>
                  <a:pt x="1179" y="108"/>
                  <a:pt x="905" y="251"/>
                </a:cubicBezTo>
                <a:cubicBezTo>
                  <a:pt x="632" y="417"/>
                  <a:pt x="405" y="643"/>
                  <a:pt x="251" y="905"/>
                </a:cubicBezTo>
                <a:cubicBezTo>
                  <a:pt x="96" y="1191"/>
                  <a:pt x="12" y="1489"/>
                  <a:pt x="1" y="1786"/>
                </a:cubicBezTo>
                <a:cubicBezTo>
                  <a:pt x="1" y="2108"/>
                  <a:pt x="96" y="2406"/>
                  <a:pt x="239" y="2679"/>
                </a:cubicBezTo>
                <a:cubicBezTo>
                  <a:pt x="405" y="2953"/>
                  <a:pt x="632" y="3179"/>
                  <a:pt x="894" y="3334"/>
                </a:cubicBezTo>
                <a:cubicBezTo>
                  <a:pt x="1179" y="3489"/>
                  <a:pt x="1477" y="3572"/>
                  <a:pt x="1786" y="3572"/>
                </a:cubicBezTo>
                <a:cubicBezTo>
                  <a:pt x="2120" y="3572"/>
                  <a:pt x="2418" y="3477"/>
                  <a:pt x="2679" y="3334"/>
                </a:cubicBezTo>
                <a:cubicBezTo>
                  <a:pt x="2858" y="3239"/>
                  <a:pt x="3013" y="3108"/>
                  <a:pt x="3144" y="2953"/>
                </a:cubicBezTo>
                <a:cubicBezTo>
                  <a:pt x="3686" y="2340"/>
                  <a:pt x="4293" y="2033"/>
                  <a:pt x="4900" y="2033"/>
                </a:cubicBezTo>
                <a:cubicBezTo>
                  <a:pt x="5507" y="2033"/>
                  <a:pt x="6114" y="2340"/>
                  <a:pt x="6656" y="2953"/>
                </a:cubicBezTo>
                <a:cubicBezTo>
                  <a:pt x="6775" y="3108"/>
                  <a:pt x="6942" y="3239"/>
                  <a:pt x="7097" y="3334"/>
                </a:cubicBezTo>
                <a:cubicBezTo>
                  <a:pt x="7275" y="3430"/>
                  <a:pt x="7454" y="3513"/>
                  <a:pt x="7656" y="3537"/>
                </a:cubicBezTo>
                <a:cubicBezTo>
                  <a:pt x="9264" y="3870"/>
                  <a:pt x="9930" y="5025"/>
                  <a:pt x="9406" y="6585"/>
                </a:cubicBezTo>
                <a:cubicBezTo>
                  <a:pt x="9347" y="6787"/>
                  <a:pt x="9323" y="6978"/>
                  <a:pt x="9323" y="7168"/>
                </a:cubicBezTo>
                <a:cubicBezTo>
                  <a:pt x="9323" y="7501"/>
                  <a:pt x="9406" y="7799"/>
                  <a:pt x="9561" y="8061"/>
                </a:cubicBezTo>
                <a:cubicBezTo>
                  <a:pt x="9716" y="8347"/>
                  <a:pt x="9942" y="8573"/>
                  <a:pt x="10216" y="8716"/>
                </a:cubicBezTo>
                <a:cubicBezTo>
                  <a:pt x="10490" y="8883"/>
                  <a:pt x="10788" y="8954"/>
                  <a:pt x="11109" y="8954"/>
                </a:cubicBezTo>
                <a:cubicBezTo>
                  <a:pt x="11431" y="8954"/>
                  <a:pt x="11728" y="8871"/>
                  <a:pt x="12002" y="8716"/>
                </a:cubicBezTo>
                <a:cubicBezTo>
                  <a:pt x="12276" y="8549"/>
                  <a:pt x="12502" y="8335"/>
                  <a:pt x="12657" y="8061"/>
                </a:cubicBezTo>
                <a:cubicBezTo>
                  <a:pt x="12812" y="7775"/>
                  <a:pt x="12895" y="7478"/>
                  <a:pt x="12895" y="7168"/>
                </a:cubicBezTo>
                <a:cubicBezTo>
                  <a:pt x="12895" y="6966"/>
                  <a:pt x="12859" y="6763"/>
                  <a:pt x="12800" y="6585"/>
                </a:cubicBezTo>
                <a:cubicBezTo>
                  <a:pt x="12276" y="5025"/>
                  <a:pt x="12931" y="3870"/>
                  <a:pt x="14562" y="3537"/>
                </a:cubicBezTo>
                <a:cubicBezTo>
                  <a:pt x="14752" y="3489"/>
                  <a:pt x="14943" y="3441"/>
                  <a:pt x="15110" y="3334"/>
                </a:cubicBezTo>
                <a:cubicBezTo>
                  <a:pt x="15395" y="3168"/>
                  <a:pt x="15610" y="2941"/>
                  <a:pt x="15764" y="2679"/>
                </a:cubicBezTo>
                <a:cubicBezTo>
                  <a:pt x="15931" y="2394"/>
                  <a:pt x="16003" y="2096"/>
                  <a:pt x="16003" y="1786"/>
                </a:cubicBezTo>
                <a:cubicBezTo>
                  <a:pt x="16003" y="1453"/>
                  <a:pt x="15907" y="1155"/>
                  <a:pt x="15764" y="893"/>
                </a:cubicBezTo>
                <a:cubicBezTo>
                  <a:pt x="15598" y="608"/>
                  <a:pt x="15372" y="382"/>
                  <a:pt x="15110" y="239"/>
                </a:cubicBezTo>
                <a:cubicBezTo>
                  <a:pt x="14824" y="72"/>
                  <a:pt x="14526" y="1"/>
                  <a:pt x="14217" y="1"/>
                </a:cubicBezTo>
                <a:cubicBezTo>
                  <a:pt x="13883" y="1"/>
                  <a:pt x="13586" y="84"/>
                  <a:pt x="13324" y="239"/>
                </a:cubicBezTo>
                <a:cubicBezTo>
                  <a:pt x="13038" y="405"/>
                  <a:pt x="12812" y="620"/>
                  <a:pt x="12669" y="893"/>
                </a:cubicBezTo>
                <a:cubicBezTo>
                  <a:pt x="12502" y="1167"/>
                  <a:pt x="12431" y="1465"/>
                  <a:pt x="12431" y="1786"/>
                </a:cubicBezTo>
                <a:cubicBezTo>
                  <a:pt x="12431" y="1989"/>
                  <a:pt x="12478" y="2203"/>
                  <a:pt x="12538" y="2382"/>
                </a:cubicBezTo>
                <a:cubicBezTo>
                  <a:pt x="12895" y="3418"/>
                  <a:pt x="12693" y="4287"/>
                  <a:pt x="12062" y="4834"/>
                </a:cubicBezTo>
                <a:cubicBezTo>
                  <a:pt x="11794" y="5067"/>
                  <a:pt x="11460" y="5183"/>
                  <a:pt x="11127" y="5183"/>
                </a:cubicBezTo>
                <a:cubicBezTo>
                  <a:pt x="10794" y="5183"/>
                  <a:pt x="10460" y="5067"/>
                  <a:pt x="10192" y="4834"/>
                </a:cubicBezTo>
                <a:cubicBezTo>
                  <a:pt x="9561" y="4263"/>
                  <a:pt x="9383" y="3406"/>
                  <a:pt x="9716" y="2358"/>
                </a:cubicBezTo>
                <a:cubicBezTo>
                  <a:pt x="9776" y="2167"/>
                  <a:pt x="9811" y="1977"/>
                  <a:pt x="9811" y="1786"/>
                </a:cubicBezTo>
                <a:cubicBezTo>
                  <a:pt x="9811" y="1453"/>
                  <a:pt x="9716" y="1155"/>
                  <a:pt x="9573" y="893"/>
                </a:cubicBezTo>
                <a:cubicBezTo>
                  <a:pt x="9406" y="608"/>
                  <a:pt x="9180" y="382"/>
                  <a:pt x="8918" y="239"/>
                </a:cubicBezTo>
                <a:cubicBezTo>
                  <a:pt x="8633" y="72"/>
                  <a:pt x="8335" y="1"/>
                  <a:pt x="802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88"/>
          <p:cNvSpPr txBox="1"/>
          <p:nvPr>
            <p:ph idx="12" type="sldNum"/>
          </p:nvPr>
        </p:nvSpPr>
        <p:spPr>
          <a:xfrm>
            <a:off x="360650" y="4880150"/>
            <a:ext cx="3667800" cy="2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rgbClr val="FFFFFF"/>
                </a:solidFill>
              </a:rPr>
              <a:t>Neo4j Inc. All rights reserved 2023	</a:t>
            </a:r>
            <a:endParaRPr>
              <a:solidFill>
                <a:srgbClr val="FFFFFF"/>
              </a:solidFill>
            </a:endParaRPr>
          </a:p>
        </p:txBody>
      </p:sp>
      <p:sp>
        <p:nvSpPr>
          <p:cNvPr id="1310" name="Google Shape;1310;p88"/>
          <p:cNvSpPr txBox="1"/>
          <p:nvPr>
            <p:ph idx="2" type="sldNum"/>
          </p:nvPr>
        </p:nvSpPr>
        <p:spPr>
          <a:xfrm>
            <a:off x="0" y="4880150"/>
            <a:ext cx="265200" cy="2697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solidFill>
                  <a:srgbClr val="FFFFFF"/>
                </a:solidFill>
              </a:rPr>
              <a:t>‹#›</a:t>
            </a:fld>
            <a:endParaRPr>
              <a:solidFill>
                <a:srgbClr val="FFFFFF"/>
              </a:solidFill>
            </a:endParaRPr>
          </a:p>
        </p:txBody>
      </p:sp>
      <p:sp>
        <p:nvSpPr>
          <p:cNvPr id="1311" name="Google Shape;1311;p88"/>
          <p:cNvSpPr/>
          <p:nvPr/>
        </p:nvSpPr>
        <p:spPr>
          <a:xfrm flipH="1">
            <a:off x="3406648" y="1405233"/>
            <a:ext cx="2309953" cy="1292465"/>
          </a:xfrm>
          <a:custGeom>
            <a:rect b="b" l="l" r="r" t="t"/>
            <a:pathLst>
              <a:path extrusionOk="0" h="8954" w="16003">
                <a:moveTo>
                  <a:pt x="8025" y="1"/>
                </a:moveTo>
                <a:cubicBezTo>
                  <a:pt x="7692" y="1"/>
                  <a:pt x="7394" y="84"/>
                  <a:pt x="7132" y="239"/>
                </a:cubicBezTo>
                <a:cubicBezTo>
                  <a:pt x="6954" y="346"/>
                  <a:pt x="6799" y="477"/>
                  <a:pt x="6668" y="620"/>
                </a:cubicBezTo>
                <a:cubicBezTo>
                  <a:pt x="6126" y="1239"/>
                  <a:pt x="5519" y="1548"/>
                  <a:pt x="4912" y="1548"/>
                </a:cubicBezTo>
                <a:cubicBezTo>
                  <a:pt x="4305" y="1548"/>
                  <a:pt x="3697" y="1239"/>
                  <a:pt x="3156" y="620"/>
                </a:cubicBezTo>
                <a:cubicBezTo>
                  <a:pt x="3025" y="477"/>
                  <a:pt x="2858" y="358"/>
                  <a:pt x="2691" y="251"/>
                </a:cubicBezTo>
                <a:cubicBezTo>
                  <a:pt x="2418" y="84"/>
                  <a:pt x="2120" y="12"/>
                  <a:pt x="1798" y="12"/>
                </a:cubicBezTo>
                <a:cubicBezTo>
                  <a:pt x="1477" y="12"/>
                  <a:pt x="1179" y="108"/>
                  <a:pt x="905" y="251"/>
                </a:cubicBezTo>
                <a:cubicBezTo>
                  <a:pt x="632" y="417"/>
                  <a:pt x="405" y="643"/>
                  <a:pt x="251" y="905"/>
                </a:cubicBezTo>
                <a:cubicBezTo>
                  <a:pt x="96" y="1191"/>
                  <a:pt x="12" y="1489"/>
                  <a:pt x="1" y="1786"/>
                </a:cubicBezTo>
                <a:cubicBezTo>
                  <a:pt x="1" y="2108"/>
                  <a:pt x="96" y="2406"/>
                  <a:pt x="239" y="2679"/>
                </a:cubicBezTo>
                <a:cubicBezTo>
                  <a:pt x="405" y="2953"/>
                  <a:pt x="632" y="3179"/>
                  <a:pt x="894" y="3334"/>
                </a:cubicBezTo>
                <a:cubicBezTo>
                  <a:pt x="1179" y="3489"/>
                  <a:pt x="1477" y="3572"/>
                  <a:pt x="1786" y="3572"/>
                </a:cubicBezTo>
                <a:cubicBezTo>
                  <a:pt x="2120" y="3572"/>
                  <a:pt x="2418" y="3477"/>
                  <a:pt x="2679" y="3334"/>
                </a:cubicBezTo>
                <a:cubicBezTo>
                  <a:pt x="2858" y="3239"/>
                  <a:pt x="3013" y="3108"/>
                  <a:pt x="3144" y="2953"/>
                </a:cubicBezTo>
                <a:cubicBezTo>
                  <a:pt x="3686" y="2340"/>
                  <a:pt x="4293" y="2033"/>
                  <a:pt x="4900" y="2033"/>
                </a:cubicBezTo>
                <a:cubicBezTo>
                  <a:pt x="5507" y="2033"/>
                  <a:pt x="6114" y="2340"/>
                  <a:pt x="6656" y="2953"/>
                </a:cubicBezTo>
                <a:cubicBezTo>
                  <a:pt x="6775" y="3108"/>
                  <a:pt x="6942" y="3239"/>
                  <a:pt x="7097" y="3334"/>
                </a:cubicBezTo>
                <a:cubicBezTo>
                  <a:pt x="7275" y="3430"/>
                  <a:pt x="7454" y="3513"/>
                  <a:pt x="7656" y="3537"/>
                </a:cubicBezTo>
                <a:cubicBezTo>
                  <a:pt x="9264" y="3870"/>
                  <a:pt x="9930" y="5025"/>
                  <a:pt x="9406" y="6585"/>
                </a:cubicBezTo>
                <a:cubicBezTo>
                  <a:pt x="9347" y="6787"/>
                  <a:pt x="9323" y="6978"/>
                  <a:pt x="9323" y="7168"/>
                </a:cubicBezTo>
                <a:cubicBezTo>
                  <a:pt x="9323" y="7501"/>
                  <a:pt x="9406" y="7799"/>
                  <a:pt x="9561" y="8061"/>
                </a:cubicBezTo>
                <a:cubicBezTo>
                  <a:pt x="9716" y="8347"/>
                  <a:pt x="9942" y="8573"/>
                  <a:pt x="10216" y="8716"/>
                </a:cubicBezTo>
                <a:cubicBezTo>
                  <a:pt x="10490" y="8883"/>
                  <a:pt x="10788" y="8954"/>
                  <a:pt x="11109" y="8954"/>
                </a:cubicBezTo>
                <a:cubicBezTo>
                  <a:pt x="11431" y="8954"/>
                  <a:pt x="11728" y="8871"/>
                  <a:pt x="12002" y="8716"/>
                </a:cubicBezTo>
                <a:cubicBezTo>
                  <a:pt x="12276" y="8549"/>
                  <a:pt x="12502" y="8335"/>
                  <a:pt x="12657" y="8061"/>
                </a:cubicBezTo>
                <a:cubicBezTo>
                  <a:pt x="12812" y="7775"/>
                  <a:pt x="12895" y="7478"/>
                  <a:pt x="12895" y="7168"/>
                </a:cubicBezTo>
                <a:cubicBezTo>
                  <a:pt x="12895" y="6966"/>
                  <a:pt x="12859" y="6763"/>
                  <a:pt x="12800" y="6585"/>
                </a:cubicBezTo>
                <a:cubicBezTo>
                  <a:pt x="12276" y="5025"/>
                  <a:pt x="12931" y="3870"/>
                  <a:pt x="14562" y="3537"/>
                </a:cubicBezTo>
                <a:cubicBezTo>
                  <a:pt x="14752" y="3489"/>
                  <a:pt x="14943" y="3441"/>
                  <a:pt x="15110" y="3334"/>
                </a:cubicBezTo>
                <a:cubicBezTo>
                  <a:pt x="15395" y="3168"/>
                  <a:pt x="15610" y="2941"/>
                  <a:pt x="15764" y="2679"/>
                </a:cubicBezTo>
                <a:cubicBezTo>
                  <a:pt x="15931" y="2394"/>
                  <a:pt x="16003" y="2096"/>
                  <a:pt x="16003" y="1786"/>
                </a:cubicBezTo>
                <a:cubicBezTo>
                  <a:pt x="16003" y="1453"/>
                  <a:pt x="15907" y="1155"/>
                  <a:pt x="15764" y="893"/>
                </a:cubicBezTo>
                <a:cubicBezTo>
                  <a:pt x="15598" y="608"/>
                  <a:pt x="15372" y="382"/>
                  <a:pt x="15110" y="239"/>
                </a:cubicBezTo>
                <a:cubicBezTo>
                  <a:pt x="14824" y="72"/>
                  <a:pt x="14526" y="1"/>
                  <a:pt x="14217" y="1"/>
                </a:cubicBezTo>
                <a:cubicBezTo>
                  <a:pt x="13883" y="1"/>
                  <a:pt x="13586" y="84"/>
                  <a:pt x="13324" y="239"/>
                </a:cubicBezTo>
                <a:cubicBezTo>
                  <a:pt x="13038" y="405"/>
                  <a:pt x="12812" y="620"/>
                  <a:pt x="12669" y="893"/>
                </a:cubicBezTo>
                <a:cubicBezTo>
                  <a:pt x="12502" y="1167"/>
                  <a:pt x="12431" y="1465"/>
                  <a:pt x="12431" y="1786"/>
                </a:cubicBezTo>
                <a:cubicBezTo>
                  <a:pt x="12431" y="1989"/>
                  <a:pt x="12478" y="2203"/>
                  <a:pt x="12538" y="2382"/>
                </a:cubicBezTo>
                <a:cubicBezTo>
                  <a:pt x="12895" y="3418"/>
                  <a:pt x="12693" y="4287"/>
                  <a:pt x="12062" y="4834"/>
                </a:cubicBezTo>
                <a:cubicBezTo>
                  <a:pt x="11794" y="5067"/>
                  <a:pt x="11460" y="5183"/>
                  <a:pt x="11127" y="5183"/>
                </a:cubicBezTo>
                <a:cubicBezTo>
                  <a:pt x="10794" y="5183"/>
                  <a:pt x="10460" y="5067"/>
                  <a:pt x="10192" y="4834"/>
                </a:cubicBezTo>
                <a:cubicBezTo>
                  <a:pt x="9561" y="4263"/>
                  <a:pt x="9383" y="3406"/>
                  <a:pt x="9716" y="2358"/>
                </a:cubicBezTo>
                <a:cubicBezTo>
                  <a:pt x="9776" y="2167"/>
                  <a:pt x="9811" y="1977"/>
                  <a:pt x="9811" y="1786"/>
                </a:cubicBezTo>
                <a:cubicBezTo>
                  <a:pt x="9811" y="1453"/>
                  <a:pt x="9716" y="1155"/>
                  <a:pt x="9573" y="893"/>
                </a:cubicBezTo>
                <a:cubicBezTo>
                  <a:pt x="9406" y="608"/>
                  <a:pt x="9180" y="382"/>
                  <a:pt x="8918" y="239"/>
                </a:cubicBezTo>
                <a:cubicBezTo>
                  <a:pt x="8633" y="72"/>
                  <a:pt x="8335" y="1"/>
                  <a:pt x="8025" y="1"/>
                </a:cubicBezTo>
                <a:close/>
              </a:path>
            </a:pathLst>
          </a:custGeom>
          <a:solidFill>
            <a:srgbClr val="763F1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88"/>
          <p:cNvSpPr/>
          <p:nvPr/>
        </p:nvSpPr>
        <p:spPr>
          <a:xfrm flipH="1">
            <a:off x="2375956" y="3242596"/>
            <a:ext cx="769984" cy="430822"/>
          </a:xfrm>
          <a:custGeom>
            <a:rect b="b" l="l" r="r" t="t"/>
            <a:pathLst>
              <a:path extrusionOk="0" h="8954" w="16003">
                <a:moveTo>
                  <a:pt x="8025" y="1"/>
                </a:moveTo>
                <a:cubicBezTo>
                  <a:pt x="7692" y="1"/>
                  <a:pt x="7394" y="84"/>
                  <a:pt x="7132" y="239"/>
                </a:cubicBezTo>
                <a:cubicBezTo>
                  <a:pt x="6954" y="346"/>
                  <a:pt x="6799" y="477"/>
                  <a:pt x="6668" y="620"/>
                </a:cubicBezTo>
                <a:cubicBezTo>
                  <a:pt x="6126" y="1239"/>
                  <a:pt x="5519" y="1548"/>
                  <a:pt x="4912" y="1548"/>
                </a:cubicBezTo>
                <a:cubicBezTo>
                  <a:pt x="4305" y="1548"/>
                  <a:pt x="3697" y="1239"/>
                  <a:pt x="3156" y="620"/>
                </a:cubicBezTo>
                <a:cubicBezTo>
                  <a:pt x="3025" y="477"/>
                  <a:pt x="2858" y="358"/>
                  <a:pt x="2691" y="251"/>
                </a:cubicBezTo>
                <a:cubicBezTo>
                  <a:pt x="2418" y="84"/>
                  <a:pt x="2120" y="12"/>
                  <a:pt x="1798" y="12"/>
                </a:cubicBezTo>
                <a:cubicBezTo>
                  <a:pt x="1477" y="12"/>
                  <a:pt x="1179" y="108"/>
                  <a:pt x="905" y="251"/>
                </a:cubicBezTo>
                <a:cubicBezTo>
                  <a:pt x="632" y="417"/>
                  <a:pt x="405" y="643"/>
                  <a:pt x="251" y="905"/>
                </a:cubicBezTo>
                <a:cubicBezTo>
                  <a:pt x="96" y="1191"/>
                  <a:pt x="12" y="1489"/>
                  <a:pt x="1" y="1786"/>
                </a:cubicBezTo>
                <a:cubicBezTo>
                  <a:pt x="1" y="2108"/>
                  <a:pt x="96" y="2406"/>
                  <a:pt x="239" y="2679"/>
                </a:cubicBezTo>
                <a:cubicBezTo>
                  <a:pt x="405" y="2953"/>
                  <a:pt x="632" y="3179"/>
                  <a:pt x="894" y="3334"/>
                </a:cubicBezTo>
                <a:cubicBezTo>
                  <a:pt x="1179" y="3489"/>
                  <a:pt x="1477" y="3572"/>
                  <a:pt x="1786" y="3572"/>
                </a:cubicBezTo>
                <a:cubicBezTo>
                  <a:pt x="2120" y="3572"/>
                  <a:pt x="2418" y="3477"/>
                  <a:pt x="2679" y="3334"/>
                </a:cubicBezTo>
                <a:cubicBezTo>
                  <a:pt x="2858" y="3239"/>
                  <a:pt x="3013" y="3108"/>
                  <a:pt x="3144" y="2953"/>
                </a:cubicBezTo>
                <a:cubicBezTo>
                  <a:pt x="3686" y="2340"/>
                  <a:pt x="4293" y="2033"/>
                  <a:pt x="4900" y="2033"/>
                </a:cubicBezTo>
                <a:cubicBezTo>
                  <a:pt x="5507" y="2033"/>
                  <a:pt x="6114" y="2340"/>
                  <a:pt x="6656" y="2953"/>
                </a:cubicBezTo>
                <a:cubicBezTo>
                  <a:pt x="6775" y="3108"/>
                  <a:pt x="6942" y="3239"/>
                  <a:pt x="7097" y="3334"/>
                </a:cubicBezTo>
                <a:cubicBezTo>
                  <a:pt x="7275" y="3430"/>
                  <a:pt x="7454" y="3513"/>
                  <a:pt x="7656" y="3537"/>
                </a:cubicBezTo>
                <a:cubicBezTo>
                  <a:pt x="9264" y="3870"/>
                  <a:pt x="9930" y="5025"/>
                  <a:pt x="9406" y="6585"/>
                </a:cubicBezTo>
                <a:cubicBezTo>
                  <a:pt x="9347" y="6787"/>
                  <a:pt x="9323" y="6978"/>
                  <a:pt x="9323" y="7168"/>
                </a:cubicBezTo>
                <a:cubicBezTo>
                  <a:pt x="9323" y="7501"/>
                  <a:pt x="9406" y="7799"/>
                  <a:pt x="9561" y="8061"/>
                </a:cubicBezTo>
                <a:cubicBezTo>
                  <a:pt x="9716" y="8347"/>
                  <a:pt x="9942" y="8573"/>
                  <a:pt x="10216" y="8716"/>
                </a:cubicBezTo>
                <a:cubicBezTo>
                  <a:pt x="10490" y="8883"/>
                  <a:pt x="10788" y="8954"/>
                  <a:pt x="11109" y="8954"/>
                </a:cubicBezTo>
                <a:cubicBezTo>
                  <a:pt x="11431" y="8954"/>
                  <a:pt x="11728" y="8871"/>
                  <a:pt x="12002" y="8716"/>
                </a:cubicBezTo>
                <a:cubicBezTo>
                  <a:pt x="12276" y="8549"/>
                  <a:pt x="12502" y="8335"/>
                  <a:pt x="12657" y="8061"/>
                </a:cubicBezTo>
                <a:cubicBezTo>
                  <a:pt x="12812" y="7775"/>
                  <a:pt x="12895" y="7478"/>
                  <a:pt x="12895" y="7168"/>
                </a:cubicBezTo>
                <a:cubicBezTo>
                  <a:pt x="12895" y="6966"/>
                  <a:pt x="12859" y="6763"/>
                  <a:pt x="12800" y="6585"/>
                </a:cubicBezTo>
                <a:cubicBezTo>
                  <a:pt x="12276" y="5025"/>
                  <a:pt x="12931" y="3870"/>
                  <a:pt x="14562" y="3537"/>
                </a:cubicBezTo>
                <a:cubicBezTo>
                  <a:pt x="14752" y="3489"/>
                  <a:pt x="14943" y="3441"/>
                  <a:pt x="15110" y="3334"/>
                </a:cubicBezTo>
                <a:cubicBezTo>
                  <a:pt x="15395" y="3168"/>
                  <a:pt x="15610" y="2941"/>
                  <a:pt x="15764" y="2679"/>
                </a:cubicBezTo>
                <a:cubicBezTo>
                  <a:pt x="15931" y="2394"/>
                  <a:pt x="16003" y="2096"/>
                  <a:pt x="16003" y="1786"/>
                </a:cubicBezTo>
                <a:cubicBezTo>
                  <a:pt x="16003" y="1453"/>
                  <a:pt x="15907" y="1155"/>
                  <a:pt x="15764" y="893"/>
                </a:cubicBezTo>
                <a:cubicBezTo>
                  <a:pt x="15598" y="608"/>
                  <a:pt x="15372" y="382"/>
                  <a:pt x="15110" y="239"/>
                </a:cubicBezTo>
                <a:cubicBezTo>
                  <a:pt x="14824" y="72"/>
                  <a:pt x="14526" y="1"/>
                  <a:pt x="14217" y="1"/>
                </a:cubicBezTo>
                <a:cubicBezTo>
                  <a:pt x="13883" y="1"/>
                  <a:pt x="13586" y="84"/>
                  <a:pt x="13324" y="239"/>
                </a:cubicBezTo>
                <a:cubicBezTo>
                  <a:pt x="13038" y="405"/>
                  <a:pt x="12812" y="620"/>
                  <a:pt x="12669" y="893"/>
                </a:cubicBezTo>
                <a:cubicBezTo>
                  <a:pt x="12502" y="1167"/>
                  <a:pt x="12431" y="1465"/>
                  <a:pt x="12431" y="1786"/>
                </a:cubicBezTo>
                <a:cubicBezTo>
                  <a:pt x="12431" y="1989"/>
                  <a:pt x="12478" y="2203"/>
                  <a:pt x="12538" y="2382"/>
                </a:cubicBezTo>
                <a:cubicBezTo>
                  <a:pt x="12895" y="3418"/>
                  <a:pt x="12693" y="4287"/>
                  <a:pt x="12062" y="4834"/>
                </a:cubicBezTo>
                <a:cubicBezTo>
                  <a:pt x="11794" y="5067"/>
                  <a:pt x="11460" y="5183"/>
                  <a:pt x="11127" y="5183"/>
                </a:cubicBezTo>
                <a:cubicBezTo>
                  <a:pt x="10794" y="5183"/>
                  <a:pt x="10460" y="5067"/>
                  <a:pt x="10192" y="4834"/>
                </a:cubicBezTo>
                <a:cubicBezTo>
                  <a:pt x="9561" y="4263"/>
                  <a:pt x="9383" y="3406"/>
                  <a:pt x="9716" y="2358"/>
                </a:cubicBezTo>
                <a:cubicBezTo>
                  <a:pt x="9776" y="2167"/>
                  <a:pt x="9811" y="1977"/>
                  <a:pt x="9811" y="1786"/>
                </a:cubicBezTo>
                <a:cubicBezTo>
                  <a:pt x="9811" y="1453"/>
                  <a:pt x="9716" y="1155"/>
                  <a:pt x="9573" y="893"/>
                </a:cubicBezTo>
                <a:cubicBezTo>
                  <a:pt x="9406" y="608"/>
                  <a:pt x="9180" y="382"/>
                  <a:pt x="8918" y="239"/>
                </a:cubicBezTo>
                <a:cubicBezTo>
                  <a:pt x="8633" y="72"/>
                  <a:pt x="8335" y="1"/>
                  <a:pt x="8025" y="1"/>
                </a:cubicBezTo>
                <a:close/>
              </a:path>
            </a:pathLst>
          </a:custGeom>
          <a:solidFill>
            <a:schemeClr val="accent4"/>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88"/>
          <p:cNvSpPr/>
          <p:nvPr/>
        </p:nvSpPr>
        <p:spPr>
          <a:xfrm flipH="1">
            <a:off x="3502336" y="3242596"/>
            <a:ext cx="2309953" cy="1292465"/>
          </a:xfrm>
          <a:custGeom>
            <a:rect b="b" l="l" r="r" t="t"/>
            <a:pathLst>
              <a:path extrusionOk="0" h="8954" w="16003">
                <a:moveTo>
                  <a:pt x="8025" y="1"/>
                </a:moveTo>
                <a:cubicBezTo>
                  <a:pt x="7692" y="1"/>
                  <a:pt x="7394" y="84"/>
                  <a:pt x="7132" y="239"/>
                </a:cubicBezTo>
                <a:cubicBezTo>
                  <a:pt x="6954" y="346"/>
                  <a:pt x="6799" y="477"/>
                  <a:pt x="6668" y="620"/>
                </a:cubicBezTo>
                <a:cubicBezTo>
                  <a:pt x="6126" y="1239"/>
                  <a:pt x="5519" y="1548"/>
                  <a:pt x="4912" y="1548"/>
                </a:cubicBezTo>
                <a:cubicBezTo>
                  <a:pt x="4305" y="1548"/>
                  <a:pt x="3697" y="1239"/>
                  <a:pt x="3156" y="620"/>
                </a:cubicBezTo>
                <a:cubicBezTo>
                  <a:pt x="3025" y="477"/>
                  <a:pt x="2858" y="358"/>
                  <a:pt x="2691" y="251"/>
                </a:cubicBezTo>
                <a:cubicBezTo>
                  <a:pt x="2418" y="84"/>
                  <a:pt x="2120" y="12"/>
                  <a:pt x="1798" y="12"/>
                </a:cubicBezTo>
                <a:cubicBezTo>
                  <a:pt x="1477" y="12"/>
                  <a:pt x="1179" y="108"/>
                  <a:pt x="905" y="251"/>
                </a:cubicBezTo>
                <a:cubicBezTo>
                  <a:pt x="632" y="417"/>
                  <a:pt x="405" y="643"/>
                  <a:pt x="251" y="905"/>
                </a:cubicBezTo>
                <a:cubicBezTo>
                  <a:pt x="96" y="1191"/>
                  <a:pt x="12" y="1489"/>
                  <a:pt x="1" y="1786"/>
                </a:cubicBezTo>
                <a:cubicBezTo>
                  <a:pt x="1" y="2108"/>
                  <a:pt x="96" y="2406"/>
                  <a:pt x="239" y="2679"/>
                </a:cubicBezTo>
                <a:cubicBezTo>
                  <a:pt x="405" y="2953"/>
                  <a:pt x="632" y="3179"/>
                  <a:pt x="894" y="3334"/>
                </a:cubicBezTo>
                <a:cubicBezTo>
                  <a:pt x="1179" y="3489"/>
                  <a:pt x="1477" y="3572"/>
                  <a:pt x="1786" y="3572"/>
                </a:cubicBezTo>
                <a:cubicBezTo>
                  <a:pt x="2120" y="3572"/>
                  <a:pt x="2418" y="3477"/>
                  <a:pt x="2679" y="3334"/>
                </a:cubicBezTo>
                <a:cubicBezTo>
                  <a:pt x="2858" y="3239"/>
                  <a:pt x="3013" y="3108"/>
                  <a:pt x="3144" y="2953"/>
                </a:cubicBezTo>
                <a:cubicBezTo>
                  <a:pt x="3686" y="2340"/>
                  <a:pt x="4293" y="2033"/>
                  <a:pt x="4900" y="2033"/>
                </a:cubicBezTo>
                <a:cubicBezTo>
                  <a:pt x="5507" y="2033"/>
                  <a:pt x="6114" y="2340"/>
                  <a:pt x="6656" y="2953"/>
                </a:cubicBezTo>
                <a:cubicBezTo>
                  <a:pt x="6775" y="3108"/>
                  <a:pt x="6942" y="3239"/>
                  <a:pt x="7097" y="3334"/>
                </a:cubicBezTo>
                <a:cubicBezTo>
                  <a:pt x="7275" y="3430"/>
                  <a:pt x="7454" y="3513"/>
                  <a:pt x="7656" y="3537"/>
                </a:cubicBezTo>
                <a:cubicBezTo>
                  <a:pt x="9264" y="3870"/>
                  <a:pt x="9930" y="5025"/>
                  <a:pt x="9406" y="6585"/>
                </a:cubicBezTo>
                <a:cubicBezTo>
                  <a:pt x="9347" y="6787"/>
                  <a:pt x="9323" y="6978"/>
                  <a:pt x="9323" y="7168"/>
                </a:cubicBezTo>
                <a:cubicBezTo>
                  <a:pt x="9323" y="7501"/>
                  <a:pt x="9406" y="7799"/>
                  <a:pt x="9561" y="8061"/>
                </a:cubicBezTo>
                <a:cubicBezTo>
                  <a:pt x="9716" y="8347"/>
                  <a:pt x="9942" y="8573"/>
                  <a:pt x="10216" y="8716"/>
                </a:cubicBezTo>
                <a:cubicBezTo>
                  <a:pt x="10490" y="8883"/>
                  <a:pt x="10788" y="8954"/>
                  <a:pt x="11109" y="8954"/>
                </a:cubicBezTo>
                <a:cubicBezTo>
                  <a:pt x="11431" y="8954"/>
                  <a:pt x="11728" y="8871"/>
                  <a:pt x="12002" y="8716"/>
                </a:cubicBezTo>
                <a:cubicBezTo>
                  <a:pt x="12276" y="8549"/>
                  <a:pt x="12502" y="8335"/>
                  <a:pt x="12657" y="8061"/>
                </a:cubicBezTo>
                <a:cubicBezTo>
                  <a:pt x="12812" y="7775"/>
                  <a:pt x="12895" y="7478"/>
                  <a:pt x="12895" y="7168"/>
                </a:cubicBezTo>
                <a:cubicBezTo>
                  <a:pt x="12895" y="6966"/>
                  <a:pt x="12859" y="6763"/>
                  <a:pt x="12800" y="6585"/>
                </a:cubicBezTo>
                <a:cubicBezTo>
                  <a:pt x="12276" y="5025"/>
                  <a:pt x="12931" y="3870"/>
                  <a:pt x="14562" y="3537"/>
                </a:cubicBezTo>
                <a:cubicBezTo>
                  <a:pt x="14752" y="3489"/>
                  <a:pt x="14943" y="3441"/>
                  <a:pt x="15110" y="3334"/>
                </a:cubicBezTo>
                <a:cubicBezTo>
                  <a:pt x="15395" y="3168"/>
                  <a:pt x="15610" y="2941"/>
                  <a:pt x="15764" y="2679"/>
                </a:cubicBezTo>
                <a:cubicBezTo>
                  <a:pt x="15931" y="2394"/>
                  <a:pt x="16003" y="2096"/>
                  <a:pt x="16003" y="1786"/>
                </a:cubicBezTo>
                <a:cubicBezTo>
                  <a:pt x="16003" y="1453"/>
                  <a:pt x="15907" y="1155"/>
                  <a:pt x="15764" y="893"/>
                </a:cubicBezTo>
                <a:cubicBezTo>
                  <a:pt x="15598" y="608"/>
                  <a:pt x="15372" y="382"/>
                  <a:pt x="15110" y="239"/>
                </a:cubicBezTo>
                <a:cubicBezTo>
                  <a:pt x="14824" y="72"/>
                  <a:pt x="14526" y="1"/>
                  <a:pt x="14217" y="1"/>
                </a:cubicBezTo>
                <a:cubicBezTo>
                  <a:pt x="13883" y="1"/>
                  <a:pt x="13586" y="84"/>
                  <a:pt x="13324" y="239"/>
                </a:cubicBezTo>
                <a:cubicBezTo>
                  <a:pt x="13038" y="405"/>
                  <a:pt x="12812" y="620"/>
                  <a:pt x="12669" y="893"/>
                </a:cubicBezTo>
                <a:cubicBezTo>
                  <a:pt x="12502" y="1167"/>
                  <a:pt x="12431" y="1465"/>
                  <a:pt x="12431" y="1786"/>
                </a:cubicBezTo>
                <a:cubicBezTo>
                  <a:pt x="12431" y="1989"/>
                  <a:pt x="12478" y="2203"/>
                  <a:pt x="12538" y="2382"/>
                </a:cubicBezTo>
                <a:cubicBezTo>
                  <a:pt x="12895" y="3418"/>
                  <a:pt x="12693" y="4287"/>
                  <a:pt x="12062" y="4834"/>
                </a:cubicBezTo>
                <a:cubicBezTo>
                  <a:pt x="11794" y="5067"/>
                  <a:pt x="11460" y="5183"/>
                  <a:pt x="11127" y="5183"/>
                </a:cubicBezTo>
                <a:cubicBezTo>
                  <a:pt x="10794" y="5183"/>
                  <a:pt x="10460" y="5067"/>
                  <a:pt x="10192" y="4834"/>
                </a:cubicBezTo>
                <a:cubicBezTo>
                  <a:pt x="9561" y="4263"/>
                  <a:pt x="9383" y="3406"/>
                  <a:pt x="9716" y="2358"/>
                </a:cubicBezTo>
                <a:cubicBezTo>
                  <a:pt x="9776" y="2167"/>
                  <a:pt x="9811" y="1977"/>
                  <a:pt x="9811" y="1786"/>
                </a:cubicBezTo>
                <a:cubicBezTo>
                  <a:pt x="9811" y="1453"/>
                  <a:pt x="9716" y="1155"/>
                  <a:pt x="9573" y="893"/>
                </a:cubicBezTo>
                <a:cubicBezTo>
                  <a:pt x="9406" y="608"/>
                  <a:pt x="9180" y="382"/>
                  <a:pt x="8918" y="239"/>
                </a:cubicBezTo>
                <a:cubicBezTo>
                  <a:pt x="8633" y="72"/>
                  <a:pt x="8335" y="1"/>
                  <a:pt x="8025" y="1"/>
                </a:cubicBezTo>
                <a:close/>
              </a:path>
            </a:pathLst>
          </a:cu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88"/>
          <p:cNvSpPr/>
          <p:nvPr/>
        </p:nvSpPr>
        <p:spPr>
          <a:xfrm flipH="1">
            <a:off x="1407269" y="1405233"/>
            <a:ext cx="769984" cy="430822"/>
          </a:xfrm>
          <a:custGeom>
            <a:rect b="b" l="l" r="r" t="t"/>
            <a:pathLst>
              <a:path extrusionOk="0" h="8954" w="16003">
                <a:moveTo>
                  <a:pt x="8025" y="1"/>
                </a:moveTo>
                <a:cubicBezTo>
                  <a:pt x="7692" y="1"/>
                  <a:pt x="7394" y="84"/>
                  <a:pt x="7132" y="239"/>
                </a:cubicBezTo>
                <a:cubicBezTo>
                  <a:pt x="6954" y="346"/>
                  <a:pt x="6799" y="477"/>
                  <a:pt x="6668" y="620"/>
                </a:cubicBezTo>
                <a:cubicBezTo>
                  <a:pt x="6126" y="1239"/>
                  <a:pt x="5519" y="1548"/>
                  <a:pt x="4912" y="1548"/>
                </a:cubicBezTo>
                <a:cubicBezTo>
                  <a:pt x="4305" y="1548"/>
                  <a:pt x="3697" y="1239"/>
                  <a:pt x="3156" y="620"/>
                </a:cubicBezTo>
                <a:cubicBezTo>
                  <a:pt x="3025" y="477"/>
                  <a:pt x="2858" y="358"/>
                  <a:pt x="2691" y="251"/>
                </a:cubicBezTo>
                <a:cubicBezTo>
                  <a:pt x="2418" y="84"/>
                  <a:pt x="2120" y="12"/>
                  <a:pt x="1798" y="12"/>
                </a:cubicBezTo>
                <a:cubicBezTo>
                  <a:pt x="1477" y="12"/>
                  <a:pt x="1179" y="108"/>
                  <a:pt x="905" y="251"/>
                </a:cubicBezTo>
                <a:cubicBezTo>
                  <a:pt x="632" y="417"/>
                  <a:pt x="405" y="643"/>
                  <a:pt x="251" y="905"/>
                </a:cubicBezTo>
                <a:cubicBezTo>
                  <a:pt x="96" y="1191"/>
                  <a:pt x="12" y="1489"/>
                  <a:pt x="1" y="1786"/>
                </a:cubicBezTo>
                <a:cubicBezTo>
                  <a:pt x="1" y="2108"/>
                  <a:pt x="96" y="2406"/>
                  <a:pt x="239" y="2679"/>
                </a:cubicBezTo>
                <a:cubicBezTo>
                  <a:pt x="405" y="2953"/>
                  <a:pt x="632" y="3179"/>
                  <a:pt x="894" y="3334"/>
                </a:cubicBezTo>
                <a:cubicBezTo>
                  <a:pt x="1179" y="3489"/>
                  <a:pt x="1477" y="3572"/>
                  <a:pt x="1786" y="3572"/>
                </a:cubicBezTo>
                <a:cubicBezTo>
                  <a:pt x="2120" y="3572"/>
                  <a:pt x="2418" y="3477"/>
                  <a:pt x="2679" y="3334"/>
                </a:cubicBezTo>
                <a:cubicBezTo>
                  <a:pt x="2858" y="3239"/>
                  <a:pt x="3013" y="3108"/>
                  <a:pt x="3144" y="2953"/>
                </a:cubicBezTo>
                <a:cubicBezTo>
                  <a:pt x="3686" y="2340"/>
                  <a:pt x="4293" y="2033"/>
                  <a:pt x="4900" y="2033"/>
                </a:cubicBezTo>
                <a:cubicBezTo>
                  <a:pt x="5507" y="2033"/>
                  <a:pt x="6114" y="2340"/>
                  <a:pt x="6656" y="2953"/>
                </a:cubicBezTo>
                <a:cubicBezTo>
                  <a:pt x="6775" y="3108"/>
                  <a:pt x="6942" y="3239"/>
                  <a:pt x="7097" y="3334"/>
                </a:cubicBezTo>
                <a:cubicBezTo>
                  <a:pt x="7275" y="3430"/>
                  <a:pt x="7454" y="3513"/>
                  <a:pt x="7656" y="3537"/>
                </a:cubicBezTo>
                <a:cubicBezTo>
                  <a:pt x="9264" y="3870"/>
                  <a:pt x="9930" y="5025"/>
                  <a:pt x="9406" y="6585"/>
                </a:cubicBezTo>
                <a:cubicBezTo>
                  <a:pt x="9347" y="6787"/>
                  <a:pt x="9323" y="6978"/>
                  <a:pt x="9323" y="7168"/>
                </a:cubicBezTo>
                <a:cubicBezTo>
                  <a:pt x="9323" y="7501"/>
                  <a:pt x="9406" y="7799"/>
                  <a:pt x="9561" y="8061"/>
                </a:cubicBezTo>
                <a:cubicBezTo>
                  <a:pt x="9716" y="8347"/>
                  <a:pt x="9942" y="8573"/>
                  <a:pt x="10216" y="8716"/>
                </a:cubicBezTo>
                <a:cubicBezTo>
                  <a:pt x="10490" y="8883"/>
                  <a:pt x="10788" y="8954"/>
                  <a:pt x="11109" y="8954"/>
                </a:cubicBezTo>
                <a:cubicBezTo>
                  <a:pt x="11431" y="8954"/>
                  <a:pt x="11728" y="8871"/>
                  <a:pt x="12002" y="8716"/>
                </a:cubicBezTo>
                <a:cubicBezTo>
                  <a:pt x="12276" y="8549"/>
                  <a:pt x="12502" y="8335"/>
                  <a:pt x="12657" y="8061"/>
                </a:cubicBezTo>
                <a:cubicBezTo>
                  <a:pt x="12812" y="7775"/>
                  <a:pt x="12895" y="7478"/>
                  <a:pt x="12895" y="7168"/>
                </a:cubicBezTo>
                <a:cubicBezTo>
                  <a:pt x="12895" y="6966"/>
                  <a:pt x="12859" y="6763"/>
                  <a:pt x="12800" y="6585"/>
                </a:cubicBezTo>
                <a:cubicBezTo>
                  <a:pt x="12276" y="5025"/>
                  <a:pt x="12931" y="3870"/>
                  <a:pt x="14562" y="3537"/>
                </a:cubicBezTo>
                <a:cubicBezTo>
                  <a:pt x="14752" y="3489"/>
                  <a:pt x="14943" y="3441"/>
                  <a:pt x="15110" y="3334"/>
                </a:cubicBezTo>
                <a:cubicBezTo>
                  <a:pt x="15395" y="3168"/>
                  <a:pt x="15610" y="2941"/>
                  <a:pt x="15764" y="2679"/>
                </a:cubicBezTo>
                <a:cubicBezTo>
                  <a:pt x="15931" y="2394"/>
                  <a:pt x="16003" y="2096"/>
                  <a:pt x="16003" y="1786"/>
                </a:cubicBezTo>
                <a:cubicBezTo>
                  <a:pt x="16003" y="1453"/>
                  <a:pt x="15907" y="1155"/>
                  <a:pt x="15764" y="893"/>
                </a:cubicBezTo>
                <a:cubicBezTo>
                  <a:pt x="15598" y="608"/>
                  <a:pt x="15372" y="382"/>
                  <a:pt x="15110" y="239"/>
                </a:cubicBezTo>
                <a:cubicBezTo>
                  <a:pt x="14824" y="72"/>
                  <a:pt x="14526" y="1"/>
                  <a:pt x="14217" y="1"/>
                </a:cubicBezTo>
                <a:cubicBezTo>
                  <a:pt x="13883" y="1"/>
                  <a:pt x="13586" y="84"/>
                  <a:pt x="13324" y="239"/>
                </a:cubicBezTo>
                <a:cubicBezTo>
                  <a:pt x="13038" y="405"/>
                  <a:pt x="12812" y="620"/>
                  <a:pt x="12669" y="893"/>
                </a:cubicBezTo>
                <a:cubicBezTo>
                  <a:pt x="12502" y="1167"/>
                  <a:pt x="12431" y="1465"/>
                  <a:pt x="12431" y="1786"/>
                </a:cubicBezTo>
                <a:cubicBezTo>
                  <a:pt x="12431" y="1989"/>
                  <a:pt x="12478" y="2203"/>
                  <a:pt x="12538" y="2382"/>
                </a:cubicBezTo>
                <a:cubicBezTo>
                  <a:pt x="12895" y="3418"/>
                  <a:pt x="12693" y="4287"/>
                  <a:pt x="12062" y="4834"/>
                </a:cubicBezTo>
                <a:cubicBezTo>
                  <a:pt x="11794" y="5067"/>
                  <a:pt x="11460" y="5183"/>
                  <a:pt x="11127" y="5183"/>
                </a:cubicBezTo>
                <a:cubicBezTo>
                  <a:pt x="10794" y="5183"/>
                  <a:pt x="10460" y="5067"/>
                  <a:pt x="10192" y="4834"/>
                </a:cubicBezTo>
                <a:cubicBezTo>
                  <a:pt x="9561" y="4263"/>
                  <a:pt x="9383" y="3406"/>
                  <a:pt x="9716" y="2358"/>
                </a:cubicBezTo>
                <a:cubicBezTo>
                  <a:pt x="9776" y="2167"/>
                  <a:pt x="9811" y="1977"/>
                  <a:pt x="9811" y="1786"/>
                </a:cubicBezTo>
                <a:cubicBezTo>
                  <a:pt x="9811" y="1453"/>
                  <a:pt x="9716" y="1155"/>
                  <a:pt x="9573" y="893"/>
                </a:cubicBezTo>
                <a:cubicBezTo>
                  <a:pt x="9406" y="608"/>
                  <a:pt x="9180" y="382"/>
                  <a:pt x="8918" y="239"/>
                </a:cubicBezTo>
                <a:cubicBezTo>
                  <a:pt x="8633" y="72"/>
                  <a:pt x="8335" y="1"/>
                  <a:pt x="8025" y="1"/>
                </a:cubicBezTo>
                <a:close/>
              </a:path>
            </a:pathLst>
          </a:custGeom>
          <a:solidFill>
            <a:srgbClr val="D433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88"/>
          <p:cNvSpPr/>
          <p:nvPr/>
        </p:nvSpPr>
        <p:spPr>
          <a:xfrm flipH="1">
            <a:off x="1407281" y="3242596"/>
            <a:ext cx="769984" cy="430822"/>
          </a:xfrm>
          <a:custGeom>
            <a:rect b="b" l="l" r="r" t="t"/>
            <a:pathLst>
              <a:path extrusionOk="0" h="8954" w="16003">
                <a:moveTo>
                  <a:pt x="8025" y="1"/>
                </a:moveTo>
                <a:cubicBezTo>
                  <a:pt x="7692" y="1"/>
                  <a:pt x="7394" y="84"/>
                  <a:pt x="7132" y="239"/>
                </a:cubicBezTo>
                <a:cubicBezTo>
                  <a:pt x="6954" y="346"/>
                  <a:pt x="6799" y="477"/>
                  <a:pt x="6668" y="620"/>
                </a:cubicBezTo>
                <a:cubicBezTo>
                  <a:pt x="6126" y="1239"/>
                  <a:pt x="5519" y="1548"/>
                  <a:pt x="4912" y="1548"/>
                </a:cubicBezTo>
                <a:cubicBezTo>
                  <a:pt x="4305" y="1548"/>
                  <a:pt x="3697" y="1239"/>
                  <a:pt x="3156" y="620"/>
                </a:cubicBezTo>
                <a:cubicBezTo>
                  <a:pt x="3025" y="477"/>
                  <a:pt x="2858" y="358"/>
                  <a:pt x="2691" y="251"/>
                </a:cubicBezTo>
                <a:cubicBezTo>
                  <a:pt x="2418" y="84"/>
                  <a:pt x="2120" y="12"/>
                  <a:pt x="1798" y="12"/>
                </a:cubicBezTo>
                <a:cubicBezTo>
                  <a:pt x="1477" y="12"/>
                  <a:pt x="1179" y="108"/>
                  <a:pt x="905" y="251"/>
                </a:cubicBezTo>
                <a:cubicBezTo>
                  <a:pt x="632" y="417"/>
                  <a:pt x="405" y="643"/>
                  <a:pt x="251" y="905"/>
                </a:cubicBezTo>
                <a:cubicBezTo>
                  <a:pt x="96" y="1191"/>
                  <a:pt x="12" y="1489"/>
                  <a:pt x="1" y="1786"/>
                </a:cubicBezTo>
                <a:cubicBezTo>
                  <a:pt x="1" y="2108"/>
                  <a:pt x="96" y="2406"/>
                  <a:pt x="239" y="2679"/>
                </a:cubicBezTo>
                <a:cubicBezTo>
                  <a:pt x="405" y="2953"/>
                  <a:pt x="632" y="3179"/>
                  <a:pt x="894" y="3334"/>
                </a:cubicBezTo>
                <a:cubicBezTo>
                  <a:pt x="1179" y="3489"/>
                  <a:pt x="1477" y="3572"/>
                  <a:pt x="1786" y="3572"/>
                </a:cubicBezTo>
                <a:cubicBezTo>
                  <a:pt x="2120" y="3572"/>
                  <a:pt x="2418" y="3477"/>
                  <a:pt x="2679" y="3334"/>
                </a:cubicBezTo>
                <a:cubicBezTo>
                  <a:pt x="2858" y="3239"/>
                  <a:pt x="3013" y="3108"/>
                  <a:pt x="3144" y="2953"/>
                </a:cubicBezTo>
                <a:cubicBezTo>
                  <a:pt x="3686" y="2340"/>
                  <a:pt x="4293" y="2033"/>
                  <a:pt x="4900" y="2033"/>
                </a:cubicBezTo>
                <a:cubicBezTo>
                  <a:pt x="5507" y="2033"/>
                  <a:pt x="6114" y="2340"/>
                  <a:pt x="6656" y="2953"/>
                </a:cubicBezTo>
                <a:cubicBezTo>
                  <a:pt x="6775" y="3108"/>
                  <a:pt x="6942" y="3239"/>
                  <a:pt x="7097" y="3334"/>
                </a:cubicBezTo>
                <a:cubicBezTo>
                  <a:pt x="7275" y="3430"/>
                  <a:pt x="7454" y="3513"/>
                  <a:pt x="7656" y="3537"/>
                </a:cubicBezTo>
                <a:cubicBezTo>
                  <a:pt x="9264" y="3870"/>
                  <a:pt x="9930" y="5025"/>
                  <a:pt x="9406" y="6585"/>
                </a:cubicBezTo>
                <a:cubicBezTo>
                  <a:pt x="9347" y="6787"/>
                  <a:pt x="9323" y="6978"/>
                  <a:pt x="9323" y="7168"/>
                </a:cubicBezTo>
                <a:cubicBezTo>
                  <a:pt x="9323" y="7501"/>
                  <a:pt x="9406" y="7799"/>
                  <a:pt x="9561" y="8061"/>
                </a:cubicBezTo>
                <a:cubicBezTo>
                  <a:pt x="9716" y="8347"/>
                  <a:pt x="9942" y="8573"/>
                  <a:pt x="10216" y="8716"/>
                </a:cubicBezTo>
                <a:cubicBezTo>
                  <a:pt x="10490" y="8883"/>
                  <a:pt x="10788" y="8954"/>
                  <a:pt x="11109" y="8954"/>
                </a:cubicBezTo>
                <a:cubicBezTo>
                  <a:pt x="11431" y="8954"/>
                  <a:pt x="11728" y="8871"/>
                  <a:pt x="12002" y="8716"/>
                </a:cubicBezTo>
                <a:cubicBezTo>
                  <a:pt x="12276" y="8549"/>
                  <a:pt x="12502" y="8335"/>
                  <a:pt x="12657" y="8061"/>
                </a:cubicBezTo>
                <a:cubicBezTo>
                  <a:pt x="12812" y="7775"/>
                  <a:pt x="12895" y="7478"/>
                  <a:pt x="12895" y="7168"/>
                </a:cubicBezTo>
                <a:cubicBezTo>
                  <a:pt x="12895" y="6966"/>
                  <a:pt x="12859" y="6763"/>
                  <a:pt x="12800" y="6585"/>
                </a:cubicBezTo>
                <a:cubicBezTo>
                  <a:pt x="12276" y="5025"/>
                  <a:pt x="12931" y="3870"/>
                  <a:pt x="14562" y="3537"/>
                </a:cubicBezTo>
                <a:cubicBezTo>
                  <a:pt x="14752" y="3489"/>
                  <a:pt x="14943" y="3441"/>
                  <a:pt x="15110" y="3334"/>
                </a:cubicBezTo>
                <a:cubicBezTo>
                  <a:pt x="15395" y="3168"/>
                  <a:pt x="15610" y="2941"/>
                  <a:pt x="15764" y="2679"/>
                </a:cubicBezTo>
                <a:cubicBezTo>
                  <a:pt x="15931" y="2394"/>
                  <a:pt x="16003" y="2096"/>
                  <a:pt x="16003" y="1786"/>
                </a:cubicBezTo>
                <a:cubicBezTo>
                  <a:pt x="16003" y="1453"/>
                  <a:pt x="15907" y="1155"/>
                  <a:pt x="15764" y="893"/>
                </a:cubicBezTo>
                <a:cubicBezTo>
                  <a:pt x="15598" y="608"/>
                  <a:pt x="15372" y="382"/>
                  <a:pt x="15110" y="239"/>
                </a:cubicBezTo>
                <a:cubicBezTo>
                  <a:pt x="14824" y="72"/>
                  <a:pt x="14526" y="1"/>
                  <a:pt x="14217" y="1"/>
                </a:cubicBezTo>
                <a:cubicBezTo>
                  <a:pt x="13883" y="1"/>
                  <a:pt x="13586" y="84"/>
                  <a:pt x="13324" y="239"/>
                </a:cubicBezTo>
                <a:cubicBezTo>
                  <a:pt x="13038" y="405"/>
                  <a:pt x="12812" y="620"/>
                  <a:pt x="12669" y="893"/>
                </a:cubicBezTo>
                <a:cubicBezTo>
                  <a:pt x="12502" y="1167"/>
                  <a:pt x="12431" y="1465"/>
                  <a:pt x="12431" y="1786"/>
                </a:cubicBezTo>
                <a:cubicBezTo>
                  <a:pt x="12431" y="1989"/>
                  <a:pt x="12478" y="2203"/>
                  <a:pt x="12538" y="2382"/>
                </a:cubicBezTo>
                <a:cubicBezTo>
                  <a:pt x="12895" y="3418"/>
                  <a:pt x="12693" y="4287"/>
                  <a:pt x="12062" y="4834"/>
                </a:cubicBezTo>
                <a:cubicBezTo>
                  <a:pt x="11794" y="5067"/>
                  <a:pt x="11460" y="5183"/>
                  <a:pt x="11127" y="5183"/>
                </a:cubicBezTo>
                <a:cubicBezTo>
                  <a:pt x="10794" y="5183"/>
                  <a:pt x="10460" y="5067"/>
                  <a:pt x="10192" y="4834"/>
                </a:cubicBezTo>
                <a:cubicBezTo>
                  <a:pt x="9561" y="4263"/>
                  <a:pt x="9383" y="3406"/>
                  <a:pt x="9716" y="2358"/>
                </a:cubicBezTo>
                <a:cubicBezTo>
                  <a:pt x="9776" y="2167"/>
                  <a:pt x="9811" y="1977"/>
                  <a:pt x="9811" y="1786"/>
                </a:cubicBezTo>
                <a:cubicBezTo>
                  <a:pt x="9811" y="1453"/>
                  <a:pt x="9716" y="1155"/>
                  <a:pt x="9573" y="893"/>
                </a:cubicBezTo>
                <a:cubicBezTo>
                  <a:pt x="9406" y="608"/>
                  <a:pt x="9180" y="382"/>
                  <a:pt x="8918" y="239"/>
                </a:cubicBezTo>
                <a:cubicBezTo>
                  <a:pt x="8633" y="72"/>
                  <a:pt x="8335" y="1"/>
                  <a:pt x="802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88"/>
          <p:cNvSpPr/>
          <p:nvPr/>
        </p:nvSpPr>
        <p:spPr>
          <a:xfrm flipH="1">
            <a:off x="5943711" y="1405233"/>
            <a:ext cx="2309953" cy="1292465"/>
          </a:xfrm>
          <a:custGeom>
            <a:rect b="b" l="l" r="r" t="t"/>
            <a:pathLst>
              <a:path extrusionOk="0" h="8954" w="16003">
                <a:moveTo>
                  <a:pt x="8025" y="1"/>
                </a:moveTo>
                <a:cubicBezTo>
                  <a:pt x="7692" y="1"/>
                  <a:pt x="7394" y="84"/>
                  <a:pt x="7132" y="239"/>
                </a:cubicBezTo>
                <a:cubicBezTo>
                  <a:pt x="6954" y="346"/>
                  <a:pt x="6799" y="477"/>
                  <a:pt x="6668" y="620"/>
                </a:cubicBezTo>
                <a:cubicBezTo>
                  <a:pt x="6126" y="1239"/>
                  <a:pt x="5519" y="1548"/>
                  <a:pt x="4912" y="1548"/>
                </a:cubicBezTo>
                <a:cubicBezTo>
                  <a:pt x="4305" y="1548"/>
                  <a:pt x="3697" y="1239"/>
                  <a:pt x="3156" y="620"/>
                </a:cubicBezTo>
                <a:cubicBezTo>
                  <a:pt x="3025" y="477"/>
                  <a:pt x="2858" y="358"/>
                  <a:pt x="2691" y="251"/>
                </a:cubicBezTo>
                <a:cubicBezTo>
                  <a:pt x="2418" y="84"/>
                  <a:pt x="2120" y="12"/>
                  <a:pt x="1798" y="12"/>
                </a:cubicBezTo>
                <a:cubicBezTo>
                  <a:pt x="1477" y="12"/>
                  <a:pt x="1179" y="108"/>
                  <a:pt x="905" y="251"/>
                </a:cubicBezTo>
                <a:cubicBezTo>
                  <a:pt x="632" y="417"/>
                  <a:pt x="405" y="643"/>
                  <a:pt x="251" y="905"/>
                </a:cubicBezTo>
                <a:cubicBezTo>
                  <a:pt x="96" y="1191"/>
                  <a:pt x="12" y="1489"/>
                  <a:pt x="1" y="1786"/>
                </a:cubicBezTo>
                <a:cubicBezTo>
                  <a:pt x="1" y="2108"/>
                  <a:pt x="96" y="2406"/>
                  <a:pt x="239" y="2679"/>
                </a:cubicBezTo>
                <a:cubicBezTo>
                  <a:pt x="405" y="2953"/>
                  <a:pt x="632" y="3179"/>
                  <a:pt x="894" y="3334"/>
                </a:cubicBezTo>
                <a:cubicBezTo>
                  <a:pt x="1179" y="3489"/>
                  <a:pt x="1477" y="3572"/>
                  <a:pt x="1786" y="3572"/>
                </a:cubicBezTo>
                <a:cubicBezTo>
                  <a:pt x="2120" y="3572"/>
                  <a:pt x="2418" y="3477"/>
                  <a:pt x="2679" y="3334"/>
                </a:cubicBezTo>
                <a:cubicBezTo>
                  <a:pt x="2858" y="3239"/>
                  <a:pt x="3013" y="3108"/>
                  <a:pt x="3144" y="2953"/>
                </a:cubicBezTo>
                <a:cubicBezTo>
                  <a:pt x="3686" y="2340"/>
                  <a:pt x="4293" y="2033"/>
                  <a:pt x="4900" y="2033"/>
                </a:cubicBezTo>
                <a:cubicBezTo>
                  <a:pt x="5507" y="2033"/>
                  <a:pt x="6114" y="2340"/>
                  <a:pt x="6656" y="2953"/>
                </a:cubicBezTo>
                <a:cubicBezTo>
                  <a:pt x="6775" y="3108"/>
                  <a:pt x="6942" y="3239"/>
                  <a:pt x="7097" y="3334"/>
                </a:cubicBezTo>
                <a:cubicBezTo>
                  <a:pt x="7275" y="3430"/>
                  <a:pt x="7454" y="3513"/>
                  <a:pt x="7656" y="3537"/>
                </a:cubicBezTo>
                <a:cubicBezTo>
                  <a:pt x="9264" y="3870"/>
                  <a:pt x="9930" y="5025"/>
                  <a:pt x="9406" y="6585"/>
                </a:cubicBezTo>
                <a:cubicBezTo>
                  <a:pt x="9347" y="6787"/>
                  <a:pt x="9323" y="6978"/>
                  <a:pt x="9323" y="7168"/>
                </a:cubicBezTo>
                <a:cubicBezTo>
                  <a:pt x="9323" y="7501"/>
                  <a:pt x="9406" y="7799"/>
                  <a:pt x="9561" y="8061"/>
                </a:cubicBezTo>
                <a:cubicBezTo>
                  <a:pt x="9716" y="8347"/>
                  <a:pt x="9942" y="8573"/>
                  <a:pt x="10216" y="8716"/>
                </a:cubicBezTo>
                <a:cubicBezTo>
                  <a:pt x="10490" y="8883"/>
                  <a:pt x="10788" y="8954"/>
                  <a:pt x="11109" y="8954"/>
                </a:cubicBezTo>
                <a:cubicBezTo>
                  <a:pt x="11431" y="8954"/>
                  <a:pt x="11728" y="8871"/>
                  <a:pt x="12002" y="8716"/>
                </a:cubicBezTo>
                <a:cubicBezTo>
                  <a:pt x="12276" y="8549"/>
                  <a:pt x="12502" y="8335"/>
                  <a:pt x="12657" y="8061"/>
                </a:cubicBezTo>
                <a:cubicBezTo>
                  <a:pt x="12812" y="7775"/>
                  <a:pt x="12895" y="7478"/>
                  <a:pt x="12895" y="7168"/>
                </a:cubicBezTo>
                <a:cubicBezTo>
                  <a:pt x="12895" y="6966"/>
                  <a:pt x="12859" y="6763"/>
                  <a:pt x="12800" y="6585"/>
                </a:cubicBezTo>
                <a:cubicBezTo>
                  <a:pt x="12276" y="5025"/>
                  <a:pt x="12931" y="3870"/>
                  <a:pt x="14562" y="3537"/>
                </a:cubicBezTo>
                <a:cubicBezTo>
                  <a:pt x="14752" y="3489"/>
                  <a:pt x="14943" y="3441"/>
                  <a:pt x="15110" y="3334"/>
                </a:cubicBezTo>
                <a:cubicBezTo>
                  <a:pt x="15395" y="3168"/>
                  <a:pt x="15610" y="2941"/>
                  <a:pt x="15764" y="2679"/>
                </a:cubicBezTo>
                <a:cubicBezTo>
                  <a:pt x="15931" y="2394"/>
                  <a:pt x="16003" y="2096"/>
                  <a:pt x="16003" y="1786"/>
                </a:cubicBezTo>
                <a:cubicBezTo>
                  <a:pt x="16003" y="1453"/>
                  <a:pt x="15907" y="1155"/>
                  <a:pt x="15764" y="893"/>
                </a:cubicBezTo>
                <a:cubicBezTo>
                  <a:pt x="15598" y="608"/>
                  <a:pt x="15372" y="382"/>
                  <a:pt x="15110" y="239"/>
                </a:cubicBezTo>
                <a:cubicBezTo>
                  <a:pt x="14824" y="72"/>
                  <a:pt x="14526" y="1"/>
                  <a:pt x="14217" y="1"/>
                </a:cubicBezTo>
                <a:cubicBezTo>
                  <a:pt x="13883" y="1"/>
                  <a:pt x="13586" y="84"/>
                  <a:pt x="13324" y="239"/>
                </a:cubicBezTo>
                <a:cubicBezTo>
                  <a:pt x="13038" y="405"/>
                  <a:pt x="12812" y="620"/>
                  <a:pt x="12669" y="893"/>
                </a:cubicBezTo>
                <a:cubicBezTo>
                  <a:pt x="12502" y="1167"/>
                  <a:pt x="12431" y="1465"/>
                  <a:pt x="12431" y="1786"/>
                </a:cubicBezTo>
                <a:cubicBezTo>
                  <a:pt x="12431" y="1989"/>
                  <a:pt x="12478" y="2203"/>
                  <a:pt x="12538" y="2382"/>
                </a:cubicBezTo>
                <a:cubicBezTo>
                  <a:pt x="12895" y="3418"/>
                  <a:pt x="12693" y="4287"/>
                  <a:pt x="12062" y="4834"/>
                </a:cubicBezTo>
                <a:cubicBezTo>
                  <a:pt x="11794" y="5067"/>
                  <a:pt x="11460" y="5183"/>
                  <a:pt x="11127" y="5183"/>
                </a:cubicBezTo>
                <a:cubicBezTo>
                  <a:pt x="10794" y="5183"/>
                  <a:pt x="10460" y="5067"/>
                  <a:pt x="10192" y="4834"/>
                </a:cubicBezTo>
                <a:cubicBezTo>
                  <a:pt x="9561" y="4263"/>
                  <a:pt x="9383" y="3406"/>
                  <a:pt x="9716" y="2358"/>
                </a:cubicBezTo>
                <a:cubicBezTo>
                  <a:pt x="9776" y="2167"/>
                  <a:pt x="9811" y="1977"/>
                  <a:pt x="9811" y="1786"/>
                </a:cubicBezTo>
                <a:cubicBezTo>
                  <a:pt x="9811" y="1453"/>
                  <a:pt x="9716" y="1155"/>
                  <a:pt x="9573" y="893"/>
                </a:cubicBezTo>
                <a:cubicBezTo>
                  <a:pt x="9406" y="608"/>
                  <a:pt x="9180" y="382"/>
                  <a:pt x="8918" y="239"/>
                </a:cubicBezTo>
                <a:cubicBezTo>
                  <a:pt x="8633" y="72"/>
                  <a:pt x="8335" y="1"/>
                  <a:pt x="8025" y="1"/>
                </a:cubicBezTo>
                <a:close/>
              </a:path>
            </a:pathLst>
          </a:custGeom>
          <a:solidFill>
            <a:srgbClr val="90CB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88"/>
          <p:cNvSpPr/>
          <p:nvPr/>
        </p:nvSpPr>
        <p:spPr>
          <a:xfrm flipH="1">
            <a:off x="5977311" y="3242596"/>
            <a:ext cx="2309953" cy="1292465"/>
          </a:xfrm>
          <a:custGeom>
            <a:rect b="b" l="l" r="r" t="t"/>
            <a:pathLst>
              <a:path extrusionOk="0" h="8954" w="16003">
                <a:moveTo>
                  <a:pt x="8025" y="1"/>
                </a:moveTo>
                <a:cubicBezTo>
                  <a:pt x="7692" y="1"/>
                  <a:pt x="7394" y="84"/>
                  <a:pt x="7132" y="239"/>
                </a:cubicBezTo>
                <a:cubicBezTo>
                  <a:pt x="6954" y="346"/>
                  <a:pt x="6799" y="477"/>
                  <a:pt x="6668" y="620"/>
                </a:cubicBezTo>
                <a:cubicBezTo>
                  <a:pt x="6126" y="1239"/>
                  <a:pt x="5519" y="1548"/>
                  <a:pt x="4912" y="1548"/>
                </a:cubicBezTo>
                <a:cubicBezTo>
                  <a:pt x="4305" y="1548"/>
                  <a:pt x="3697" y="1239"/>
                  <a:pt x="3156" y="620"/>
                </a:cubicBezTo>
                <a:cubicBezTo>
                  <a:pt x="3025" y="477"/>
                  <a:pt x="2858" y="358"/>
                  <a:pt x="2691" y="251"/>
                </a:cubicBezTo>
                <a:cubicBezTo>
                  <a:pt x="2418" y="84"/>
                  <a:pt x="2120" y="12"/>
                  <a:pt x="1798" y="12"/>
                </a:cubicBezTo>
                <a:cubicBezTo>
                  <a:pt x="1477" y="12"/>
                  <a:pt x="1179" y="108"/>
                  <a:pt x="905" y="251"/>
                </a:cubicBezTo>
                <a:cubicBezTo>
                  <a:pt x="632" y="417"/>
                  <a:pt x="405" y="643"/>
                  <a:pt x="251" y="905"/>
                </a:cubicBezTo>
                <a:cubicBezTo>
                  <a:pt x="96" y="1191"/>
                  <a:pt x="12" y="1489"/>
                  <a:pt x="1" y="1786"/>
                </a:cubicBezTo>
                <a:cubicBezTo>
                  <a:pt x="1" y="2108"/>
                  <a:pt x="96" y="2406"/>
                  <a:pt x="239" y="2679"/>
                </a:cubicBezTo>
                <a:cubicBezTo>
                  <a:pt x="405" y="2953"/>
                  <a:pt x="632" y="3179"/>
                  <a:pt x="894" y="3334"/>
                </a:cubicBezTo>
                <a:cubicBezTo>
                  <a:pt x="1179" y="3489"/>
                  <a:pt x="1477" y="3572"/>
                  <a:pt x="1786" y="3572"/>
                </a:cubicBezTo>
                <a:cubicBezTo>
                  <a:pt x="2120" y="3572"/>
                  <a:pt x="2418" y="3477"/>
                  <a:pt x="2679" y="3334"/>
                </a:cubicBezTo>
                <a:cubicBezTo>
                  <a:pt x="2858" y="3239"/>
                  <a:pt x="3013" y="3108"/>
                  <a:pt x="3144" y="2953"/>
                </a:cubicBezTo>
                <a:cubicBezTo>
                  <a:pt x="3686" y="2340"/>
                  <a:pt x="4293" y="2033"/>
                  <a:pt x="4900" y="2033"/>
                </a:cubicBezTo>
                <a:cubicBezTo>
                  <a:pt x="5507" y="2033"/>
                  <a:pt x="6114" y="2340"/>
                  <a:pt x="6656" y="2953"/>
                </a:cubicBezTo>
                <a:cubicBezTo>
                  <a:pt x="6775" y="3108"/>
                  <a:pt x="6942" y="3239"/>
                  <a:pt x="7097" y="3334"/>
                </a:cubicBezTo>
                <a:cubicBezTo>
                  <a:pt x="7275" y="3430"/>
                  <a:pt x="7454" y="3513"/>
                  <a:pt x="7656" y="3537"/>
                </a:cubicBezTo>
                <a:cubicBezTo>
                  <a:pt x="9264" y="3870"/>
                  <a:pt x="9930" y="5025"/>
                  <a:pt x="9406" y="6585"/>
                </a:cubicBezTo>
                <a:cubicBezTo>
                  <a:pt x="9347" y="6787"/>
                  <a:pt x="9323" y="6978"/>
                  <a:pt x="9323" y="7168"/>
                </a:cubicBezTo>
                <a:cubicBezTo>
                  <a:pt x="9323" y="7501"/>
                  <a:pt x="9406" y="7799"/>
                  <a:pt x="9561" y="8061"/>
                </a:cubicBezTo>
                <a:cubicBezTo>
                  <a:pt x="9716" y="8347"/>
                  <a:pt x="9942" y="8573"/>
                  <a:pt x="10216" y="8716"/>
                </a:cubicBezTo>
                <a:cubicBezTo>
                  <a:pt x="10490" y="8883"/>
                  <a:pt x="10788" y="8954"/>
                  <a:pt x="11109" y="8954"/>
                </a:cubicBezTo>
                <a:cubicBezTo>
                  <a:pt x="11431" y="8954"/>
                  <a:pt x="11728" y="8871"/>
                  <a:pt x="12002" y="8716"/>
                </a:cubicBezTo>
                <a:cubicBezTo>
                  <a:pt x="12276" y="8549"/>
                  <a:pt x="12502" y="8335"/>
                  <a:pt x="12657" y="8061"/>
                </a:cubicBezTo>
                <a:cubicBezTo>
                  <a:pt x="12812" y="7775"/>
                  <a:pt x="12895" y="7478"/>
                  <a:pt x="12895" y="7168"/>
                </a:cubicBezTo>
                <a:cubicBezTo>
                  <a:pt x="12895" y="6966"/>
                  <a:pt x="12859" y="6763"/>
                  <a:pt x="12800" y="6585"/>
                </a:cubicBezTo>
                <a:cubicBezTo>
                  <a:pt x="12276" y="5025"/>
                  <a:pt x="12931" y="3870"/>
                  <a:pt x="14562" y="3537"/>
                </a:cubicBezTo>
                <a:cubicBezTo>
                  <a:pt x="14752" y="3489"/>
                  <a:pt x="14943" y="3441"/>
                  <a:pt x="15110" y="3334"/>
                </a:cubicBezTo>
                <a:cubicBezTo>
                  <a:pt x="15395" y="3168"/>
                  <a:pt x="15610" y="2941"/>
                  <a:pt x="15764" y="2679"/>
                </a:cubicBezTo>
                <a:cubicBezTo>
                  <a:pt x="15931" y="2394"/>
                  <a:pt x="16003" y="2096"/>
                  <a:pt x="16003" y="1786"/>
                </a:cubicBezTo>
                <a:cubicBezTo>
                  <a:pt x="16003" y="1453"/>
                  <a:pt x="15907" y="1155"/>
                  <a:pt x="15764" y="893"/>
                </a:cubicBezTo>
                <a:cubicBezTo>
                  <a:pt x="15598" y="608"/>
                  <a:pt x="15372" y="382"/>
                  <a:pt x="15110" y="239"/>
                </a:cubicBezTo>
                <a:cubicBezTo>
                  <a:pt x="14824" y="72"/>
                  <a:pt x="14526" y="1"/>
                  <a:pt x="14217" y="1"/>
                </a:cubicBezTo>
                <a:cubicBezTo>
                  <a:pt x="13883" y="1"/>
                  <a:pt x="13586" y="84"/>
                  <a:pt x="13324" y="239"/>
                </a:cubicBezTo>
                <a:cubicBezTo>
                  <a:pt x="13038" y="405"/>
                  <a:pt x="12812" y="620"/>
                  <a:pt x="12669" y="893"/>
                </a:cubicBezTo>
                <a:cubicBezTo>
                  <a:pt x="12502" y="1167"/>
                  <a:pt x="12431" y="1465"/>
                  <a:pt x="12431" y="1786"/>
                </a:cubicBezTo>
                <a:cubicBezTo>
                  <a:pt x="12431" y="1989"/>
                  <a:pt x="12478" y="2203"/>
                  <a:pt x="12538" y="2382"/>
                </a:cubicBezTo>
                <a:cubicBezTo>
                  <a:pt x="12895" y="3418"/>
                  <a:pt x="12693" y="4287"/>
                  <a:pt x="12062" y="4834"/>
                </a:cubicBezTo>
                <a:cubicBezTo>
                  <a:pt x="11794" y="5067"/>
                  <a:pt x="11460" y="5183"/>
                  <a:pt x="11127" y="5183"/>
                </a:cubicBezTo>
                <a:cubicBezTo>
                  <a:pt x="10794" y="5183"/>
                  <a:pt x="10460" y="5067"/>
                  <a:pt x="10192" y="4834"/>
                </a:cubicBezTo>
                <a:cubicBezTo>
                  <a:pt x="9561" y="4263"/>
                  <a:pt x="9383" y="3406"/>
                  <a:pt x="9716" y="2358"/>
                </a:cubicBezTo>
                <a:cubicBezTo>
                  <a:pt x="9776" y="2167"/>
                  <a:pt x="9811" y="1977"/>
                  <a:pt x="9811" y="1786"/>
                </a:cubicBezTo>
                <a:cubicBezTo>
                  <a:pt x="9811" y="1453"/>
                  <a:pt x="9716" y="1155"/>
                  <a:pt x="9573" y="893"/>
                </a:cubicBezTo>
                <a:cubicBezTo>
                  <a:pt x="9406" y="608"/>
                  <a:pt x="9180" y="382"/>
                  <a:pt x="8918" y="239"/>
                </a:cubicBezTo>
                <a:cubicBezTo>
                  <a:pt x="8633" y="72"/>
                  <a:pt x="8335" y="1"/>
                  <a:pt x="8025" y="1"/>
                </a:cubicBezTo>
                <a:close/>
              </a:path>
            </a:pathLst>
          </a:custGeom>
          <a:solidFill>
            <a:srgbClr val="FFD07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88"/>
          <p:cNvSpPr txBox="1"/>
          <p:nvPr/>
        </p:nvSpPr>
        <p:spPr>
          <a:xfrm>
            <a:off x="1407213" y="1188725"/>
            <a:ext cx="7701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 sz="800">
                <a:solidFill>
                  <a:srgbClr val="6FA646"/>
                </a:solidFill>
                <a:latin typeface="Public Sans"/>
                <a:ea typeface="Public Sans"/>
                <a:cs typeface="Public Sans"/>
                <a:sym typeface="Public Sans"/>
              </a:rPr>
              <a:t>OK</a:t>
            </a:r>
            <a:endParaRPr b="1" sz="1600">
              <a:solidFill>
                <a:srgbClr val="6FA646"/>
              </a:solidFill>
              <a:latin typeface="Public Sans"/>
              <a:ea typeface="Public Sans"/>
              <a:cs typeface="Public Sans"/>
              <a:sym typeface="Public Sans"/>
            </a:endParaRPr>
          </a:p>
        </p:txBody>
      </p:sp>
      <p:sp>
        <p:nvSpPr>
          <p:cNvPr id="1319" name="Google Shape;1319;p88"/>
          <p:cNvSpPr txBox="1"/>
          <p:nvPr/>
        </p:nvSpPr>
        <p:spPr>
          <a:xfrm>
            <a:off x="2375900" y="1188725"/>
            <a:ext cx="7701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 sz="800">
                <a:solidFill>
                  <a:srgbClr val="6FA646"/>
                </a:solidFill>
                <a:latin typeface="Public Sans"/>
                <a:ea typeface="Public Sans"/>
                <a:cs typeface="Public Sans"/>
                <a:sym typeface="Public Sans"/>
              </a:rPr>
              <a:t>OK</a:t>
            </a:r>
            <a:endParaRPr b="1" sz="1600">
              <a:solidFill>
                <a:srgbClr val="6FA646"/>
              </a:solidFill>
              <a:latin typeface="Public Sans"/>
              <a:ea typeface="Public Sans"/>
              <a:cs typeface="Public Sans"/>
              <a:sym typeface="Public Sans"/>
            </a:endParaRPr>
          </a:p>
        </p:txBody>
      </p:sp>
      <p:sp>
        <p:nvSpPr>
          <p:cNvPr id="1320" name="Google Shape;1320;p88"/>
          <p:cNvSpPr txBox="1"/>
          <p:nvPr/>
        </p:nvSpPr>
        <p:spPr>
          <a:xfrm>
            <a:off x="1407213" y="3042775"/>
            <a:ext cx="7701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 sz="800">
                <a:solidFill>
                  <a:srgbClr val="D43300"/>
                </a:solidFill>
                <a:latin typeface="Public Sans"/>
                <a:ea typeface="Public Sans"/>
                <a:cs typeface="Public Sans"/>
                <a:sym typeface="Public Sans"/>
              </a:rPr>
              <a:t>AVOID</a:t>
            </a:r>
            <a:endParaRPr b="1" sz="1600">
              <a:solidFill>
                <a:srgbClr val="D43300"/>
              </a:solidFill>
              <a:latin typeface="Public Sans"/>
              <a:ea typeface="Public Sans"/>
              <a:cs typeface="Public Sans"/>
              <a:sym typeface="Public Sans"/>
            </a:endParaRPr>
          </a:p>
        </p:txBody>
      </p:sp>
      <p:sp>
        <p:nvSpPr>
          <p:cNvPr id="1321" name="Google Shape;1321;p88"/>
          <p:cNvSpPr txBox="1"/>
          <p:nvPr/>
        </p:nvSpPr>
        <p:spPr>
          <a:xfrm>
            <a:off x="2375900" y="3042775"/>
            <a:ext cx="7701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 sz="800">
                <a:solidFill>
                  <a:srgbClr val="D43300"/>
                </a:solidFill>
                <a:latin typeface="Public Sans"/>
                <a:ea typeface="Public Sans"/>
                <a:cs typeface="Public Sans"/>
                <a:sym typeface="Public Sans"/>
              </a:rPr>
              <a:t>AVOID</a:t>
            </a:r>
            <a:endParaRPr b="1" sz="1600">
              <a:solidFill>
                <a:srgbClr val="D43300"/>
              </a:solidFill>
              <a:latin typeface="Public Sans"/>
              <a:ea typeface="Public Sans"/>
              <a:cs typeface="Public Sans"/>
              <a:sym typeface="Public Sans"/>
            </a:endParaRPr>
          </a:p>
        </p:txBody>
      </p:sp>
      <p:sp>
        <p:nvSpPr>
          <p:cNvPr id="1322" name="Google Shape;1322;p88"/>
          <p:cNvSpPr txBox="1"/>
          <p:nvPr/>
        </p:nvSpPr>
        <p:spPr>
          <a:xfrm>
            <a:off x="3406625" y="1188725"/>
            <a:ext cx="23100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 sz="800">
                <a:solidFill>
                  <a:srgbClr val="6FA646"/>
                </a:solidFill>
                <a:latin typeface="Public Sans"/>
                <a:ea typeface="Public Sans"/>
                <a:cs typeface="Public Sans"/>
                <a:sym typeface="Public Sans"/>
              </a:rPr>
              <a:t>OK</a:t>
            </a:r>
            <a:endParaRPr b="1" sz="1600">
              <a:solidFill>
                <a:srgbClr val="6FA646"/>
              </a:solidFill>
              <a:latin typeface="Public Sans"/>
              <a:ea typeface="Public Sans"/>
              <a:cs typeface="Public Sans"/>
              <a:sym typeface="Public Sans"/>
            </a:endParaRPr>
          </a:p>
        </p:txBody>
      </p:sp>
      <p:sp>
        <p:nvSpPr>
          <p:cNvPr id="1323" name="Google Shape;1323;p88"/>
          <p:cNvSpPr txBox="1"/>
          <p:nvPr/>
        </p:nvSpPr>
        <p:spPr>
          <a:xfrm>
            <a:off x="5977250" y="1188725"/>
            <a:ext cx="22764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 sz="800">
                <a:solidFill>
                  <a:srgbClr val="6FA646"/>
                </a:solidFill>
                <a:latin typeface="Public Sans"/>
                <a:ea typeface="Public Sans"/>
                <a:cs typeface="Public Sans"/>
                <a:sym typeface="Public Sans"/>
              </a:rPr>
              <a:t>OK</a:t>
            </a:r>
            <a:endParaRPr b="1" sz="1600">
              <a:solidFill>
                <a:srgbClr val="6FA646"/>
              </a:solidFill>
              <a:latin typeface="Public Sans"/>
              <a:ea typeface="Public Sans"/>
              <a:cs typeface="Public Sans"/>
              <a:sym typeface="Public Sans"/>
            </a:endParaRPr>
          </a:p>
        </p:txBody>
      </p:sp>
      <p:sp>
        <p:nvSpPr>
          <p:cNvPr id="1324" name="Google Shape;1324;p88"/>
          <p:cNvSpPr txBox="1"/>
          <p:nvPr/>
        </p:nvSpPr>
        <p:spPr>
          <a:xfrm>
            <a:off x="2381925" y="3720413"/>
            <a:ext cx="770100" cy="246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fill color </a:t>
            </a:r>
            <a:br>
              <a:rPr lang="en" sz="800">
                <a:latin typeface="Public Sans"/>
                <a:ea typeface="Public Sans"/>
                <a:cs typeface="Public Sans"/>
                <a:sym typeface="Public Sans"/>
              </a:rPr>
            </a:br>
            <a:r>
              <a:rPr lang="en" sz="800">
                <a:latin typeface="Public Sans"/>
                <a:ea typeface="Public Sans"/>
                <a:cs typeface="Public Sans"/>
                <a:sym typeface="Public Sans"/>
              </a:rPr>
              <a:t>AND outline</a:t>
            </a:r>
            <a:endParaRPr sz="1600">
              <a:latin typeface="Public Sans SemiBold"/>
              <a:ea typeface="Public Sans SemiBold"/>
              <a:cs typeface="Public Sans SemiBold"/>
              <a:sym typeface="Public Sans SemiBold"/>
            </a:endParaRPr>
          </a:p>
        </p:txBody>
      </p:sp>
      <p:sp>
        <p:nvSpPr>
          <p:cNvPr id="1325" name="Google Shape;1325;p88"/>
          <p:cNvSpPr txBox="1"/>
          <p:nvPr/>
        </p:nvSpPr>
        <p:spPr>
          <a:xfrm>
            <a:off x="3406650" y="3042775"/>
            <a:ext cx="23100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 sz="800">
                <a:solidFill>
                  <a:srgbClr val="6FA646"/>
                </a:solidFill>
                <a:latin typeface="Public Sans"/>
                <a:ea typeface="Public Sans"/>
                <a:cs typeface="Public Sans"/>
                <a:sym typeface="Public Sans"/>
              </a:rPr>
              <a:t>Sometimes OK</a:t>
            </a:r>
            <a:endParaRPr b="1" sz="1600">
              <a:solidFill>
                <a:srgbClr val="6FA646"/>
              </a:solidFill>
              <a:latin typeface="Public Sans"/>
              <a:ea typeface="Public Sans"/>
              <a:cs typeface="Public Sans"/>
              <a:sym typeface="Public Sans"/>
            </a:endParaRPr>
          </a:p>
        </p:txBody>
      </p:sp>
      <p:sp>
        <p:nvSpPr>
          <p:cNvPr id="1326" name="Google Shape;1326;p88"/>
          <p:cNvSpPr txBox="1"/>
          <p:nvPr/>
        </p:nvSpPr>
        <p:spPr>
          <a:xfrm>
            <a:off x="5977275" y="3042775"/>
            <a:ext cx="2276400" cy="1230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 sz="800">
                <a:solidFill>
                  <a:srgbClr val="D43300"/>
                </a:solidFill>
                <a:latin typeface="Public Sans"/>
                <a:ea typeface="Public Sans"/>
                <a:cs typeface="Public Sans"/>
                <a:sym typeface="Public Sans"/>
              </a:rPr>
              <a:t>AVOID!</a:t>
            </a:r>
            <a:endParaRPr b="1" sz="1600">
              <a:solidFill>
                <a:srgbClr val="D43300"/>
              </a:solidFill>
              <a:latin typeface="Public Sans"/>
              <a:ea typeface="Public Sans"/>
              <a:cs typeface="Public Sans"/>
              <a:sym typeface="Public Sans"/>
            </a:endParaRPr>
          </a:p>
        </p:txBody>
      </p:sp>
      <p:sp>
        <p:nvSpPr>
          <p:cNvPr id="1327" name="Google Shape;1327;p88"/>
          <p:cNvSpPr txBox="1"/>
          <p:nvPr/>
        </p:nvSpPr>
        <p:spPr>
          <a:xfrm>
            <a:off x="1418800" y="3720413"/>
            <a:ext cx="770100" cy="246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 sz="800">
                <a:latin typeface="Public Sans"/>
                <a:ea typeface="Public Sans"/>
                <a:cs typeface="Public Sans"/>
                <a:sym typeface="Public Sans"/>
              </a:rPr>
              <a:t>low contrast colors</a:t>
            </a:r>
            <a:endParaRPr sz="1600">
              <a:latin typeface="Public Sans SemiBold"/>
              <a:ea typeface="Public Sans SemiBold"/>
              <a:cs typeface="Public Sans SemiBold"/>
              <a:sym typeface="Public Sans SemiBold"/>
            </a:endParaRPr>
          </a:p>
        </p:txBody>
      </p:sp>
      <p:sp>
        <p:nvSpPr>
          <p:cNvPr id="1328" name="Google Shape;1328;p88"/>
          <p:cNvSpPr txBox="1"/>
          <p:nvPr/>
        </p:nvSpPr>
        <p:spPr>
          <a:xfrm>
            <a:off x="4551600" y="3919450"/>
            <a:ext cx="12606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800">
                <a:latin typeface="Public Sans"/>
                <a:ea typeface="Public Sans"/>
                <a:cs typeface="Public Sans"/>
                <a:sym typeface="Public Sans"/>
              </a:rPr>
              <a:t>See the example in the image-chapter. Use outlines only if the shape is big enough. Use minimum of 3 px line width.</a:t>
            </a:r>
            <a:endParaRPr sz="1600">
              <a:latin typeface="Public Sans SemiBold"/>
              <a:ea typeface="Public Sans SemiBold"/>
              <a:cs typeface="Public Sans SemiBold"/>
              <a:sym typeface="Public Sans SemiBold"/>
            </a:endParaRPr>
          </a:p>
        </p:txBody>
      </p:sp>
      <p:sp>
        <p:nvSpPr>
          <p:cNvPr id="1329" name="Google Shape;1329;p88"/>
          <p:cNvSpPr txBox="1"/>
          <p:nvPr/>
        </p:nvSpPr>
        <p:spPr>
          <a:xfrm>
            <a:off x="7037775" y="3919450"/>
            <a:ext cx="1260600" cy="492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800">
                <a:latin typeface="Public Sans"/>
                <a:ea typeface="Public Sans"/>
                <a:cs typeface="Public Sans"/>
                <a:sym typeface="Public Sans"/>
              </a:rPr>
              <a:t>The shadow makes the shape look flat. In this template we don’t use shadows at all!</a:t>
            </a:r>
            <a:endParaRPr sz="1600">
              <a:latin typeface="Public Sans SemiBold"/>
              <a:ea typeface="Public Sans SemiBold"/>
              <a:cs typeface="Public Sans SemiBold"/>
              <a:sym typeface="Public Sans SemiBo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3" name="Shape 1333"/>
        <p:cNvGrpSpPr/>
        <p:nvPr/>
      </p:nvGrpSpPr>
      <p:grpSpPr>
        <a:xfrm>
          <a:off x="0" y="0"/>
          <a:ext cx="0" cy="0"/>
          <a:chOff x="0" y="0"/>
          <a:chExt cx="0" cy="0"/>
        </a:xfrm>
      </p:grpSpPr>
      <p:sp>
        <p:nvSpPr>
          <p:cNvPr id="1334" name="Google Shape;1334;p89"/>
          <p:cNvSpPr txBox="1"/>
          <p:nvPr>
            <p:ph type="ctrTitle"/>
          </p:nvPr>
        </p:nvSpPr>
        <p:spPr>
          <a:xfrm>
            <a:off x="909908" y="1605476"/>
            <a:ext cx="7498200" cy="17460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Thank you!</a:t>
            </a:r>
            <a:endParaRPr/>
          </a:p>
        </p:txBody>
      </p:sp>
      <p:sp>
        <p:nvSpPr>
          <p:cNvPr id="1335" name="Google Shape;1335;p89"/>
          <p:cNvSpPr txBox="1"/>
          <p:nvPr>
            <p:ph idx="1" type="subTitle"/>
          </p:nvPr>
        </p:nvSpPr>
        <p:spPr>
          <a:xfrm>
            <a:off x="922717" y="3457429"/>
            <a:ext cx="4206300" cy="883500"/>
          </a:xfrm>
          <a:prstGeom prst="rect">
            <a:avLst/>
          </a:prstGeom>
        </p:spPr>
        <p:txBody>
          <a:bodyPr anchorCtr="0" anchor="t" bIns="0" lIns="0" spcFirstLastPara="1" rIns="0" wrap="square" tIns="0">
            <a:noAutofit/>
          </a:bodyPr>
          <a:lstStyle/>
          <a:p>
            <a:pPr indent="0" lvl="0" marL="0" rtl="0" algn="l">
              <a:spcBef>
                <a:spcPts val="0"/>
              </a:spcBef>
              <a:spcAft>
                <a:spcPts val="1200"/>
              </a:spcAft>
              <a:buNone/>
            </a:pPr>
            <a:r>
              <a:rPr lang="en" u="sng">
                <a:hlinkClick r:id="rId3"/>
              </a:rPr>
              <a:t>name.name@neotechnology.com</a:t>
            </a:r>
            <a:endParaRPr/>
          </a:p>
        </p:txBody>
      </p:sp>
      <p:sp>
        <p:nvSpPr>
          <p:cNvPr id="1336" name="Google Shape;1336;p89"/>
          <p:cNvSpPr txBox="1"/>
          <p:nvPr>
            <p:ph idx="12" type="sldNum"/>
          </p:nvPr>
        </p:nvSpPr>
        <p:spPr>
          <a:xfrm>
            <a:off x="360650" y="4880150"/>
            <a:ext cx="3667800" cy="26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Neo4j Inc. All rights reserved 2023	</a:t>
            </a:r>
            <a:endParaRPr/>
          </a:p>
        </p:txBody>
      </p:sp>
      <p:sp>
        <p:nvSpPr>
          <p:cNvPr id="1337" name="Google Shape;1337;p89"/>
          <p:cNvSpPr txBox="1"/>
          <p:nvPr>
            <p:ph idx="2" type="sldNum"/>
          </p:nvPr>
        </p:nvSpPr>
        <p:spPr>
          <a:xfrm>
            <a:off x="0" y="4880150"/>
            <a:ext cx="265200" cy="2697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Neo4j-Standard-Template">
  <a:themeElements>
    <a:clrScheme name="Simple Light">
      <a:dk1>
        <a:srgbClr val="181414"/>
      </a:dk1>
      <a:lt1>
        <a:srgbClr val="4F4D4E"/>
      </a:lt1>
      <a:dk2>
        <a:srgbClr val="F2EAD4"/>
      </a:dk2>
      <a:lt2>
        <a:srgbClr val="FCF9F6"/>
      </a:lt2>
      <a:accent1>
        <a:srgbClr val="014063"/>
      </a:accent1>
      <a:accent2>
        <a:srgbClr val="0A6190"/>
      </a:accent2>
      <a:accent3>
        <a:srgbClr val="4C99A4"/>
      </a:accent3>
      <a:accent4>
        <a:srgbClr val="8FE3E8"/>
      </a:accent4>
      <a:accent5>
        <a:srgbClr val="6A82FF"/>
      </a:accent5>
      <a:accent6>
        <a:srgbClr val="FAFF00"/>
      </a:accent6>
      <a:hlink>
        <a:srgbClr val="0A619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